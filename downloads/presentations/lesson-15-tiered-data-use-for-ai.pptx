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Tiered Data Use for AI is designed for an individual learner using the AI Playbook and Toolkit for Public Health Departments.
Tiered data use classifies information by sensitivity and defines which AI environments are appropriate for public, internal, confidential, and highly restricted data.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Tiered data classification table.
Produce or contribute to: Approved AI environment list.
Produce or contribute to: Data-use approval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Tiered data use gives staff practical rules for which AI environments can be used with which kinds of information. Public, internal, confidential, protected, restricted, and sovereign data may require different tools, approvals, vendors, contracts, security controls, and documentation. Without tiers, staff may unintentionally place sensitive data in inappropriate AI systems.
Tiered data use turns privacy and security principles into practical rules. You need to know which data can be used in public tools, enterprise tools, restricted environments, or only within tightly governed systems.
Public health departments handle many categories of information, including public materials, internal drafts, confidential operational records, protected health information, partner data, and data governed by specific community or Tribal authorities. Each category may require different approvals and safeguards.
Your training should use realistic scenarios so staff can classify data correctly and choose the appropriate AI environment. The goal is to prevent accidental disclosure and to make safe use easier than unsafe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classification: Sorting data into sensitivity levels, such as public, internal, confidential, protected, restricted, or sovereign, so staff know which AI environments and safeguards are appropriate.
Data use agreement: A written agreement that defines what data may be shared or used, for what purpose, by whom, under what safeguards, and with what limits on reuse, disclosure, retention, or transfer.
Personally identifiable information (PII): Information that can identify a person directly or indirectly, such as name, address, date of birth, record number, or combinations of demographic and contextual details.
Protected health information (PHI): Individually identifiable health information protected under HIPAA. PHI should not be entered into public AI tools or unapproved systems.
Tribal data sovereignty: The authority of Tribal Nations to govern the collection, ownership, application, sharing, and interpretation of their data. This concept is especially relevant when AI work involves Tribal communities, Tribal health departments, or Tribal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tier is a core concept for this lesson because it turns tiered data use for ai from an abstract AI topic into something you can recognize in daily public health work. A sensitivity category that determines what tools, approvals, and protections are required.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Approved AI environment is a core concept for this lesson because it turns tiered data use for ai from an abstract AI topic into something you can recognize in daily public health work. An AI tool or system the department has reviewed and authorized for a specific type of data or task.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Sovereign data is a core concept for this lesson because it turns tiered data use for ai from an abstract AI topic into something you can recognize in daily public health work. Data governed by a sovereign authority, such as Tribal data governed by Tribal policies and approvals.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Restrict PHI from public AI tools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Approve enterprise AI for internal drafts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Use in-house/RAG systems for restricted materials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2, Play 3, Play 11) to identify the decisions, approvals, people, and timing needed for responsible implementation. Use the related tools (Tool 10, Tool 15, Tool 34) to create documentation that can be reviewed, saved, revised, and used as evidence of readiness. The practical exercise asks you to produce evidence that can feed into that work: Create a table that maps public, internal, confidential, protected, restricted, and sovereign data categories to approved AI environments and required review steps.
The main guardrail for this lesson is that Without data tiers, staff may unintentionally place confidential, protected, or sovereign data into unsuitable AI environments.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Clear data tiers turn privacy and security rules into daily practice. You need to know which data can be used in which AI environments, what approvals are needed, and what tools are prohibited for sensitive information.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table that maps public, internal, confidential, protected, restricted, and sovereign data categories to approved AI environments and required review steps.
Tiered data classification table
Approved AI environment list
Data-use approval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data tiers does the department use?
Which AI tools are approved for each tier?
What vendor, contract, logging, retention, and training restrictions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HIPAA: Privacy requirements when protected health information may be involved. https://www.hhs.gov/hipaa/index.html
FedRAMP: Cloud security authorization context for systems handling sensitive government data. https://www.fedramp.gov/
NIH Tribal Health Research Office: Tribal data governance and tribal sovereignty considerations. https://dpcpsi.nih.gov/thro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Tiered Data Use for AI</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Tiered Data Use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Tiered data classification table.</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Approved AI environment list.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Tiered Data Use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Tiered data use gives staff practical rules for which AI environments can be used with which kinds of information. Public, internal, confidential, protected, restricted, and sovereign data may require different tools, approvals, vendors, contracts, security controls, and documentation. Without tiers, staff may unintentionally place sensitive data in inappropriate AI systems.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Tiered Data Use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Data classification: Sorting data into sensitivity levels, such as public, internal, confidential, protected, restricted, or sovereign, so staff know which AI environments and safeguards are appropriate.</a:t>
            </a:r>
            <a:endParaRPr lang="en-US" sz="1320" dirty="0"/>
          </a:p>
          <a:p>
            <a:r>
              <a:rPr lang="en-US" sz="1320" dirty="0">
                <a:solidFill>
                  <a:srgbClr val="17364A"/>
                </a:solidFill>
                <a:latin typeface="Aptos" pitchFamily="34" charset="0"/>
                <a:ea typeface="Aptos" pitchFamily="34" charset="-122"/>
                <a:cs typeface="Aptos" pitchFamily="34" charset="-120"/>
              </a:rPr>
              <a:t>Data use agreement: A written agreement that defines what data may be shared or used, for what purpose, by whom, under what safeguards, and with what limits on reuse, disclosure, retention, or transfer.</a:t>
            </a:r>
            <a:endParaRPr lang="en-US" sz="1320" dirty="0"/>
          </a:p>
          <a:p>
            <a:r>
              <a:rPr lang="en-US" sz="1320" dirty="0">
                <a:solidFill>
                  <a:srgbClr val="17364A"/>
                </a:solidFill>
                <a:latin typeface="Aptos" pitchFamily="34" charset="0"/>
                <a:ea typeface="Aptos" pitchFamily="34" charset="-122"/>
                <a:cs typeface="Aptos" pitchFamily="34" charset="-120"/>
              </a:rPr>
              <a:t>Personally identifiable information (PII): Information that can identify a person directly or indirectly, such as name, address, date of birth, record number, or combinations of demographic and contextual details.</a:t>
            </a:r>
            <a:endParaRPr lang="en-US" sz="1320" dirty="0"/>
          </a:p>
          <a:p>
            <a:r>
              <a:rPr lang="en-US" sz="1320" dirty="0">
                <a:solidFill>
                  <a:srgbClr val="17364A"/>
                </a:solidFill>
                <a:latin typeface="Aptos" pitchFamily="34" charset="0"/>
                <a:ea typeface="Aptos" pitchFamily="34" charset="-122"/>
                <a:cs typeface="Aptos" pitchFamily="34" charset="-120"/>
              </a:rPr>
              <a:t>Protected health information (PHI): Individually identifiable health information protected under HIPAA. PHI should not be entered into public AI tools or unapproved systems.</a:t>
            </a:r>
            <a:endParaRPr lang="en-US" sz="1320" dirty="0"/>
          </a:p>
          <a:p>
            <a:r>
              <a:rPr lang="en-US" sz="1320" dirty="0">
                <a:solidFill>
                  <a:srgbClr val="17364A"/>
                </a:solidFill>
                <a:latin typeface="Aptos" pitchFamily="34" charset="0"/>
                <a:ea typeface="Aptos" pitchFamily="34" charset="-122"/>
                <a:cs typeface="Aptos" pitchFamily="34" charset="-120"/>
              </a:rPr>
              <a:t>Tribal data sovereignty: The authority of Tribal Nations to govern the collection, ownership, application, sharing, and interpretation of their data. This concept is especially relevant when AI work involves Tribal communities,.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Tiered Data Use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Data tier is a core concept for this lesson because it turns tiered data use for ai from an abstract AI topic into something you can recognize in daily public health work. A sensitivity category that determines what tools, approvals, and protections are required.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Approved AI environment is a core concept for this lesson because it turns tiered data use for ai from an abstract AI topic into something you can recognize in daily public health work. An AI tool or system the department has reviewed and authorized for a specific type of data or task.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Sovereign data is a core concept for this lesson because it turns tiered data use for ai from an abstract AI topic into something you can recognize in daily public health work. Data governed by a sovereign authority, such as Tribal data governed by Tribal policies and approvals.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Tiered Data Use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Restrict PHI from public AI tools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Approve enterprise AI for internal drafts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Use in-house/RAG systems for restricted materials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Tiered Data Use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2, Play 3, Play 11) to identify the decisions, approvals, people, and timing needed for responsible implementation. Use the related tools (Tool 10, Tool 15, Tool 34) to create documentation that can be reviewed, saved, revised, and used as evidence of readiness. The practical exercise asks you to produce evidence that can feed into that work: Create a table that maps public, internal, confidential, protected, restricted, and sovereign data categories to approved AI environments and required review steps. The main guardrail for this lesson is that Without data tiers, staff may unintentionally place confidential, protected, or sovereign data into unsuitable AI environments.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Tiered Data Use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Clear data tiers turn privacy and security rules into daily practice. You need to know which data can be used in which AI environments, what approvals are needed, and what tools are prohibited for sensitive information.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Tiered Data Use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Create a table that maps public, internal, confidential, protected, restricted, and sovereign data categories to approved AI environments and required review steps.</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Tiered data classification table</a:t>
            </a:r>
            <a:endParaRPr lang="en-US" sz="1400" dirty="0"/>
          </a:p>
          <a:p>
            <a:r>
              <a:rPr lang="en-US" sz="1400" dirty="0">
                <a:solidFill>
                  <a:srgbClr val="17364A"/>
                </a:solidFill>
                <a:latin typeface="Aptos" pitchFamily="34" charset="0"/>
                <a:ea typeface="Aptos" pitchFamily="34" charset="-122"/>
                <a:cs typeface="Aptos" pitchFamily="34" charset="-120"/>
              </a:rPr>
              <a:t>Expected artifact: Approved AI environment list</a:t>
            </a:r>
            <a:endParaRPr lang="en-US" sz="1400" dirty="0"/>
          </a:p>
          <a:p>
            <a:r>
              <a:rPr lang="en-US" sz="1400" dirty="0">
                <a:solidFill>
                  <a:srgbClr val="17364A"/>
                </a:solidFill>
                <a:latin typeface="Aptos" pitchFamily="34" charset="0"/>
                <a:ea typeface="Aptos" pitchFamily="34" charset="-122"/>
                <a:cs typeface="Aptos" pitchFamily="34" charset="-120"/>
              </a:rPr>
              <a:t>Expected artifact: Data-use approval pathway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Tiered Data Use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data tiers does the department use?</a:t>
            </a:r>
            <a:endParaRPr lang="en-US" sz="1500" dirty="0"/>
          </a:p>
          <a:p>
            <a:r>
              <a:rPr lang="en-US" sz="1500" dirty="0">
                <a:solidFill>
                  <a:srgbClr val="17364A"/>
                </a:solidFill>
                <a:latin typeface="Aptos" pitchFamily="34" charset="0"/>
                <a:ea typeface="Aptos" pitchFamily="34" charset="-122"/>
                <a:cs typeface="Aptos" pitchFamily="34" charset="-120"/>
              </a:rPr>
              <a:t>Which AI tools are approved for each tier?</a:t>
            </a:r>
            <a:endParaRPr lang="en-US" sz="1500" dirty="0"/>
          </a:p>
          <a:p>
            <a:r>
              <a:rPr lang="en-US" sz="1500" dirty="0">
                <a:solidFill>
                  <a:srgbClr val="17364A"/>
                </a:solidFill>
                <a:latin typeface="Aptos" pitchFamily="34" charset="0"/>
                <a:ea typeface="Aptos" pitchFamily="34" charset="-122"/>
                <a:cs typeface="Aptos" pitchFamily="34" charset="-120"/>
              </a:rPr>
              <a:t>What vendor, contract, logging, retention, and training restrictions are required?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Tiered Data Use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HIPAA: Privacy requirements when protected health information may be involved.</a:t>
            </a:r>
            <a:endParaRPr lang="en-US" sz="1280" dirty="0"/>
          </a:p>
          <a:p>
            <a:r>
              <a:rPr lang="en-US" sz="1280" dirty="0">
                <a:solidFill>
                  <a:srgbClr val="17364A"/>
                </a:solidFill>
                <a:latin typeface="Aptos" pitchFamily="34" charset="0"/>
                <a:ea typeface="Aptos" pitchFamily="34" charset="-122"/>
                <a:cs typeface="Aptos" pitchFamily="34" charset="-120"/>
              </a:rPr>
              <a:t>FedRAMP: Cloud security authorization context for systems handling sensitive government data.</a:t>
            </a:r>
            <a:endParaRPr lang="en-US" sz="1280" dirty="0"/>
          </a:p>
          <a:p>
            <a:r>
              <a:rPr lang="en-US" sz="1280" dirty="0">
                <a:solidFill>
                  <a:srgbClr val="17364A"/>
                </a:solidFill>
                <a:latin typeface="Aptos" pitchFamily="34" charset="0"/>
                <a:ea typeface="Aptos" pitchFamily="34" charset="-122"/>
                <a:cs typeface="Aptos" pitchFamily="34" charset="-120"/>
              </a:rPr>
              <a:t>NIH Tribal Health Research Office: Tribal data governance and tribal sovereignty considerations.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Tiered Data Use for AI</dc:title>
  <dc:subject>Tiered Data Use for AI learning module</dc:subject>
  <dc:creator>Paula Soper</dc:creator>
  <cp:lastModifiedBy>Paula Soper</cp:lastModifiedBy>
  <cp:revision>1</cp:revision>
  <dcterms:created xsi:type="dcterms:W3CDTF">2026-07-09T20:18:52Z</dcterms:created>
  <dcterms:modified xsi:type="dcterms:W3CDTF">2026-07-09T20:18:52Z</dcterms:modified>
</cp:coreProperties>
</file>