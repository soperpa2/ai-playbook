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220 AI Project Management and Implementation Planning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program-management, operations-and-data-quality, technical-architecture, public-health-executive-leadership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this tool to complete or strengthen the practical exercise for the module using fictional, de-identified, or generalized.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major phases of an AI implementation project.
Develop an AI project charter that includes scope, objectives, roles, risks, dependencies, and governance gates.
Identify implementation dependencies across data, systems, privacy, security, procurement, workflow, training, and evaluation.
Create a launch readiness checklist for an AI-supported workflow.
Plan transition from pilot to operations, including ownership, monitoring, maintenance, and sustainability.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projects require disciplined implementation planning because they combine technology, data, governance, workflow change, training, validation, procurement, security, and evaluation. A project that appears small, such as adding an AI summarization tool, may still require data access decisions, system integration, human review design, communications planning, and post-launch monitoring. Public health agencies need project management methods that account for these dependencies before implementation begins.
This module teaches program managers, product owners, implementation leads, and technical staff how to structure AI initiatives from concept through deployment and operations. The focus is on practical project controls: charters, milestones, governance gates, risk logs, stakeholder engagement, testing, training, launch readiness, and transition to operations.
Strong AI project management helps agencies avoid pilots that never scale, tools that are deployed without ownership, and vendor-led projects that outpace governance or public health readiness. It also helps leadership understand what resources are needed for safe and sustainable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plans to pilot an AI tool that drafts summaries of incoming case reports. The project plan identifies governance approval, data access, system integration, validation, user training, SOP development, incident response, and monitoring as required workstreams. The project cannot launch simply because the tool works in a demonstration. It must pass readiness checks showing that staff know how to review the output, errors can be reported, and the tool is monitored after launch.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project planning should begin with a charter that defines the use case and sets boundaries. The charter should explain the public health problem, intended users, expected benefits, data involved, systems affected, approved use, prohibited use, and success measures. It should also identify the sponsor, product owner, implementation lead, technical lead, privacy or legal contacts, security contact, evaluation lead, and operational owner.
Implementation should be organized into phases. Early phases usually include discovery, intake, feasibility review, governance approval, and business analysis. Middle phases include design, procurement or configuration, data access setup, integration, validation, workflow design, SOP development, and training. Later phases include user acceptance testing, launch readiness review, deployment, monitoring, and transition to operations. Governance gates should be placed between phases to prevent premature launch.
AI project risk management should be more detailed than a general project risk log. Risks may include poor data quality, unavailable interfaces, unclear authority, model performance problems, vendor delays, privacy concerns, security vulnerabilities, staff resistance, workflow burden, community trust concerns, and sustainability gaps. Each risk should have an owner, mitigation plan, status, and escalation threshold.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Transition to operations is often neglected. A pilot may show promise, but routine use requires support, monitoring, maintenance, budget, staff training, user feedback, incident response, and periodic review. The project plan should define when the implementation team ends and who becomes responsible for ongoing operations.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Pilots launching without governance approval or operational ownership.
Project plans overlooking data, privacy, security, workflow, or training dependencies.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Vendors controlling implementation timelines without agency readiness gates.
No transition plan from pilot to routine operations.
Success measured only by deployment rather than public health value and safe use.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an AI-specific project charter and risk log.
Define governance gates before implementation begins.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Create separate workstreams for data, technology, governance, workflow, training, validation, and evaluation.
Require launch readiness review before deployment.
Document transition to operations and sustainability responsibilities.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project charter and implementation plan for one proposed AI-supported public health workflow. Include project purpose, scope, objectives, roles, governance gates, milestones, workstreams, dependencies, risks, launch readiness criteria, and transition-to-operations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charter
Implementation workplan
AI-specific risk log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Launch readiness checklist
Transition-to-operations plan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project charter
Implementation workplan
AI-specific risk log
Launch readiness checklist
Transition-to-operations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distinguishes AI project management from ordinary software implementation?
2. What is a governance gate?
3. Which item belongs in an AI project charter?
4. Why is transition to operations important?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Project Management and Implementation Planning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projects require disciplined implementation planning because they combine.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project that appears small, such as adding an AI summarization tool, may.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need project management methods that account for.</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Program Management Role-Based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this tool to complete or.</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the major phases of an AI implementation project.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an AI project charter that includes scope, objectives, roles, risks,.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implementation dependencies across data, systems, privacy,.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the major phases of an AI implementation project.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Develop an AI project charter that includes scope,.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implementation dependencies across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launch readiness checklist for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projects require disciplined implementation planning because they combine.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project that appears small, such as adding an AI summarization tool,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need project management methods that account for.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projects require disciplined implementation planning because they combine.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plans to pilot an AI tool that drafts summaries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plan identifies governance approval, data access, system.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cannot launch simply because the tool works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plans to pilot an AI tool that drafts summaries of.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project plan identifies governance approval,.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must pass readiness checks showing that staff.</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planning should begin with a charter that defines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charter should explain the public health problem, intended users,.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also identify the sponsor, product owner, implementation lead,.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planning should begin with a charter that defines the use case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Transition to operations is often neglected.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pilot may show promise, but routine use requires support, monitoring,.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plan should define when the implementation team ends and who.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Transition to operations is often neglected.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Risks and failure modes include the following: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Pilots launching without governance approval or operational ownership.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Project plans overlooking data, privacy, security, workflow, or training.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Risks and failure modes include the following: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Risks and failure modes include the following: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Pilots launching without governance approval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Project plans overlooking data, privacy,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Vendors controlling implementation timelines without agency readiness gates.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No transition plan from pilot to routine operations.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Success measured only by deployment rather than public health value and safe.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Vendors controlling implementation timelines without agency readiness gates.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Vendors controlling implementation timelines.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No transition plan from pilot to routine operations.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Success measured only by deployment rather than.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Recommended guardrails include the following: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an AI-specific project charter and risk log.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Define governance gates before implementation begins.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Recommended guardrails include the following: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Recommended guardrails include the following: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an AI-specific project charter and risk log.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Define governance gates before implementation.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separate workstreams for data, technology, governance,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 launch readiness review before deployment.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transition to operations and sustainability responsibilities.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separate workstreams for data, technology, governance,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separate workstreams for data, technology,.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Require launch readiness review before deployment.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transition to operations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your agency, program, or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staff roles would need to understand or apply this concept before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could go wrong if this topic is not addressed before implementation?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your agency,.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staff roles would need to understand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could go wrong if this topic is not addressed.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evidence would governance, leadership, or operations staff need before.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policy, data, equity, privacy, security, or workflow questions remain.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evidence would governance, leadership, or operations staff need before.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evidence would governance, leadership,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policy, data, equity, privacy, security,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 project charter and implementation plan for one proposed.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project purpose, scope, objectives, roles, governance gates,.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 project charter and implementation plan for one proposed.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an AI project charter and implementation.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project purpose, scope, objectives, roles,.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charter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Implementation workplan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AI-specific risk log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charter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project charter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Implementation workplan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AI-specific risk log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Launch readiness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Transition-to-operations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Launch readiness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Launch readiness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Transition-to-operations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charter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Implementation workplan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AI-specific risk log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charter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Launch readiness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Transition-to-operations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distinguishes AI project management from ordinary software.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 governance gate?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item belongs in an AI project charter?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distinguishes AI project management from ordinary software implementation?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distinguishes AI project management from.</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guidance for LLM application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policies for privacy, cybersecurity,.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Project Management and Implementation Planning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Relevant public health program SOPs, data governance documentation,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Relevant public health program SOPs, data governance documentation,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Relevant public health program SOPs, data.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Project Management and Implementation Planning</dc:title>
  <dc:subject>AI Project Management and Implementation Planning learning module</dc:subject>
  <dc:creator>Paula Soper</dc:creator>
  <cp:lastModifiedBy>Paula Soper</cp:lastModifiedBy>
  <cp:revision>1</cp:revision>
  <dcterms:created xsi:type="dcterms:W3CDTF">2026-07-14T04:35:33Z</dcterms:created>
  <dcterms:modified xsi:type="dcterms:W3CDTF">2026-07-14T04:35:33Z</dcterms:modified>
</cp:coreProperties>
</file>