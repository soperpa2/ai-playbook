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1F7FB"/>
          </a:solidFill>
          <a:ln w="12700">
            <a:solidFill>
              <a:srgbClr val="F1F7F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0" y="256032"/>
            <a:ext cx="320040" cy="6601968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85800" y="960120"/>
            <a:ext cx="1463040" cy="329184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85800" y="1463040"/>
            <a:ext cx="996696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Executive AI Decision Rights and Accountability</a:t>
            </a:r>
            <a:endParaRPr lang="en-US" sz="3400" dirty="0"/>
          </a:p>
        </p:txBody>
      </p:sp>
      <p:sp>
        <p:nvSpPr>
          <p:cNvPr id="7" name="Text 5"/>
          <p:cNvSpPr/>
          <p:nvPr/>
        </p:nvSpPr>
        <p:spPr>
          <a:xfrm>
            <a:off x="713232" y="3017520"/>
            <a:ext cx="786384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4160520"/>
            <a:ext cx="9875520" cy="685800"/>
          </a:xfrm>
          <a:prstGeom prst="roundRect">
            <a:avLst>
              <a:gd name="adj" fmla="val 1066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4270248"/>
            <a:ext cx="96012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Course level: advanced/leadership  •  Prepared for Codex pairing with module JSON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685800" y="6199632"/>
            <a:ext cx="8046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Learning Objectives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6675120" cy="44805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Explain why AI accountability must be assigned to people and roles rather than to tools or vendors.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Identify executive, program, technical, privacy, legal, security, and governance responsibilities for AI decisions.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decision-rights matrix for AI use case approval, risk acceptance, monitoring, escalation, and retirement.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Distinguish between consultative input, approval authority, and operational ownership.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Define accountability expectations for vendor-supported AI tools and internally developed tools.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7635240" y="1600200"/>
            <a:ext cx="3840480" cy="1828800"/>
          </a:xfrm>
          <a:prstGeom prst="roundRect">
            <a:avLst>
              <a:gd name="adj" fmla="val 4000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772400" y="1709928"/>
            <a:ext cx="3566160" cy="1645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expectation: Decision-rights matrix; RACI table; risk acceptance thresholds; escalation authority list.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7635240" y="3749040"/>
            <a:ext cx="3840480" cy="1234440"/>
          </a:xfrm>
          <a:prstGeom prst="roundRect">
            <a:avLst>
              <a:gd name="adj" fmla="val 5926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7772400" y="3858768"/>
            <a:ext cx="356616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track: Public Health Executive Leadership Track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Codex key: exe-400-executive-ai-decision-rights-and-accountability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Why This Matters for Public Health AI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2062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systems can distribute responsibility across many actors.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vendor may provide the model, IT may manage access, a program may define the workflow, an epidemiologist may review the output, and leadership may…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Without a formal accountability model, each actor may assume that another party is responsible for validation, monitoring, public explanation, or…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Clear decision rights support trust and speed.</a:t>
            </a:r>
            <a:endParaRPr lang="en-US" sz="1700" dirty="0"/>
          </a:p>
          <a:p>
            <a:r>
              <a:rPr lang="en-US" sz="17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leaders know which decisions they own, they can act quickly when a tool performs poorly, when a privacy concern emerges, or when a…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85800" y="5715000"/>
            <a:ext cx="10698480" cy="502920"/>
          </a:xfrm>
          <a:prstGeom prst="roundRect">
            <a:avLst>
              <a:gd name="adj" fmla="val 14545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824728"/>
            <a:ext cx="10424160" cy="320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Instructional focus: connect the technical idea to public health purpose, workflow risk, equity, accountability, and operational decision-making.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Core Concepts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Key terms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Explain why AI accountability must be assigned to people and roles rather than to tools or vendors.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Identify executive, program, technical, privacy, legal, security, and governance responsibilities for AI decisions.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Create a decision-rights matrix for AI use case approval, risk acceptance, monitoring, escalation, and retirement.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What learners should apply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Distinguish between consultative input, approval authority, and operational ownership.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Apply: Define accountability expectations for vendor-supported AI tools and internally developed tools.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Public Health Application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Example workflow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85800" y="1810512"/>
            <a:ext cx="493776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local health department implements an AI-assisted tool to classify incoming environmental health complaints by topic and urgency.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vendor configured the model, IT manages access, environmental health staff review the queue, and the program director owns the workflow.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complaint is misclassified and a serious housing-related concern is not routed for timely follow-up.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decision-rights matrix helps the agency respond.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6089904" y="1417320"/>
            <a:ext cx="0" cy="466344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46520" y="141732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AI-supported use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492240" y="1810512"/>
            <a:ext cx="4892040" cy="425196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generative AI, decision rights should clarify who approves public release of AI-assisted content.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predictive analytics, leaders should decide whether the score may inform resource allocation or only support review.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agentic AI, decision rights should define who authorizes system actions, rollback procedures, and changes to permissions.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Accountability should remain tied to public health roles and legal authority.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3" name="Text 11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Technical and Operational Deep Dive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698480" cy="46634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 rights should be defined across the full AI lifecycle.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ideation, leadership may decide whether a use case aligns with agency priorities.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review, governance may decide whether the use case is low, moderate, or high risk.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procurement, authorized officials decide whether vendor claims, contract language, and technical requirements are sufficient.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implementation, program and technical owners decide whether acceptance criteria have been met.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During operations, defined owners decide whether monitoring results require adjustment, escalation, or retirement.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9" name="Text 7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Risks, Failure Modes, and Guardrails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7315200" cy="4297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risk is accountability diffusion.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When everyone is involved but no one is accountable, important concerns may go unresolved.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guardrail is to assign a named program owner and governance owner for every AI use case.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Another risk is inappropriate risk acceptance by staff who lack authority.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frontline supervisor may feel pressure to continue a tool despite known concerns.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8412480" y="1645920"/>
            <a:ext cx="2834640" cy="2377440"/>
          </a:xfrm>
          <a:prstGeom prst="roundRect">
            <a:avLst>
              <a:gd name="adj" fmla="val 3077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549640" y="1755648"/>
            <a:ext cx="2560320" cy="2194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Guardrail pattern: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Name the risk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Define the review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Assign an owner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Monitor after launch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Practical Exercise and Resources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5120640" cy="20116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Create a decision-rights matrix for one AI use case.</a:t>
            </a:r>
            <a:endParaRPr lang="en-US" sz="1500" dirty="0"/>
          </a:p>
          <a:p>
            <a:r>
              <a:rPr lang="en-US" sz="15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Include approval, data access, validation, launch, monitoring, incident escalation, risk acceptance, public communication, and retirement.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685800" y="3657600"/>
            <a:ext cx="512064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F5F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Expected evidence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85800" y="3977640"/>
            <a:ext cx="5120640" cy="15544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4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Decision-rights matrix; RACI table; risk acceptance thresholds; escalation authority list.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400800" y="1417320"/>
            <a:ext cx="49377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9A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References and resources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6446520" y="1737360"/>
            <a:ext cx="4754880" cy="283464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Artificial Intelligence Risk Management Framework (AI RMF 1.0)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Generative AI Profile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NIST Privacy Framework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CDC Public Health Data Strategy and Data Modernization resources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WHO Ethics and Governance of Artificial Intelligence for Health</a:t>
            </a:r>
            <a:endParaRPr lang="en-US" sz="1300" dirty="0"/>
          </a:p>
          <a:p>
            <a:r>
              <a:rPr lang="en-US" sz="13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OMB Memorandum M-24-10 on federal AI governance, risk management, and innovation, where…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400800" y="4983480"/>
            <a:ext cx="4754880" cy="658368"/>
          </a:xfrm>
          <a:prstGeom prst="roundRect">
            <a:avLst>
              <a:gd name="adj" fmla="val 11111"/>
            </a:avLst>
          </a:prstGeom>
          <a:solidFill>
            <a:srgbClr val="E7F6F8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37960" y="5093208"/>
            <a:ext cx="448056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note: confirm applicable legal, privacy, procurement, civil rights, records, and agency requirements before implementation.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2395B"/>
          </a:solidFill>
          <a:ln w="12700">
            <a:solidFill>
              <a:srgbClr val="12395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11480" y="246888"/>
            <a:ext cx="1097280" cy="256032"/>
          </a:xfrm>
          <a:prstGeom prst="rect">
            <a:avLst/>
          </a:prstGeom>
          <a:solidFill>
            <a:srgbClr val="12395B"/>
          </a:solidFill>
          <a:ln>
            <a:solidFill>
              <a:srgbClr val="12395B"/>
            </a:solidFill>
          </a:ln>
        </p:spPr>
        <p:txBody>
          <a:bodyPr wrap="square" lIns="508" tIns="508" rIns="508" bIns="508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627632" y="246888"/>
            <a:ext cx="52120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F6B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Public Health Executive Leadership Track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11480" y="594360"/>
            <a:ext cx="1106424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2395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Check Preview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411480" y="1143000"/>
            <a:ext cx="11064240" cy="0"/>
          </a:xfrm>
          <a:prstGeom prst="line">
            <a:avLst/>
          </a:prstGeom>
          <a:noFill/>
          <a:ln w="12700">
            <a:solidFill>
              <a:srgbClr val="EEF2F5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85800" y="1417320"/>
            <a:ext cx="10515600" cy="3383280"/>
          </a:xfrm>
          <a:prstGeom prst="rect">
            <a:avLst/>
          </a:prstGeom>
          <a:noFill/>
          <a:ln/>
        </p:spPr>
        <p:txBody>
          <a:bodyPr wrap="square" lIns="762" tIns="762" rIns="762" bIns="762" rtlCol="0" anchor="t">
            <a:normAutofit/>
          </a:bodyPr>
          <a:lstStyle/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1. What is the strongest reason this module topic belongs in AI leadership and governance training?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2. Which practice best supports accountable public health AI governance?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3. When should an AI use case be escalated for leadership or governance review?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4. What is weak evidence of completion for a leadership and governance module?</a:t>
            </a:r>
            <a:endParaRPr lang="en-US" sz="1600" dirty="0"/>
          </a:p>
          <a:p>
            <a:r>
              <a:rPr lang="en-US" sz="160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5. What should leaders do when an AI use case has meaningful benefits but unresolved risks?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85800" y="5166360"/>
            <a:ext cx="1051560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0E8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22960" y="5276088"/>
            <a:ext cx="10241280" cy="475488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17212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For learner-facing slides, hide correct answers. For facilitator notes or template ingestion, use the JSON source as the authoritative answer key.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6565392"/>
            <a:ext cx="53035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Playbook and Toolkit for Public Health Departments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10424160" y="6565392"/>
            <a:ext cx="1325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8793A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 400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PHI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EXE 400: Executive AI Decision Rights and Accountability</dc:title>
  <dc:subject>Public Health AI Curriculum</dc:subject>
  <dc:creator>AI Playbook and Toolkit for Public Health Departments</dc:creator>
  <cp:lastModifiedBy>AI Playbook and Toolkit for Public Health Departments</cp:lastModifiedBy>
  <cp:revision>1</cp:revision>
  <dcterms:created xsi:type="dcterms:W3CDTF">2026-07-09T22:50:09Z</dcterms:created>
  <dcterms:modified xsi:type="dcterms:W3CDTF">2026-07-09T22:50:09Z</dcterms:modified>
</cp:coreProperties>
</file>