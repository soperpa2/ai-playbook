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 policy,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creating, approving,.</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creating, approving,.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2026-07-12T20:16:00Z</dcterms:created>
  <dcterms:modified xsi:type="dcterms:W3CDTF">2026-07-12T20:16:00Z</dcterms:modified>
</cp:coreProperties>
</file>