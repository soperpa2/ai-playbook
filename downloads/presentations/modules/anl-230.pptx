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geospatial AI and spatial epidemiology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how geocoding, aggregation, spatial scale, and data quality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privacy and re-identification risks related to location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how geocoding, aggregation, spatial scale,.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spatial bias, modifiable areal unit.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guardrails for AI-supported spatial.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geospatial AI readiness worksheet for a public health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geospatial AI readiness worksheet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combines spatial data, geographic analysis, and AI methods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spatial analysis is already central to outbreak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strengthen these activities when it helps detect clusters, estimate.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combines spatial data, geographic analysis, and AI methods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matters because public health decisions are often place-based.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decide where to conduct outreach, deploy mobile services, inspect.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spatial tools can help analyze large volumes of geographic.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AI-supported geospatial analysis to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may combine immunization coverage, school locations, transportation.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output may recommend priority areas for outreach and clinic placement.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AI-supported geospatial analysis to identify areas.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use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may combine immunization coverage, school.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workflow can advance equity if it identifies.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begins with location data, and location data are rarely perfect.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Addresses may be missing, misspelled, outdated, rural route-based,.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People experiencing homelessness, migration, displacement, incarceration,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models may use spatial proxies for social conditions.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Social vulnerability, deprivation, rurality, housing burden, transportation.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also be misused if they stigmatize communities or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Social vulnerability, deprivation, rurality,.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use these indicators to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protection should be planned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Geocoding bias.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populations and locations are harder to geocode accurately.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geocoding quality checks, manual review for unmatched.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Geocoding bias.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geocoding quality checks,.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Small-area privacy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Detailed maps can reveal sensitive patterns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Stigmatizing communities.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Maps can unintentionally label communities as problems.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equity framing, community engagement, careful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Stigmatizing communities.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Stigmatizing communities.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Maps can unintentionally label communities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equity framing,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may support predictive analytics, emergency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summarize spatial patterns for leaders, but it must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tools may retrieve local plans, maps, and protocols, while agentic.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may support predictive analytics, emergency response, inspection.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may support predictive analytics,.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may summarize spatial patterns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tools may retrieve local plans, maps,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location data are used, and how complete and accurate are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geographic unit best matches the public health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Could missing or poor-quality location data affect certain populations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location data are used, and how complete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geographic unit best matches the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Could missing or poor-quality location data affect.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privacy safeguards are needed for internal and public maps?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community context be included before action is taken?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privacy safeguards are needed for internal.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community context be included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geospatial AI readiness worksheet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public health question, location data sources, geocoding method,.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identify at least one way the map could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public health question, location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worksheet should identify at least one way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interpretation and limitations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Privacy and suppression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readiness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interpretation and limitations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and suppression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Community context and action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Community context and action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Community context and action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interpretation and limitations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Privacy and suppression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readiness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interpretation and limitations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and suppression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geocoding?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can maps create misleading impressions?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the modifiable areal unit problem?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geocoding?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geocoding?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GIS and Public Health Resources: https://www.cdc.gov/gis/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 https://www.nist.gov/privacy-framework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GIS and Public Health Resources: https://www.cdc.gov/gis/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2026-07-14T04:35:30Z</dcterms:created>
  <dcterms:modified xsi:type="dcterms:W3CDTF">2026-07-14T04:35:30Z</dcterms:modified>
</cp:coreProperties>
</file>