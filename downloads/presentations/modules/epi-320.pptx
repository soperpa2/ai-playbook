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320 Ethical Use of AI in Resource Prioritization and Field Response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policy, public-health-executive-leadership, ai-for-social-good, governance-security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ethical use of ai in resource prioritization and field response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Ethical Use of AI in Resource Prioritization and Field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AI-supported prioritization of field response, outreach, and scarce resources.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ethical use of ai in resource prioritization and field response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Ethical Use of AI in Resource Prioritization and Field Response artifact
Role and responsibility table
Risk and safeguard summary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Ethical Use of AI in Resource Prioritization and Field Response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ethical use of ai in resource prioritization and field response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Ethical Use of AI in Resource Prioritization and Field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AI-supported prioritization of field response,.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Epidemiology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ethical use of ai in resource prioritization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ethical use of ai in resource prioritization and field.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the purpose of ethical use of ai in.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equity, privacy, security,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practical artifact that supports.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focuses on AI-supported prioritization of field response,.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focuses on AI-supported prioritization of field response, outreach,.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It is designed for public health staff who must.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helps learners move beyond general.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emphasizes paragraph-based reasoning, defined.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Decision right: The authority to approve, deny, modify, pause, or escalate.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Evidence artifact: A document, log, checklist, test result, approval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Escalation pathway: A defined route for raising concerns to the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 escalate an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Decision right: The authority to approve, deny,.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Evidence artifact: A document, log,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Accountability owner: The person or role.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Ethical Use of AI in Resource Prioritization and Field Response matters.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structured approach, staff may rely on informal practices,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operate under legal authorities,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Ethical Use of AI in Resource Prioritization and Field Response matters because.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Ethical Use of AI in Resource Prioritization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Without a structured approach, staff may rely 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operate under legal.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is preparing to use AI in a workflow related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treats the tool as a helpful efficiency aid, but.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responds by creating a clear artifact that defines intended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 related to.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is preparing to use AI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team initially treats the tool as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responds by creating a clear artifact.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who is affected, what data are used, what AI output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the module from becoming abstract and anchors the work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who is affected, what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second step is to assign responsibilities.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AI-supported workflows often cross program, IT,.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risks can change when data sources, models, vendors, policies, users,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define review intervals and change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topic applies across generative AI, predictive analytics, NLP, RAG,.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the data, the more consequential the output, or the more.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 NLP, RAG,.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decision or workflow does this topic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or pause the 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decision or workflow does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or pause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the workflow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know when the workflow needs to be revised?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equity, privacy, legal, security, 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know when the workflow needs.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practical ethical use of ai in resource prioritization and field.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define the use case, affected roles,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ethical use of ai in resource prioritization and field.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practical ethical use of ai in resource.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artifact should define the use case, affected.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Ethical Use of AI in Resource Prioritization and Field Response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Ethical Use of AI in Resource Prioritization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Risk and safeguard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monitoring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Approval or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Ethical Use of AI in Resource Prioritization and Field Response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strongest evidence that ethical use of ai in resource.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strongest evidence that ethical use of ai in resource.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strongest evidence that ethical use of.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Use of AI in Resource Prioritization and Field Response</dc:title>
  <dc:subject>Ethical Use of AI in Resource Prioritization and Field Response learning module</dc:subject>
  <dc:creator>Paula Soper</dc:creator>
  <cp:lastModifiedBy>Paula Soper</cp:lastModifiedBy>
  <cp:revision>1</cp:revision>
  <dcterms:created xsi:type="dcterms:W3CDTF">2026-07-13T03:02:46Z</dcterms:created>
  <dcterms:modified xsi:type="dcterms:W3CDTF">2026-07-13T03:02:46Z</dcterms:modified>
</cp:coreProperties>
</file>