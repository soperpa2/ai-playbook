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AI Policy Landscape and Regulatory Readiness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categories of law, policy, standards, and guidance that may affect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regulatory readiness requires monitoring, interpretation, documentation, and policy maintenance.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binding requirements, agency policy, professional guidance, standards, and best practices.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policy scan process for AI-related developments.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 regulatory readiness memo or policy update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policy scan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Policy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pol-300-public-health-ai-policy-landscape-and-regulatory-readiness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readiness: The ability to identify, interpret, document, and respond to legal and policy requirements that affect AI use.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landscape: The collection of laws, regulations, executive actions, standards, guidance, and organizational policies…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 requirement: A legal, contractual, or policy obligation the agency must follow.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scan: A structured review of external and internal developments that may require policy or practice changes.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evidence: Documentation showing how an agency met a requirement or followed an approved process.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health department is considering AI tools for translation, complaint triage, and case note summarization.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scan identifies privacy, public records, procurement, accessibility, cybersecurity, and civil rights considerations.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creates a readiness memo that distinguishes existing requirements from emerging guidance, recommends interim safeguards, and…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readiness begins by identifying relevant domains rather than looking for a single AI law.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AI may be affected by health privacy rules, state confidentiality laws, public records requirements, procurement standards,…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AI-specific policy should be layered onto this existing policy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distinguish between different levels of authority.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statute, regulation, contract clause, grant requirement, executive order, agency policy, professional guideline, and technical standard…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nonbinding guidance can still be important because it may reflect emerging expectations for responsible practice, risk…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Assuming there is no policy risk because there is no single AI statute.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nonbinding guidance as irrelevant even when it reflects expected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Failing to update internal policies after legal, procurement, privacy, or cybersecurity changes.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Allowing vendors to define compliance obligations without agency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public health AI policy scan and regulatory readiness memo.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relevant policy domains, sources to monitor, current agency policy gaps, likely operational implications, recommended interim…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policy scan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readiness memo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Policy-domain crosswalk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policy updates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does regulatory readiness mean in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statement is most accurate?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a policy scan?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happen after a policy change affects AI use?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 300: Public Health AI Policy Landscape and Regulatory Readiness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