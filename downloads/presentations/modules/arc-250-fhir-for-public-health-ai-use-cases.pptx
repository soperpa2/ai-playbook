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250 FHIR for Public Health AI Use Cases
FHIR is increasingly important for public health because it supports structured, API-based access to health data. Public health staff do not need to become FHIR developers to participate in AI planning, but they do need to understand what FHIR can and cannot provide. This module explains how FHIR resources, profiles, implementation guides, and APIs may support AI-enabled public health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FHIR is increasingly important for public health because it supports structured, API-based access to health data. Public health staff do not need to become FHIR developers to participate in AI planning, but they do need to understand what FHIR can and cannot provide. This module explains how FHIR resources, profiles, implementation guides, and APIs may support AI-enabled public health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FHIR in practical public health terms.
Identify FHIR resources commonly relevant to public health AI use cases.
Explain the role of profiles, implementation guides, and APIs.
Assess whether FHIR-accessible data are complete and fit for a specific use case.
Produce a FHIR data needs worksheet for an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FHIR is increasingly important for public health because it supports structured, API-based access to health data. Public health staff do not need to become FHIR developers to participate in AI planning, but they do need to understand what FHIR can and cannot provide. This module explains how FHIR resources, profiles, implementation guides, and APIs may support AI-enabled public health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FHIR matters for AI because it may make clinical and public health data more accessible, modular, and reusable. A FHIR API can allow an approved application to request specific resources, such as Patient, Observation, Condition, DiagnosticReport, Immunization, Encounter, Organization, or Task. This can support case summaries, decision support, cohort identification, immunization review, referral workflows, or public health reporting.
However, FHIR is not magic. A system may support FHIR but expose only certain data elements, use local extensions, omit important context, or require complex authorization. A vendor may say the product is FHIR-compatible while supporting only a narrow subset of resources. Public health staff need to ask whether the actual data required for the workflow are available, coded correctly, timely, and authorized for use.
FHIR use also raises governance questions. API access can make data retrieval easier, but easier retrieval does not remove privacy, minimum necessary, consent, legal authority, or public health reporting considerations. AI tools using FHIR data should have clear intended use, source traceability, access control,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FHIR resource. A FHIR resource is a structured representation of a type of health information, such as Patient, Observation, Condition, Immunization, Encounter, DiagnosticReport, ServiceRequest, Organization, or Task. AI tools may use combinations of resources to support a workflow.
FHIR profile. A FHIR profile constrains or extends a resource for a specific purpose. Profiles help ensure that systems use resources consistently enough for implementation.
FHIR API. A FHIR API allows approved systems or applications to request, send, or update FHIR resources. API access should be governed through authentication, authorization, scopes, logging, and role-based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US Core. US Core defines profiles for core U.S. clinical data exchange. It can support common data access patterns, but public health workflows may require additional public health-specific profiles or implementation guides.
Implementation guide. A FHIR implementation guide defines how FHIR should be used for a particular use case. Public health IGs help translate general resources into operational exchange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want an AI tool to summarize relevant EHR information for a case investigation. The tool might need Patient, Encounter, Condition, Observation, DiagnosticReport, MedicationRequest, and Practitioner or Organization resources. Staff need to verify whether the source system can provide these resources, whether the data include required dates and terminology, and whether the AI output cites the source data used.
An immunization use case may need Patient and Immunization resources, along with vaccine codes, dates, lot information, and dose context. If the FHIR source lacks historical immunizations or has incomplete patient matching, the AI tool may incorrectly identify gaps. The FHIR workflow must therefore be assessed for completeness, not just technical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FHIR planning should begin with the use case rather than the technology. Staff should identify the public health decision or task, the data elements required, the FHIR resources that may contain those elements, the systems that expose those resources, and the authorization pathway. This prevents over-general claims about FHIR from substituting for a concrete data needs analysis.
Profiles and implementation guides matter because general resources can be used in different ways. A public health workflow may need specific required elements, value sets, extensions, or constraints. A FHIR resource that is technically valid may still lack a field required for surveillance, case investigation, or decision support.
Validation should test realistic workflows. Staff should verify not only that an API returns data, but that the returned data are complete, current, correctly coded, and usable in the AI-supported task. Testing should include missing data, conflicting data, multiple encounters, historical records, and user review of source traceability.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FHIR-compatible but incomplete. A product may support FHIR but not the data needed for the public health use case. Guardrails include data needs worksheets, test queries, and acceptance criteria.
Overbroad API access. AI tools may request more data than needed. Guardrails include scoped access, minimum necessary review, and audit logs.
Source traceability gaps. AI outputs may summarize FHIR data without showing which resources supported the output. Guardrails include source citations, resource identifiers, and user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Write-back risk. FHIR APIs may support updates or task creation. Guardrails include human approval, restricted permissions, sandbox testing, and rollback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can use FHIR data to draft case or patient summaries, but the output should be grounded in visible source resources. Predictive analytics may use features derived from FHIR resources, which requires stable extraction and monitoring. RAG may combine FHIR-derived facts with agency guidance. Agentic workflows may create Tasks or update statuses, making permissions and approval steps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public health workflows could benefit from structured FHIR data?
Which data elements are required for the workflow?
Are those elements available through FHIR in the source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profiles or implementation guides apply?
How will staff verify that the AI tool used the correct FHIR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FHIR data needs worksheet for one AI-supported public health use case. Include the use case, required data elements, relevant FHIR resources, source systems, API method, terminology requirements, validation questions, human review point, and documentation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FHIR data needs worksheet
List of relevant FHIR resources
Vendor or implementation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Validation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FHIR data needs worksheet
List of relevant FHIR resources
Vendor or implementation questions
Validation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 FHIR resource?
2. Why does FHIR matter for AI-supported public health workflows?
3. What should staff verify when a vendor says a product is FHIR-compatible?
4. Which FHIR resource is commonly relevant to lab observations?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HL7 FHIR resources: https://hl7.org/fhir/
HL7 US Core Implementation Guide: https://build.fhir.org/ig/HL7/US-Core/
HL7 eCR FHIR Implementation Guide: https://hl7.org/fhir/us/ecr/
US Public Health Profiles Library
ONC USCDI resources: https://isp.healthit.gov/united-states-core-data-interoperability-uscdi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250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FHIR for Public Health AI Use Cases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FHIR is increasingly important for public health because it supports structured, API-based access to health data.</a:t>
            </a:r>
            <a:endParaRPr lang="en-US" sz="2100" dirty="0"/>
          </a:p>
          <a:p>
            <a:r>
              <a:rPr lang="en-US" sz="2100" dirty="0">
                <a:solidFill>
                  <a:srgbClr val="17364A"/>
                </a:solidFill>
                <a:latin typeface="Aptos" pitchFamily="34" charset="0"/>
                <a:ea typeface="Aptos" pitchFamily="34" charset="-122"/>
                <a:cs typeface="Aptos" pitchFamily="34" charset="-120"/>
              </a:rPr>
              <a:t>Public health staff do not need to become FHIR developers to participate in AI planning, but they do need to.</a:t>
            </a:r>
            <a:endParaRPr lang="en-US" sz="2100" dirty="0"/>
          </a:p>
          <a:p>
            <a:r>
              <a:rPr lang="en-US" sz="2100" dirty="0">
                <a:solidFill>
                  <a:srgbClr val="17364A"/>
                </a:solidFill>
                <a:latin typeface="Aptos" pitchFamily="34" charset="0"/>
                <a:ea typeface="Aptos" pitchFamily="34" charset="-122"/>
                <a:cs typeface="Aptos" pitchFamily="34" charset="-120"/>
              </a:rPr>
              <a:t>This module explains how FHIR resources, profiles, implementation guides, and APIs may support AI-enabled public.</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FHIR in practical public health terms.</a:t>
            </a:r>
            <a:endParaRPr lang="en-US" sz="2100" dirty="0"/>
          </a:p>
          <a:p>
            <a:r>
              <a:rPr lang="en-US" sz="2100" dirty="0">
                <a:solidFill>
                  <a:srgbClr val="17364A"/>
                </a:solidFill>
                <a:latin typeface="Aptos" pitchFamily="34" charset="0"/>
                <a:ea typeface="Aptos" pitchFamily="34" charset="-122"/>
                <a:cs typeface="Aptos" pitchFamily="34" charset="-120"/>
              </a:rPr>
              <a:t>Identify FHIR resources commonly relevant to public health AI use cases.</a:t>
            </a:r>
            <a:endParaRPr lang="en-US" sz="2100" dirty="0"/>
          </a:p>
          <a:p>
            <a:r>
              <a:rPr lang="en-US" sz="2100" dirty="0">
                <a:solidFill>
                  <a:srgbClr val="17364A"/>
                </a:solidFill>
                <a:latin typeface="Aptos" pitchFamily="34" charset="0"/>
                <a:ea typeface="Aptos" pitchFamily="34" charset="-122"/>
                <a:cs typeface="Aptos" pitchFamily="34" charset="-120"/>
              </a:rPr>
              <a:t>Explain the role of profiles, implementation guides, and APIs.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FHIR in practical public health terms.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FHIR is increasingly important for public health because it supports structured, API-based access to.</a:t>
            </a:r>
            <a:endParaRPr lang="en-US" sz="2100" dirty="0"/>
          </a:p>
          <a:p>
            <a:r>
              <a:rPr lang="en-US" sz="2100" dirty="0">
                <a:solidFill>
                  <a:srgbClr val="17364A"/>
                </a:solidFill>
                <a:latin typeface="Aptos" pitchFamily="34" charset="0"/>
                <a:ea typeface="Aptos" pitchFamily="34" charset="-122"/>
                <a:cs typeface="Aptos" pitchFamily="34" charset="-120"/>
              </a:rPr>
              <a:t>Public health staff do not need to become FHIR developers to participate in AI planning, but they do.</a:t>
            </a:r>
            <a:endParaRPr lang="en-US" sz="2100" dirty="0"/>
          </a:p>
          <a:p>
            <a:r>
              <a:rPr lang="en-US" sz="2100" dirty="0">
                <a:solidFill>
                  <a:srgbClr val="17364A"/>
                </a:solidFill>
                <a:latin typeface="Aptos" pitchFamily="34" charset="0"/>
                <a:ea typeface="Aptos" pitchFamily="34" charset="-122"/>
                <a:cs typeface="Aptos" pitchFamily="34" charset="-120"/>
              </a:rPr>
              <a:t>This module explains how FHIR resources, profiles, implementation guides, and APIs may support.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FHIR is increasingly important for public health because it supports structured, API-based access to.</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FHIR matters for AI because it may make clinical and public health data more accessible, modular, and.</a:t>
            </a:r>
            <a:endParaRPr lang="en-US" sz="2100" dirty="0"/>
          </a:p>
          <a:p>
            <a:r>
              <a:rPr lang="en-US" sz="2100" dirty="0">
                <a:solidFill>
                  <a:srgbClr val="17364A"/>
                </a:solidFill>
                <a:latin typeface="Aptos" pitchFamily="34" charset="0"/>
                <a:ea typeface="Aptos" pitchFamily="34" charset="-122"/>
                <a:cs typeface="Aptos" pitchFamily="34" charset="-120"/>
              </a:rPr>
              <a:t>A FHIR API can allow an approved application to request specific resources, such as Patient,.</a:t>
            </a:r>
            <a:endParaRPr lang="en-US" sz="2100" dirty="0"/>
          </a:p>
          <a:p>
            <a:r>
              <a:rPr lang="en-US" sz="2100" dirty="0">
                <a:solidFill>
                  <a:srgbClr val="17364A"/>
                </a:solidFill>
                <a:latin typeface="Aptos" pitchFamily="34" charset="0"/>
                <a:ea typeface="Aptos" pitchFamily="34" charset="-122"/>
                <a:cs typeface="Aptos" pitchFamily="34" charset="-120"/>
              </a:rPr>
              <a:t>This can support case summaries, decision support, cohort identification, immunization review, referral.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FHIR matters for AI because it may make clinical and public health data more accessible, modular,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FHIR resource.</a:t>
            </a:r>
            <a:endParaRPr lang="en-US" sz="2100" dirty="0"/>
          </a:p>
          <a:p>
            <a:r>
              <a:rPr lang="en-US" sz="2100" dirty="0">
                <a:solidFill>
                  <a:srgbClr val="17364A"/>
                </a:solidFill>
                <a:latin typeface="Aptos" pitchFamily="34" charset="0"/>
                <a:ea typeface="Aptos" pitchFamily="34" charset="-122"/>
                <a:cs typeface="Aptos" pitchFamily="34" charset="-120"/>
              </a:rPr>
              <a:t>A FHIR resource is a structured representation of a type of health information, such as Patient,.</a:t>
            </a:r>
            <a:endParaRPr lang="en-US" sz="2100" dirty="0"/>
          </a:p>
          <a:p>
            <a:r>
              <a:rPr lang="en-US" sz="2100" dirty="0">
                <a:solidFill>
                  <a:srgbClr val="17364A"/>
                </a:solidFill>
                <a:latin typeface="Aptos" pitchFamily="34" charset="0"/>
                <a:ea typeface="Aptos" pitchFamily="34" charset="-122"/>
                <a:cs typeface="Aptos" pitchFamily="34" charset="-120"/>
              </a:rPr>
              <a:t>AI tools may use combinations of resources to support a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FHIR resource.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US Core.</a:t>
            </a:r>
            <a:endParaRPr lang="en-US" sz="2100" dirty="0"/>
          </a:p>
          <a:p>
            <a:r>
              <a:rPr lang="en-US" sz="2100" dirty="0">
                <a:solidFill>
                  <a:srgbClr val="17364A"/>
                </a:solidFill>
                <a:latin typeface="Aptos" pitchFamily="34" charset="0"/>
                <a:ea typeface="Aptos" pitchFamily="34" charset="-122"/>
                <a:cs typeface="Aptos" pitchFamily="34" charset="-120"/>
              </a:rPr>
              <a:t>US Core defines profiles for core U.S. clinical data exchange.</a:t>
            </a:r>
            <a:endParaRPr lang="en-US" sz="2100" dirty="0"/>
          </a:p>
          <a:p>
            <a:r>
              <a:rPr lang="en-US" sz="2100" dirty="0">
                <a:solidFill>
                  <a:srgbClr val="17364A"/>
                </a:solidFill>
                <a:latin typeface="Aptos" pitchFamily="34" charset="0"/>
                <a:ea typeface="Aptos" pitchFamily="34" charset="-122"/>
                <a:cs typeface="Aptos" pitchFamily="34" charset="-120"/>
              </a:rPr>
              <a:t>It can support common data access patterns, but public health workflows may require additional public.</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 Core.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may want an AI tool to summarize relevant EHR information for a case investigation.</a:t>
            </a:r>
            <a:endParaRPr lang="en-US" sz="2100" dirty="0"/>
          </a:p>
          <a:p>
            <a:r>
              <a:rPr lang="en-US" sz="2100" dirty="0">
                <a:solidFill>
                  <a:srgbClr val="17364A"/>
                </a:solidFill>
                <a:latin typeface="Aptos" pitchFamily="34" charset="0"/>
                <a:ea typeface="Aptos" pitchFamily="34" charset="-122"/>
                <a:cs typeface="Aptos" pitchFamily="34" charset="-120"/>
              </a:rPr>
              <a:t>The tool might need Patient, Encounter, Condition, Observation, DiagnosticReport, MedicationRequest,.</a:t>
            </a:r>
            <a:endParaRPr lang="en-US" sz="2100" dirty="0"/>
          </a:p>
          <a:p>
            <a:r>
              <a:rPr lang="en-US" sz="2100" dirty="0">
                <a:solidFill>
                  <a:srgbClr val="17364A"/>
                </a:solidFill>
                <a:latin typeface="Aptos" pitchFamily="34" charset="0"/>
                <a:ea typeface="Aptos" pitchFamily="34" charset="-122"/>
                <a:cs typeface="Aptos" pitchFamily="34" charset="-120"/>
              </a:rPr>
              <a:t>Staff need to verify whether the source system can provide these resources, whether the data include.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may want an AI tool to summarize relevant EHR information for a case investigation.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FHIR planning should begin with the use case rather than the technology.</a:t>
            </a:r>
            <a:endParaRPr lang="en-US" sz="2100" dirty="0"/>
          </a:p>
          <a:p>
            <a:r>
              <a:rPr lang="en-US" sz="2100" dirty="0">
                <a:solidFill>
                  <a:srgbClr val="17364A"/>
                </a:solidFill>
                <a:latin typeface="Aptos" pitchFamily="34" charset="0"/>
                <a:ea typeface="Aptos" pitchFamily="34" charset="-122"/>
                <a:cs typeface="Aptos" pitchFamily="34" charset="-120"/>
              </a:rPr>
              <a:t>Staff should identify the public health decision or task, the data elements required, the FHIR.</a:t>
            </a:r>
            <a:endParaRPr lang="en-US" sz="2100" dirty="0"/>
          </a:p>
          <a:p>
            <a:r>
              <a:rPr lang="en-US" sz="2100" dirty="0">
                <a:solidFill>
                  <a:srgbClr val="17364A"/>
                </a:solidFill>
                <a:latin typeface="Aptos" pitchFamily="34" charset="0"/>
                <a:ea typeface="Aptos" pitchFamily="34" charset="-122"/>
                <a:cs typeface="Aptos" pitchFamily="34" charset="-120"/>
              </a:rPr>
              <a:t>This prevents over-general claims about FHIR from substituting for a concrete data needs analysis.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FHIR planning should begin with the use case rather than the technology.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FHIR-compatible but incomplete.</a:t>
            </a:r>
            <a:endParaRPr lang="en-US" sz="2100" dirty="0"/>
          </a:p>
          <a:p>
            <a:r>
              <a:rPr lang="en-US" sz="2100" dirty="0">
                <a:solidFill>
                  <a:srgbClr val="17364A"/>
                </a:solidFill>
                <a:latin typeface="Aptos" pitchFamily="34" charset="0"/>
                <a:ea typeface="Aptos" pitchFamily="34" charset="-122"/>
                <a:cs typeface="Aptos" pitchFamily="34" charset="-120"/>
              </a:rPr>
              <a:t>A product may support FHIR but not the data needed for the public health use case.</a:t>
            </a:r>
            <a:endParaRPr lang="en-US" sz="2100" dirty="0"/>
          </a:p>
          <a:p>
            <a:r>
              <a:rPr lang="en-US" sz="2100" dirty="0">
                <a:solidFill>
                  <a:srgbClr val="17364A"/>
                </a:solidFill>
                <a:latin typeface="Aptos" pitchFamily="34" charset="0"/>
                <a:ea typeface="Aptos" pitchFamily="34" charset="-122"/>
                <a:cs typeface="Aptos" pitchFamily="34" charset="-120"/>
              </a:rPr>
              <a:t>Guardrails include data needs worksheets, test queries, and acceptance criteria.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FHIR-compatible but incomplete.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Write-back risk.</a:t>
            </a:r>
            <a:endParaRPr lang="en-US" sz="2100" dirty="0"/>
          </a:p>
          <a:p>
            <a:r>
              <a:rPr lang="en-US" sz="2100" dirty="0">
                <a:solidFill>
                  <a:srgbClr val="17364A"/>
                </a:solidFill>
                <a:latin typeface="Aptos" pitchFamily="34" charset="0"/>
                <a:ea typeface="Aptos" pitchFamily="34" charset="-122"/>
                <a:cs typeface="Aptos" pitchFamily="34" charset="-120"/>
              </a:rPr>
              <a:t>FHIR APIs may support updates or task creation.</a:t>
            </a:r>
            <a:endParaRPr lang="en-US" sz="2100" dirty="0"/>
          </a:p>
          <a:p>
            <a:r>
              <a:rPr lang="en-US" sz="2100" dirty="0">
                <a:solidFill>
                  <a:srgbClr val="17364A"/>
                </a:solidFill>
                <a:latin typeface="Aptos" pitchFamily="34" charset="0"/>
                <a:ea typeface="Aptos" pitchFamily="34" charset="-122"/>
                <a:cs typeface="Aptos" pitchFamily="34" charset="-120"/>
              </a:rPr>
              <a:t>Guardrails include human approval, restricted permissions, sandbox testing, and rollback procedures.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Write-back risk.</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can use FHIR data to draft case or patient summaries, but the output should be grounded.</a:t>
            </a:r>
            <a:endParaRPr lang="en-US" sz="2100" dirty="0"/>
          </a:p>
          <a:p>
            <a:r>
              <a:rPr lang="en-US" sz="2100" dirty="0">
                <a:solidFill>
                  <a:srgbClr val="17364A"/>
                </a:solidFill>
                <a:latin typeface="Aptos" pitchFamily="34" charset="0"/>
                <a:ea typeface="Aptos" pitchFamily="34" charset="-122"/>
                <a:cs typeface="Aptos" pitchFamily="34" charset="-120"/>
              </a:rPr>
              <a:t>Predictive analytics may use features derived from FHIR resources, which requires stable extraction and.</a:t>
            </a:r>
            <a:endParaRPr lang="en-US" sz="2100" dirty="0"/>
          </a:p>
          <a:p>
            <a:r>
              <a:rPr lang="en-US" sz="2100" dirty="0">
                <a:solidFill>
                  <a:srgbClr val="17364A"/>
                </a:solidFill>
                <a:latin typeface="Aptos" pitchFamily="34" charset="0"/>
                <a:ea typeface="Aptos" pitchFamily="34" charset="-122"/>
                <a:cs typeface="Aptos" pitchFamily="34" charset="-120"/>
              </a:rPr>
              <a:t>RAG may combine FHIR-derived facts with agency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can use FHIR data to draft case or patient summaries, but the output should be grounded.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public health workflows could benefit from structured FHIR data?</a:t>
            </a:r>
            <a:endParaRPr lang="en-US" sz="2100" dirty="0"/>
          </a:p>
          <a:p>
            <a:r>
              <a:rPr lang="en-US" sz="2100" dirty="0">
                <a:solidFill>
                  <a:srgbClr val="17364A"/>
                </a:solidFill>
                <a:latin typeface="Aptos" pitchFamily="34" charset="0"/>
                <a:ea typeface="Aptos" pitchFamily="34" charset="-122"/>
                <a:cs typeface="Aptos" pitchFamily="34" charset="-120"/>
              </a:rPr>
              <a:t>Which data elements are required for the workflow?</a:t>
            </a:r>
            <a:endParaRPr lang="en-US" sz="2100" dirty="0"/>
          </a:p>
          <a:p>
            <a:r>
              <a:rPr lang="en-US" sz="2100" dirty="0">
                <a:solidFill>
                  <a:srgbClr val="17364A"/>
                </a:solidFill>
                <a:latin typeface="Aptos" pitchFamily="34" charset="0"/>
                <a:ea typeface="Aptos" pitchFamily="34" charset="-122"/>
                <a:cs typeface="Aptos" pitchFamily="34" charset="-120"/>
              </a:rPr>
              <a:t>Are those elements available through FHIR in the source systems?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public health workflows could benefit from structured FHIR data?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profiles or implementation guides apply?</a:t>
            </a:r>
            <a:endParaRPr lang="en-US" sz="2100" dirty="0"/>
          </a:p>
          <a:p>
            <a:r>
              <a:rPr lang="en-US" sz="2100" dirty="0">
                <a:solidFill>
                  <a:srgbClr val="17364A"/>
                </a:solidFill>
                <a:latin typeface="Aptos" pitchFamily="34" charset="0"/>
                <a:ea typeface="Aptos" pitchFamily="34" charset="-122"/>
                <a:cs typeface="Aptos" pitchFamily="34" charset="-120"/>
              </a:rPr>
              <a:t>How will staff verify that the AI tool used the correct FHIR data?</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profiles or implementation guides apply?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FHIR data needs worksheet for one AI-supported public health use case.</a:t>
            </a:r>
            <a:endParaRPr lang="en-US" sz="2100" dirty="0"/>
          </a:p>
          <a:p>
            <a:r>
              <a:rPr lang="en-US" sz="2100" dirty="0">
                <a:solidFill>
                  <a:srgbClr val="17364A"/>
                </a:solidFill>
                <a:latin typeface="Aptos" pitchFamily="34" charset="0"/>
                <a:ea typeface="Aptos" pitchFamily="34" charset="-122"/>
                <a:cs typeface="Aptos" pitchFamily="34" charset="-120"/>
              </a:rPr>
              <a:t>Include the use case, required data elements, relevant FHIR resources, source systems, API method,.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FHIR data needs worksheet for one AI-supported public health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FHIR data needs worksheet</a:t>
            </a:r>
            <a:endParaRPr lang="en-US" sz="2100" dirty="0"/>
          </a:p>
          <a:p>
            <a:r>
              <a:rPr lang="en-US" sz="2100" dirty="0">
                <a:solidFill>
                  <a:srgbClr val="17364A"/>
                </a:solidFill>
                <a:latin typeface="Aptos" pitchFamily="34" charset="0"/>
                <a:ea typeface="Aptos" pitchFamily="34" charset="-122"/>
                <a:cs typeface="Aptos" pitchFamily="34" charset="-120"/>
              </a:rPr>
              <a:t>List of relevant FHIR resources</a:t>
            </a:r>
            <a:endParaRPr lang="en-US" sz="2100" dirty="0"/>
          </a:p>
          <a:p>
            <a:r>
              <a:rPr lang="en-US" sz="2100" dirty="0">
                <a:solidFill>
                  <a:srgbClr val="17364A"/>
                </a:solidFill>
                <a:latin typeface="Aptos" pitchFamily="34" charset="0"/>
                <a:ea typeface="Aptos" pitchFamily="34" charset="-122"/>
                <a:cs typeface="Aptos" pitchFamily="34" charset="-120"/>
              </a:rPr>
              <a:t>Vendor or implementation questions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FHIR data needs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Validation checklist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Validation checklist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FHIR data needs worksheet</a:t>
            </a:r>
            <a:endParaRPr lang="en-US" sz="2100" dirty="0"/>
          </a:p>
          <a:p>
            <a:r>
              <a:rPr lang="en-US" sz="2100" dirty="0">
                <a:solidFill>
                  <a:srgbClr val="17364A"/>
                </a:solidFill>
                <a:latin typeface="Aptos" pitchFamily="34" charset="0"/>
                <a:ea typeface="Aptos" pitchFamily="34" charset="-122"/>
                <a:cs typeface="Aptos" pitchFamily="34" charset="-120"/>
              </a:rPr>
              <a:t>List of relevant FHIR resources</a:t>
            </a:r>
            <a:endParaRPr lang="en-US" sz="2100" dirty="0"/>
          </a:p>
          <a:p>
            <a:r>
              <a:rPr lang="en-US" sz="2100" dirty="0">
                <a:solidFill>
                  <a:srgbClr val="17364A"/>
                </a:solidFill>
                <a:latin typeface="Aptos" pitchFamily="34" charset="0"/>
                <a:ea typeface="Aptos" pitchFamily="34" charset="-122"/>
                <a:cs typeface="Aptos" pitchFamily="34" charset="-120"/>
              </a:rPr>
              <a:t>Vendor or implementation questions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FHIR data needs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a FHIR resource?</a:t>
            </a:r>
            <a:endParaRPr lang="en-US" sz="2100" dirty="0"/>
          </a:p>
          <a:p>
            <a:r>
              <a:rPr lang="en-US" sz="2100" dirty="0">
                <a:solidFill>
                  <a:srgbClr val="17364A"/>
                </a:solidFill>
                <a:latin typeface="Aptos" pitchFamily="34" charset="0"/>
                <a:ea typeface="Aptos" pitchFamily="34" charset="-122"/>
                <a:cs typeface="Aptos" pitchFamily="34" charset="-120"/>
              </a:rPr>
              <a:t>2. Why does FHIR matter for AI-supported public health workflows?</a:t>
            </a:r>
            <a:endParaRPr lang="en-US" sz="2100" dirty="0"/>
          </a:p>
          <a:p>
            <a:r>
              <a:rPr lang="en-US" sz="2100" dirty="0">
                <a:solidFill>
                  <a:srgbClr val="17364A"/>
                </a:solidFill>
                <a:latin typeface="Aptos" pitchFamily="34" charset="0"/>
                <a:ea typeface="Aptos" pitchFamily="34" charset="-122"/>
                <a:cs typeface="Aptos" pitchFamily="34" charset="-120"/>
              </a:rPr>
              <a:t>3. What should staff verify when a vendor says a product is FHIR-compatible?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a FHIR resource?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HL7 FHIR resources: https://hl7.org/fhir/</a:t>
            </a:r>
            <a:endParaRPr lang="en-US" sz="2100" dirty="0"/>
          </a:p>
          <a:p>
            <a:r>
              <a:rPr lang="en-US" sz="2100" dirty="0">
                <a:solidFill>
                  <a:srgbClr val="17364A"/>
                </a:solidFill>
                <a:latin typeface="Aptos" pitchFamily="34" charset="0"/>
                <a:ea typeface="Aptos" pitchFamily="34" charset="-122"/>
                <a:cs typeface="Aptos" pitchFamily="34" charset="-120"/>
              </a:rPr>
              <a:t>HL7 US Core Implementation Guide: https://build.fhir.org/ig/HL7/US-Core/</a:t>
            </a:r>
            <a:endParaRPr lang="en-US" sz="2100" dirty="0"/>
          </a:p>
          <a:p>
            <a:r>
              <a:rPr lang="en-US" sz="2100" dirty="0">
                <a:solidFill>
                  <a:srgbClr val="17364A"/>
                </a:solidFill>
                <a:latin typeface="Aptos" pitchFamily="34" charset="0"/>
                <a:ea typeface="Aptos" pitchFamily="34" charset="-122"/>
                <a:cs typeface="Aptos" pitchFamily="34" charset="-120"/>
              </a:rPr>
              <a:t>HL7 eCR FHIR Implementation Guide: https://hl7.org/fhir/us/ecr/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HL7 FHIR resources: https://hl7.org/fhir/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FHIR for Public Health AI Use Cases</dc:title>
  <dc:subject>FHIR for Public Health AI Use Cases learning module</dc:subject>
  <dc:creator>Paula Soper</dc:creator>
  <cp:lastModifiedBy>Paula Soper</cp:lastModifiedBy>
  <cp:revision>1</cp:revision>
  <dcterms:created xsi:type="dcterms:W3CDTF">2026-07-12T19:55:20Z</dcterms:created>
  <dcterms:modified xsi:type="dcterms:W3CDTF">2026-07-12T19:55:20Z</dcterms:modified>
</cp:coreProperties>
</file>