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220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Predictive Analytics and Risk Stratification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applied/foundational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predictive analytics and risk stratification in public health terms.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Distinguish prediction from causation, diagnosis, and eligibility determination.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 basic risk categories, thresholds, calibration, and error tradeoffs.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equity and operational risks associated with risk scores.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safeguards for use of predictive outputs in resource allocation, outreach, surveillance, or triage.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a predictive model review plan for a public health workflow.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Predictive model review plan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Analytics and Modeling Track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anl-220-predictive-analytics-and-risk-stratification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220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Predictive analytics matters because public health agencies often must act before all information is available.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During outbreaks, emergencies, or resource-constrained programs, agencies may need to decide where to send staff, which facilities need follow-up,…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 can help organize uncertainty, but it cannot remove uncertainty.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stratification can also create harm if used carelessly.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model may assign lower risk to groups with incomplete data, limited healthcare access, or fewer documented encounters.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220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terms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Predictive analytics: Predictive analytics uses historical and current data to estimate likely future events or outcomes. In…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stratification: Risk stratification groups records, people, facilities, places, or events into risk categories. The…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Calibration: Calibration describes whether predicted probabilities match observed outcomes. A well-calibrated model that…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learners should apply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Threshold: A threshold is a cutoff used to convert a continuous score into a category or action. Thresholds should…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 positive: A false positive occurs when the model flags something as high risk but the outcome does not occur. In…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220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local health department may want to predict which neighborhoods are at increased risk of low vaccination coverage before school entry.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could use prior immunization data, school enrollment patterns, appointment availability, language access indicators, transportation…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output might help prioritize community outreach and mobile clinics.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use can support equity if it directs resources toward communities facing access barriers.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Predictive analytics may be embedded in dashboards, case management systems, early warning tools, outreach lists, or agentic workflows.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AI may explain or summarize predictive outputs, but those explanations must not imply certainty that the model does not provide.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systems may combine risk results with policy guidance, while agentic workflows may trigger tasks or notifications based on thresholds.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prediction supports public health action, the workflow should make the score, its limitations, and the source data visible to users.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220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predictive workflow begins with the outcome.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outcome must be specific, measurable, and aligned with a public health action.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Predicting “risk” is not enough.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 must define risk of what, during what time period, for which population, and for what purpose.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model predicting hospitalization within 30 days is different from one predicting delayed case investigation or low service uptake.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selection should be reviewed for both technical and ethical implications.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220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 used as decision.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risk score may be treated as a final decision rather than decision support.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 include role-based guidance, human review, and documentation of final decisions.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Equity distortion.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models may reflect unequal data availability or historical inequities.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220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predictive model review plan for one public health use case.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the outcome, population, time horizon, data sources, candidate features, risk categories, thresholds, performance measures, subgroup…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plan should also identify whether the use is supportive, restrictive, or consequential.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Predictive model review plan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score interpretation guide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 and error tradeoff memo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Subgroup monitoring plan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Artificial Intelligence Risk Management Framework:…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AI RMF Generative AI Profile:…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Evaluation Framework: https://www.cdc.gov/evaluation/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Public Health Data Strategy:…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220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is calibration?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Why should thresholds be reviewed by public health staff?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Which use of a risk score is most concerning without additional safeguards?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What is a false negative in a predictive workflow?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What should a predictive model review plan include?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220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ANL 220: Predictive Analytics and Risk Stratification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