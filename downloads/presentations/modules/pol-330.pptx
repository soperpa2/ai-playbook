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330 AI Equity Policy and Civil Rights Considerations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communications, public-health-executive-leadership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equity policy and civil rights considerations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Equity Policy and Civil Rights Considerations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civil rights, nondiscrimination, accessibility, language access, disparate impact, and equity safeguards.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equity policy and civil rights considerations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Equity Policy and Civil Rights Considerations artifact
Role and responsibility table
Risk and safeguard summary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Equity Policy and Civil Rights Considerations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equity policy and civil rights considerations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Equity Policy and Civil Rights Considerations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civil rights, nondiscrimination, accessibility, language access,.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Policy Role-Based Track Appears in tracks: policy, governance-security, communications, public-health-executive-leadership</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ai equity policy and civil rights considerations in public health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ai equity policy and civil rights considerations in public.</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civil rights, nondiscrimination, accessibility, language access,.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Equity Policy and Civil Rights Considerations matters because AI adoption changes how.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Equity Policy and Civil Rights Considerations matters because AI adoption changes how public health.</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civil rights,.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civil rights, nondiscrimination,.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ai equity policy and civil rights considerations artifact for one.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ai equity policy and civil rights considerations artifact for one AI-supported.</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equity policy and civil rights.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Equity Policy and Civil Rights Considerations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Equity Policy and Civil Rights Considerations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Equity Policy and Civil Rights Considerations artifact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Equity Policy and Civil Rights Considerations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Equity Policy and Civil Rights Considerations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ai equity policy and civil rights considerations has.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ai equity policy and civil rights considerations has been.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equity policy and civil.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Equity Policy and Civil Rights Considerations</dc:title>
  <dc:subject>AI Equity Policy and Civil Rights Considerations learning module</dc:subject>
  <dc:creator>Paula Soper</dc:creator>
  <cp:lastModifiedBy>Paula Soper</cp:lastModifiedBy>
  <cp:revision>1</cp:revision>
  <dcterms:created xsi:type="dcterms:W3CDTF">2026-07-13T02:33:45Z</dcterms:created>
  <dcterms:modified xsi:type="dcterms:W3CDTF">2026-07-13T02:33:45Z</dcterms:modified>
</cp:coreProperties>
</file>