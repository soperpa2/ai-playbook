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b07532b865b4c30" /><Relationship Type="http://schemas.openxmlformats.org/officeDocument/2006/relationships/extended-properties" Target="/docProps/app.xml" Id="R18f3662ab2cb4470" /><Relationship Type="http://schemas.openxmlformats.org/officeDocument/2006/relationships/officeDocument" Target="/ppt/presentation.xml" Id="Rdc193d16ea994c10" /></Relationships>
</file>

<file path=ppt/presentation.xml><?xml version="1.0" encoding="utf-8"?>
<p:presentation xmlns:p="http://schemas.openxmlformats.org/presentationml/2006/main">
  <p:sldMasterIdLst>
    <p:sldMasterId xmlns:r="http://schemas.openxmlformats.org/officeDocument/2006/relationships" id="2147483648" r:id="Rd43e381cc9ca4d09"/>
  </p:sldMasterIdLst>
  <p:notesMasterIdLst>
    <p:notesMasterId xmlns:r="http://schemas.openxmlformats.org/officeDocument/2006/relationships" r:id="R7757e06cbd0d46b4"/>
  </p:notesMasterIdLst>
  <p:sldIdLst>
    <p:sldId xmlns:r="http://schemas.openxmlformats.org/officeDocument/2006/relationships" id="256" r:id="Rbf8e75ea056d458e"/>
    <p:sldId xmlns:r="http://schemas.openxmlformats.org/officeDocument/2006/relationships" id="257" r:id="R1beb22dbac6f4603"/>
    <p:sldId xmlns:r="http://schemas.openxmlformats.org/officeDocument/2006/relationships" id="258" r:id="R7dcd937224804d57"/>
    <p:sldId xmlns:r="http://schemas.openxmlformats.org/officeDocument/2006/relationships" id="259" r:id="R88c43469419846c8"/>
    <p:sldId xmlns:r="http://schemas.openxmlformats.org/officeDocument/2006/relationships" id="260" r:id="Rb241055d668542aa"/>
    <p:sldId xmlns:r="http://schemas.openxmlformats.org/officeDocument/2006/relationships" id="261" r:id="Recb16b781b974b31"/>
    <p:sldId xmlns:r="http://schemas.openxmlformats.org/officeDocument/2006/relationships" id="262" r:id="R0980a501a88f4440"/>
    <p:sldId xmlns:r="http://schemas.openxmlformats.org/officeDocument/2006/relationships" id="263" r:id="R07f1a054343240e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1c1e9555e844c06" /><Relationship Type="http://schemas.openxmlformats.org/officeDocument/2006/relationships/slideMaster" Target="/ppt/slideMasters/slideMaster1.xml" Id="Rd43e381cc9ca4d09" /><Relationship Type="http://schemas.openxmlformats.org/officeDocument/2006/relationships/notesMaster" Target="/ppt/notesMasters/notesMaster1.xml" Id="R7757e06cbd0d46b4" /><Relationship Type="http://schemas.openxmlformats.org/officeDocument/2006/relationships/presProps" Target="/ppt/presProps.xml" Id="Rbd95b19812154cac" /><Relationship Type="http://schemas.openxmlformats.org/officeDocument/2006/relationships/tableStyles" Target="/ppt/tableStyles.xml" Id="R258f4ac6c8534c24" /><Relationship Type="http://schemas.openxmlformats.org/officeDocument/2006/relationships/slide" Target="/ppt/slides/slide1.xml" Id="Rbf8e75ea056d458e" /><Relationship Type="http://schemas.openxmlformats.org/officeDocument/2006/relationships/slide" Target="/ppt/slides/slide2.xml" Id="R1beb22dbac6f4603" /><Relationship Type="http://schemas.openxmlformats.org/officeDocument/2006/relationships/slide" Target="/ppt/slides/slide3.xml" Id="R7dcd937224804d57" /><Relationship Type="http://schemas.openxmlformats.org/officeDocument/2006/relationships/slide" Target="/ppt/slides/slide4.xml" Id="R88c43469419846c8" /><Relationship Type="http://schemas.openxmlformats.org/officeDocument/2006/relationships/slide" Target="/ppt/slides/slide5.xml" Id="Rb241055d668542aa" /><Relationship Type="http://schemas.openxmlformats.org/officeDocument/2006/relationships/slide" Target="/ppt/slides/slide6.xml" Id="Recb16b781b974b31" /><Relationship Type="http://schemas.openxmlformats.org/officeDocument/2006/relationships/slide" Target="/ppt/slides/slide7.xml" Id="R0980a501a88f4440" /><Relationship Type="http://schemas.openxmlformats.org/officeDocument/2006/relationships/slide" Target="/ppt/slides/slide8.xml" Id="R07f1a054343240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1daa91418c42f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54b17dca06414b" /><Relationship Type="http://schemas.openxmlformats.org/officeDocument/2006/relationships/notesMaster" Target="/ppt/notesMasters/notesMaster1.xml" Id="Rb514a45d1eed4b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6d072e8bdb4d01" /><Relationship Type="http://schemas.openxmlformats.org/officeDocument/2006/relationships/notesMaster" Target="/ppt/notesMasters/notesMaster1.xml" Id="R018e9ebbb7ce447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267297778b4e07" /><Relationship Type="http://schemas.openxmlformats.org/officeDocument/2006/relationships/notesMaster" Target="/ppt/notesMasters/notesMaster1.xml" Id="Rf16b937908ae48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39c3c583b1422c" /><Relationship Type="http://schemas.openxmlformats.org/officeDocument/2006/relationships/notesMaster" Target="/ppt/notesMasters/notesMaster1.xml" Id="R45d0e55c7f9c41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e614fd0de3347f0" /><Relationship Type="http://schemas.openxmlformats.org/officeDocument/2006/relationships/notesMaster" Target="/ppt/notesMasters/notesMaster1.xml" Id="R2f576b69e4a8422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cfd46b0a984a53" /><Relationship Type="http://schemas.openxmlformats.org/officeDocument/2006/relationships/notesMaster" Target="/ppt/notesMasters/notesMaster1.xml" Id="R53a2b8de0de949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5eddffeaaa084b3b" /><Relationship Type="http://schemas.openxmlformats.org/officeDocument/2006/relationships/notesMaster" Target="/ppt/notesMasters/notesMaster1.xml" Id="R21d38e719cc945c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b8d5d18e63410a" /><Relationship Type="http://schemas.openxmlformats.org/officeDocument/2006/relationships/notesMaster" Target="/ppt/notesMasters/notesMaster1.xml" Id="Re594c92565bf49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Deep Research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Deep Research tools autonomously plan multi-step research tasks, gather sources, and draft citation-based reports for expert review.</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3, 13 and Tools 2, 43.</a:t>
            </a:r>
          </a:p>
          <a:p xmlns:a="http://schemas.openxmlformats.org/drawingml/2006/main">
            <a:r>
              <a:t>Emphasize the core guardrail: Treat outputs as a research assistant draft, not as validated evidence.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3, 13 and Tools 2, 43.</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3, 13 and Tools 2, 43.</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3, 13 and Tools 2, 43.</a:t>
            </a:r>
          </a:p>
          <a:p xmlns:a="http://schemas.openxmlformats.org/drawingml/2006/main">
            <a:r>
              <a:t>Invite participants to identify where these practices would need to be documented in their own department.</a:t>
            </a:r>
          </a:p>
          <a:p xmlns:a="http://schemas.openxmlformats.org/drawingml/2006/main">
            <a:r>
              <a:t>Start with Useful Assignments,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3, 13 and Tools 2, 43.</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3, 13 and Tools 2, 43.</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AI-assisted research brief template, Source verification checklist, Policy or literature scan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Deep Research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3, 13 and Tools 2, 43.</a:t>
            </a:r>
          </a:p>
          <a:p xmlns:a="http://schemas.openxmlformats.org/drawingml/2006/main">
            <a:r>
              <a:t>Point participants to the first resource: NIH PubMed.</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854fe42311436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e8c876b82148f5" /><Relationship Type="http://schemas.openxmlformats.org/officeDocument/2006/relationships/slideLayout" Target="/ppt/slideLayouts/slideLayout1.xml" Id="Rae7bac4eaa514ce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7bac4eaa514ce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4984c153bf4b3e" /><Relationship Type="http://schemas.openxmlformats.org/officeDocument/2006/relationships/image" Target="/ppt/media/image.png" Id="Ra3ed5c9c7dcb4a3d" /><Relationship Type="http://schemas.openxmlformats.org/officeDocument/2006/relationships/notesSlide" Target="/ppt/notesSlides/notesSlide1.xml" Id="R4ed70372708948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ad8b9e5ba64432" /><Relationship Type="http://schemas.openxmlformats.org/officeDocument/2006/relationships/notesSlide" Target="/ppt/notesSlides/notesSlide2.xml" Id="Rc1648a0b555f4e7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47e7aa302a4a79" /><Relationship Type="http://schemas.openxmlformats.org/officeDocument/2006/relationships/notesSlide" Target="/ppt/notesSlides/notesSlide3.xml" Id="Rbdcfcf5c8c6847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2a53e45648d419c" /><Relationship Type="http://schemas.openxmlformats.org/officeDocument/2006/relationships/notesSlide" Target="/ppt/notesSlides/notesSlide4.xml" Id="R302197e3adb14c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39ea5210269457b" /><Relationship Type="http://schemas.openxmlformats.org/officeDocument/2006/relationships/notesSlide" Target="/ppt/notesSlides/notesSlide5.xml" Id="R30a8253f429c4f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6807058197491c" /><Relationship Type="http://schemas.openxmlformats.org/officeDocument/2006/relationships/notesSlide" Target="/ppt/notesSlides/notesSlide6.xml" Id="Rc27e974d125045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0b665d55e84de2" /><Relationship Type="http://schemas.openxmlformats.org/officeDocument/2006/relationships/notesSlide" Target="/ppt/notesSlides/notesSlide7.xml" Id="R00fb6fea5fac40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316862d3ba4b63" /><Relationship Type="http://schemas.openxmlformats.org/officeDocument/2006/relationships/notesSlide" Target="/ppt/notesSlides/notesSlide8.xml" Id="R51f9a8d0110c44b4"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a3ed5c9c7dcb4a3d"/>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1B45428-8A05-4DF5-B615-15F630C280EF}"/>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5</a:t>
            </a:r>
          </a:p>
        </p:txBody>
      </p:sp>
      <p:sp>
        <p:nvSpPr>
          <p:cNvPr id="3" name="">
            <a:extLst xmlns:a="http://schemas.openxmlformats.org/drawingml/2006/main">
              <a:ext uri="{FF2B5EF4-FFF2-40B4-BE49-F238E27FC236}">
                <a16:creationId xmlns:a16="http://schemas.microsoft.com/office/drawing/2014/main" id="{90F50873-817C-4363-95CD-135412770874}"/>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Deep Research</a:t>
            </a:r>
          </a:p>
        </p:txBody>
      </p:sp>
      <p:sp>
        <p:nvSpPr>
          <p:cNvPr id="4" name="">
            <a:extLst xmlns:a="http://schemas.openxmlformats.org/drawingml/2006/main">
              <a:ext uri="{FF2B5EF4-FFF2-40B4-BE49-F238E27FC236}">
                <a16:creationId xmlns:a16="http://schemas.microsoft.com/office/drawing/2014/main" id="{432664A0-6E65-4378-8575-BE56AC313C61}"/>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7F4A0104-6589-47E4-9C0A-4F3FD8E5392C}"/>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CF9276BF-1C82-410D-8FF9-C6118D9E70E2}"/>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7468447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17DC59-BC16-414C-A338-3FC207467CD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9B6A4DCC-9F36-4A02-9D42-076B95C54DFB}"/>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2219F3BD-D155-48DA-B451-52D96B296D34}"/>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12DE36B-4A62-4CD2-A6A8-B3747652A4DD}"/>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Deep Research tools autonomously plan multi-step research tasks, gather sources, and draft citation-based reports for expert review.</a:t>
            </a:r>
          </a:p>
        </p:txBody>
      </p:sp>
      <p:sp>
        <p:nvSpPr>
          <p:cNvPr id="5" name="">
            <a:extLst xmlns:a="http://schemas.openxmlformats.org/drawingml/2006/main">
              <a:ext uri="{FF2B5EF4-FFF2-40B4-BE49-F238E27FC236}">
                <a16:creationId xmlns:a16="http://schemas.microsoft.com/office/drawing/2014/main" id="{316E53D5-3BA3-49D6-9458-514546DC6284}"/>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5EF2B91F-0F29-4871-BE7A-B05AAD8C0CE9}"/>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08BFC6DA-339F-478D-9EF2-8B784EFDD46E}"/>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40D58B56-F110-4E59-819B-B466698E890F}"/>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Deep Research tools can make literature scans and policy reviews faster, but public health departments still need defensible evidence standards. A generated synthesis is only useful if sources are current, relevant, independently verifiable,.</a:t>
            </a:r>
          </a:p>
        </p:txBody>
      </p:sp>
      <p:sp>
        <p:nvSpPr>
          <p:cNvPr id="9" name="">
            <a:extLst xmlns:a="http://schemas.openxmlformats.org/drawingml/2006/main">
              <a:ext uri="{FF2B5EF4-FFF2-40B4-BE49-F238E27FC236}">
                <a16:creationId xmlns:a16="http://schemas.microsoft.com/office/drawing/2014/main" id="{96881876-3B60-4719-931A-02A2EC234B0A}"/>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84076707-7C0F-4CBC-B71E-3C547D8C5428}"/>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56458A4A-A763-4E8E-BC04-2A8F1F07AA93}"/>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6024F5A7-6760-4877-A01D-67C40B4B1FAD}"/>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Treat outputs as a research assistant draft, not as validated evidence.</a:t>
            </a:r>
          </a:p>
        </p:txBody>
      </p:sp>
      <p:sp>
        <p:nvSpPr>
          <p:cNvPr id="13" name="">
            <a:extLst xmlns:a="http://schemas.openxmlformats.org/drawingml/2006/main">
              <a:ext uri="{FF2B5EF4-FFF2-40B4-BE49-F238E27FC236}">
                <a16:creationId xmlns:a16="http://schemas.microsoft.com/office/drawing/2014/main" id="{5079472F-736A-4985-B0D5-D1CD8CB2D964}"/>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4" name="">
            <a:extLst xmlns:a="http://schemas.openxmlformats.org/drawingml/2006/main">
              <a:ext uri="{FF2B5EF4-FFF2-40B4-BE49-F238E27FC236}">
                <a16:creationId xmlns:a16="http://schemas.microsoft.com/office/drawing/2014/main" id="{B8411416-F5AD-48A3-A155-EE6AB94B707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809812032"/>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B2EB3B6-7487-4858-9CFD-EE00B324923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B461DCAE-A578-439F-AACB-0D5C2517D71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1251E611-A7E4-4E68-92D6-8CDEC3376B5C}"/>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F97E8E54-FA66-4AE9-BB78-C5B9D8FDBD73}"/>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BB5F488D-AFBD-4144-AE4B-04D44FC52DF3}"/>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Deep Research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36C858D2-6195-4C28-920A-6E2BC3E2D6F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7" name="">
            <a:extLst xmlns:a="http://schemas.openxmlformats.org/drawingml/2006/main">
              <a:ext uri="{FF2B5EF4-FFF2-40B4-BE49-F238E27FC236}">
                <a16:creationId xmlns:a16="http://schemas.microsoft.com/office/drawing/2014/main" id="{4E3C1DBD-A9C5-4302-AEF6-976651AA7FD6}"/>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08683649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098BE6D-6DFB-4B9E-9B70-1FED77089141}"/>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63CB4C5F-4C59-4CD6-B65C-56A75DBDC6C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CD378C4C-4378-40C8-A81C-3330DC91E962}"/>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A1124518-F654-470C-9CF9-EFECE778C8C2}"/>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Deep Research tools can help public health departments move faster when they need a structured scan of literature, policies, funding requirements, legal materials, program models, or emerging issues. These tools are best treated as research assistants that produce a starting synthesis. Staff still need to verify sources, check dates, resolve conflicting evidence, and decide what applies to the department's context.</a:t>
            </a:r>
          </a:p>
        </p:txBody>
      </p:sp>
      <p:sp>
        <p:nvSpPr>
          <p:cNvPr id="5" name="">
            <a:extLst xmlns:a="http://schemas.openxmlformats.org/drawingml/2006/main">
              <a:ext uri="{FF2B5EF4-FFF2-40B4-BE49-F238E27FC236}">
                <a16:creationId xmlns:a16="http://schemas.microsoft.com/office/drawing/2014/main" id="{48E86CFA-ABB0-48B3-B27A-9782098105D3}"/>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CD1C26C4-858E-44B1-8D9F-72B5E846E6F6}"/>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4982C52-E1B1-4077-9583-3C4D61CF5E62}"/>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FA74E0EC-5BDB-47B8-AD98-CE4925AB2451}"/>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Deep Research tools autonomously plan multi-step research tasks, gather sources, and draft citation-based reports for expert review.</a:t>
            </a:r>
          </a:p>
        </p:txBody>
      </p:sp>
      <p:sp>
        <p:nvSpPr>
          <p:cNvPr id="9" name="">
            <a:extLst xmlns:a="http://schemas.openxmlformats.org/drawingml/2006/main">
              <a:ext uri="{FF2B5EF4-FFF2-40B4-BE49-F238E27FC236}">
                <a16:creationId xmlns:a16="http://schemas.microsoft.com/office/drawing/2014/main" id="{C41CC486-89C5-4A86-859C-D9B0AD389C58}"/>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0" name="">
            <a:extLst xmlns:a="http://schemas.openxmlformats.org/drawingml/2006/main">
              <a:ext uri="{FF2B5EF4-FFF2-40B4-BE49-F238E27FC236}">
                <a16:creationId xmlns:a16="http://schemas.microsoft.com/office/drawing/2014/main" id="{E84176C3-CB30-4828-8937-33FE16826760}"/>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2131476135"/>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BDAE47-C3EF-4AA1-B4EA-638C31E8BFE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AB507135-D382-4BF8-ABE0-3B980AE32D73}"/>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3260BE43-F3D0-4B69-B30D-CABCDEE9052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736800DD-FEB9-4B77-85A1-4F883FFD7CE4}"/>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2ECA0564-7CBB-42AA-A9EC-D3D40A0449EB}"/>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B0BE265C-D315-433A-92E9-296CCE80D139}"/>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Useful Assignments</a:t>
            </a:r>
          </a:p>
        </p:txBody>
      </p:sp>
      <p:sp>
        <p:nvSpPr>
          <p:cNvPr id="7" name="">
            <a:extLst xmlns:a="http://schemas.openxmlformats.org/drawingml/2006/main">
              <a:ext uri="{FF2B5EF4-FFF2-40B4-BE49-F238E27FC236}">
                <a16:creationId xmlns:a16="http://schemas.microsoft.com/office/drawing/2014/main" id="{6BD58DFC-8202-4767-A607-F91FA661C7BE}"/>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Scan peer-reviewed and agency sources on an emerging disease, intervention, risk factor, or public health technology. Compare AI policies, procurement requirements, or governance models across jurisdictions. Summarize grant notices,.</a:t>
            </a:r>
          </a:p>
        </p:txBody>
      </p:sp>
      <p:sp>
        <p:nvSpPr>
          <p:cNvPr id="8" name="">
            <a:extLst xmlns:a="http://schemas.openxmlformats.org/drawingml/2006/main">
              <a:ext uri="{FF2B5EF4-FFF2-40B4-BE49-F238E27FC236}">
                <a16:creationId xmlns:a16="http://schemas.microsoft.com/office/drawing/2014/main" id="{7FBDB6BC-286A-488C-9E0D-0EB118D11488}"/>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8746E538-303A-43E2-B604-7A3EAB0C3B9F}"/>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CA966A8A-FF08-4584-88D9-F23B732E1972}"/>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Review Standards</a:t>
            </a:r>
          </a:p>
        </p:txBody>
      </p:sp>
      <p:sp>
        <p:nvSpPr>
          <p:cNvPr id="11" name="">
            <a:extLst xmlns:a="http://schemas.openxmlformats.org/drawingml/2006/main">
              <a:ext uri="{FF2B5EF4-FFF2-40B4-BE49-F238E27FC236}">
                <a16:creationId xmlns:a16="http://schemas.microsoft.com/office/drawing/2014/main" id="{1CE58B93-8717-4EDC-AD33-816CF2E1F773}"/>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Require source links and citations for every consequential claim. Check publication dates, jurisdiction, population relevance, and whether the source is primary, secondary, vendor-authored, or. Have subject matter experts review conclusions.</a:t>
            </a:r>
          </a:p>
        </p:txBody>
      </p:sp>
      <p:sp>
        <p:nvSpPr>
          <p:cNvPr id="12" name="">
            <a:extLst xmlns:a="http://schemas.openxmlformats.org/drawingml/2006/main">
              <a:ext uri="{FF2B5EF4-FFF2-40B4-BE49-F238E27FC236}">
                <a16:creationId xmlns:a16="http://schemas.microsoft.com/office/drawing/2014/main" id="{A427AF0F-748B-4A5E-8231-A6FBED89D70F}"/>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DAF1DC59-D5C0-46C7-89DD-71035373FB40}"/>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969E063D-B67A-4A81-BA94-1ECC532AA708}"/>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Actionable Output</a:t>
            </a:r>
          </a:p>
        </p:txBody>
      </p:sp>
      <p:sp>
        <p:nvSpPr>
          <p:cNvPr id="15" name="">
            <a:extLst xmlns:a="http://schemas.openxmlformats.org/drawingml/2006/main">
              <a:ext uri="{FF2B5EF4-FFF2-40B4-BE49-F238E27FC236}">
                <a16:creationId xmlns:a16="http://schemas.microsoft.com/office/drawing/2014/main" id="{E1DCA3BD-B408-457B-A7D7-E6179C3B1ED6}"/>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Ask for a decision-ready format: summary, implications for STLT public health, risks, resource needs, equity considerations, and. Convert the research output into a tool artifact such as a policy scan, gap register, governance memo, funding.</a:t>
            </a:r>
          </a:p>
        </p:txBody>
      </p:sp>
      <p:sp>
        <p:nvSpPr>
          <p:cNvPr id="16" name="">
            <a:extLst xmlns:a="http://schemas.openxmlformats.org/drawingml/2006/main">
              <a:ext uri="{FF2B5EF4-FFF2-40B4-BE49-F238E27FC236}">
                <a16:creationId xmlns:a16="http://schemas.microsoft.com/office/drawing/2014/main" id="{12B679B1-4588-4C50-90BD-087D14C9845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7" name="">
            <a:extLst xmlns:a="http://schemas.openxmlformats.org/drawingml/2006/main">
              <a:ext uri="{FF2B5EF4-FFF2-40B4-BE49-F238E27FC236}">
                <a16:creationId xmlns:a16="http://schemas.microsoft.com/office/drawing/2014/main" id="{A65B5F98-EB74-47F1-A690-B5E2D6F7612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202273294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AAC188-E542-4E7D-BEA2-41954FE85F0A}"/>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24F2D7A4-74E8-4D1B-92C5-A051D2CB490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32EBBD5B-AACA-4F24-BE56-C24ECF19F6DD}"/>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326CBBB-1204-4FC7-9CBE-BCD1FA36B754}"/>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BE5AF2CE-7E12-4BCF-B5C4-65B7473F478E}"/>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4E97393-5090-45D6-B3E5-D8886494DFD9}"/>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95CD2BD8-A6CC-4464-B278-0448CFB467BC}"/>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Literature scans for emerging threats</a:t>
            </a:r>
          </a:p>
        </p:txBody>
      </p:sp>
      <p:sp>
        <p:nvSpPr>
          <p:cNvPr id="8" name="">
            <a:extLst xmlns:a="http://schemas.openxmlformats.org/drawingml/2006/main">
              <a:ext uri="{FF2B5EF4-FFF2-40B4-BE49-F238E27FC236}">
                <a16:creationId xmlns:a16="http://schemas.microsoft.com/office/drawing/2014/main" id="{8C4E924E-B179-48A9-AD20-74F6C2340276}"/>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Search and summarize recent evidence on outbreaks, environmental risks, interventions, or clinical guidance with citations for expert validation.</a:t>
            </a:r>
          </a:p>
        </p:txBody>
      </p:sp>
      <p:sp>
        <p:nvSpPr>
          <p:cNvPr id="9" name="">
            <a:extLst xmlns:a="http://schemas.openxmlformats.org/drawingml/2006/main">
              <a:ext uri="{FF2B5EF4-FFF2-40B4-BE49-F238E27FC236}">
                <a16:creationId xmlns:a16="http://schemas.microsoft.com/office/drawing/2014/main" id="{C9A4AD10-3C81-4615-AADB-E2B26C80DCAE}"/>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6EF894CC-1649-47F5-B9E5-E87548BEC748}"/>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DA44CA91-91E1-4B74-B28C-978114EB3D10}"/>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Policy scans across jurisdictions</a:t>
            </a:r>
          </a:p>
        </p:txBody>
      </p:sp>
      <p:sp>
        <p:nvSpPr>
          <p:cNvPr id="12" name="">
            <a:extLst xmlns:a="http://schemas.openxmlformats.org/drawingml/2006/main">
              <a:ext uri="{FF2B5EF4-FFF2-40B4-BE49-F238E27FC236}">
                <a16:creationId xmlns:a16="http://schemas.microsoft.com/office/drawing/2014/main" id="{CE7C4EFF-205F-4908-9E9E-B90DAFD05483}"/>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Compare state, local, federal, or international policies to identify common provisions, gaps, and options for agency consideration.</a:t>
            </a:r>
          </a:p>
        </p:txBody>
      </p:sp>
      <p:sp>
        <p:nvSpPr>
          <p:cNvPr id="13" name="">
            <a:extLst xmlns:a="http://schemas.openxmlformats.org/drawingml/2006/main">
              <a:ext uri="{FF2B5EF4-FFF2-40B4-BE49-F238E27FC236}">
                <a16:creationId xmlns:a16="http://schemas.microsoft.com/office/drawing/2014/main" id="{5F2E9B26-0981-4B05-94F7-9A3C887E0BC8}"/>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AA596EFD-47CD-4051-8BC5-252FAA7EE7C6}"/>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B32A7E58-3137-4C46-A9F7-089774F35FFA}"/>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Comparative program analysis</a:t>
            </a:r>
          </a:p>
        </p:txBody>
      </p:sp>
      <p:sp>
        <p:nvSpPr>
          <p:cNvPr id="16" name="">
            <a:extLst xmlns:a="http://schemas.openxmlformats.org/drawingml/2006/main">
              <a:ext uri="{FF2B5EF4-FFF2-40B4-BE49-F238E27FC236}">
                <a16:creationId xmlns:a16="http://schemas.microsoft.com/office/drawing/2014/main" id="{FA79A5D8-4666-4490-9C54-70B5EBEEC149}"/>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program models, implementation examples, funding approaches, and reported outcomes to support planning or grant development.</a:t>
            </a:r>
          </a:p>
        </p:txBody>
      </p:sp>
      <p:sp>
        <p:nvSpPr>
          <p:cNvPr id="17" name="">
            <a:extLst xmlns:a="http://schemas.openxmlformats.org/drawingml/2006/main">
              <a:ext uri="{FF2B5EF4-FFF2-40B4-BE49-F238E27FC236}">
                <a16:creationId xmlns:a16="http://schemas.microsoft.com/office/drawing/2014/main" id="{09514A9A-AAE3-452E-8C8F-35E876460357}"/>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8" name="">
            <a:extLst xmlns:a="http://schemas.openxmlformats.org/drawingml/2006/main">
              <a:ext uri="{FF2B5EF4-FFF2-40B4-BE49-F238E27FC236}">
                <a16:creationId xmlns:a16="http://schemas.microsoft.com/office/drawing/2014/main" id="{095412ED-860A-4F49-B1A4-81D9838D73CD}"/>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265790617"/>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DCDA8A2-B9BB-490F-B51F-E5174C9DA4D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F7983AE-82E4-435A-85DB-B2F652F7560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853FC487-363D-4886-9933-31E387D02C5F}"/>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0280024-FFA9-4BE1-828A-5907D61761D0}"/>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195372C4-EA77-419A-9136-54A4A785019B}"/>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D91D5035-81D2-4F1C-BC06-11038AC245E5}"/>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220E79A8-4C90-48F4-8871-E0FF49964795}"/>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What source types are acceptable for the decision being supported? Who verifies citations, dates, jurisdictional relevance, and evidence strength? How will the department distinguish evidence, implementation examples, vendor claims, and.</a:t>
            </a:r>
          </a:p>
        </p:txBody>
      </p:sp>
      <p:sp>
        <p:nvSpPr>
          <p:cNvPr id="8" name="">
            <a:extLst xmlns:a="http://schemas.openxmlformats.org/drawingml/2006/main">
              <a:ext uri="{FF2B5EF4-FFF2-40B4-BE49-F238E27FC236}">
                <a16:creationId xmlns:a16="http://schemas.microsoft.com/office/drawing/2014/main" id="{1552C6B3-B3EE-4E8F-BCF5-4BE60C244713}"/>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A5E247EB-A07A-4EAB-B71E-60FD330ADEF0}"/>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B8B63B09-8C18-41BF-8F27-58E92294A9D7}"/>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F7788731-69CA-4959-8564-82D646ABBF4B}"/>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a current public health topic and design a research brief template with sections for evidence summary, source quality, STLT relevance, equity considerations, operational implications, and open questions.</a:t>
            </a:r>
          </a:p>
        </p:txBody>
      </p:sp>
      <p:sp>
        <p:nvSpPr>
          <p:cNvPr id="12" name="">
            <a:extLst xmlns:a="http://schemas.openxmlformats.org/drawingml/2006/main">
              <a:ext uri="{FF2B5EF4-FFF2-40B4-BE49-F238E27FC236}">
                <a16:creationId xmlns:a16="http://schemas.microsoft.com/office/drawing/2014/main" id="{00EDFBC8-5E75-46A9-8D67-FF50A374B13E}"/>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3" name="">
            <a:extLst xmlns:a="http://schemas.openxmlformats.org/drawingml/2006/main">
              <a:ext uri="{FF2B5EF4-FFF2-40B4-BE49-F238E27FC236}">
                <a16:creationId xmlns:a16="http://schemas.microsoft.com/office/drawing/2014/main" id="{EE29B2BE-13B9-4C3A-A742-AB780BDB063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75425503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7D34CED-96EE-4A86-AB06-12ED1BFC6A1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EAD4AAEF-4730-410D-9893-B6E50132A2D4}"/>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FCC04C44-81CC-43F7-9CF0-0AD18100192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24CE5A47-9B35-4136-8B3A-95E2AF6BA1D4}"/>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87EAAD36-E71D-4F4C-9C9C-5EFE3C791AC9}"/>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B08A2A17-A879-4966-A079-93810ED3440B}"/>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C7650254-D69E-4069-B424-0BB099004959}"/>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3, 13 and Tools 2, 43.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68BC150C-5CD5-469D-854D-C1BF75052B98}"/>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64B7171C-F92D-4EFA-B57F-994FAFD06D74}"/>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D277E131-3E48-43A1-88A2-98B465FEF2A7}"/>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6F4A692E-4CCA-4D9A-8CCC-508D9667EC9A}"/>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NIH PubMed: Primary source for biomedical and public health literature searches. CDC Publications and Resources: Public health reports, guidance, and evidence sources for staff review. ASPPH AI Framework Report: Framework language for.</a:t>
            </a:r>
          </a:p>
        </p:txBody>
      </p:sp>
      <p:sp>
        <p:nvSpPr>
          <p:cNvPr id="12" name="">
            <a:extLst xmlns:a="http://schemas.openxmlformats.org/drawingml/2006/main">
              <a:ext uri="{FF2B5EF4-FFF2-40B4-BE49-F238E27FC236}">
                <a16:creationId xmlns:a16="http://schemas.microsoft.com/office/drawing/2014/main" id="{99E8A043-90B3-4DA3-A5BB-42F0F5A9492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Deep Research</a:t>
            </a:r>
          </a:p>
        </p:txBody>
      </p:sp>
      <p:sp>
        <p:nvSpPr>
          <p:cNvPr id="13" name="">
            <a:extLst xmlns:a="http://schemas.openxmlformats.org/drawingml/2006/main">
              <a:ext uri="{FF2B5EF4-FFF2-40B4-BE49-F238E27FC236}">
                <a16:creationId xmlns:a16="http://schemas.microsoft.com/office/drawing/2014/main" id="{9126FB51-76EC-408E-B011-93910C7D6BBA}"/>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147228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2026-07-02T16:02:59.3370000Z</dcterms:created>
  <dcterms:modified xsi:type="dcterms:W3CDTF">2026-07-02T16:02:59.3370000Z</dcterms:modified>
</coreProperties>
</file>