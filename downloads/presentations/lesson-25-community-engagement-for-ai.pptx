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Engagement for AI is designed for an individual learner using the AI Playbook and Toolkit for Public Health Departments.
Community engagement helps departments understand how AI-supported workflows may affect trust, access, surveillance concerns, language needs, disability access, and public accountability.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AI community engagement plan.
Produce or contribute to: Plain-language AI explanation.
Produce or contribute to: Feedback-to-decision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engagement for AI should happen before use cases are finalized, especially when a system affects public communication, surveillance, outreach, service access, prioritization, or resource allocation. Engagement helps departments surface concerns that technical testing may miss.
Community engagement is not a public relations step after technical decisions are complete. It is a way to improve design, identify harms, clarify accountability, and build trust before implementation choices harden.
AI systems may change how people are contacted, prioritized, informed, or served. Communities should be able to understand those changes and raise concerns before the department launches a tool that affects them.
This module helps you design engagement that is specific enough to influence AI decisions rather than simply announcing that AI will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engagement: Meaningful involvement of affected communities, partners, and stakeholders in defining problems, reviewing risks, shaping safeguards, and evaluating whether AI use supports public trust and public health goals.
Equity impact assessment: A structured review of who may benefit, who may be burdened, whose data or experiences are missing, and what safeguards are needed before an AI-supported workflow is approved or scaled.
Missing voices: People, communities, languages, settings, or experiences that are absent or underrepresented in the data, design process, review process, or evaluation plan.
Public accountability: The obligation to explain, document, justify, monitor, and correct AI use because public health agencies act under public authority and serve communities that may be affected by their decisions.
Transparency: Clear communication about when AI is used, why it is used, what data are involved, what humans decide, what limitations exist, and how concerns can be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plan is a core concept for this lesson because it turns community engagement for ai from an abstract AI topic into something you can recognize in daily public health work. A plan describing who will be engaged, why, how, when, what will be explained, and how feedback will influence decisions.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Feedback-to-decision log is a core concept for this lesson because it turns community engagement for ai from an abstract AI topic into something you can recognize in daily public health work. A record showing what feedback was received, what changed, what did not change, and why.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Plain-language explanation is a core concept for this lesson because it turns community engagement for ai from an abstract AI topic into something you can recognize in daily public health work. A description that avoids technical jargon and explains the AI use in terms people can understand.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 affected communities before launch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Create plain-language AI notices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Close the feedback loop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1, Play 4, Play 7, Play 10, Play 12, Play 13) to identify the decisions, approvals, people, and timing needed for responsible implementation. Use the related tools (Tool 1, Tool 3, Tool 19, Tool 20, Tool 21, Tool 22, Tool 46) to create documentation that can be reviewed, saved, revised, and used as evidence of readiness. The practical exercise asks you to produce evidence that can feed into that work: Create a community engagement plan for one AI-supported workflow, including audiences, engagement methods, plain-language explanation, feedback documentation, and governance escalation.
The main guardrail for this lesson is that Public-facing or community-impacting AI can erode trust if affected groups are not engaged before decisions are made.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Engagement helps departments avoid AI uses that appear efficient internally but create confusion, mistrust, stigma, surveillance concerns, or access barriers externally.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community engagement plan for one AI-supported workflow, including audiences, engagement methods, plain-language explanation, feedback documentation, and governance escalation.
AI community engagement plan
Plain-language AI explanation
Feedback-to-decision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communities or partners may be affected by the proposed AI use?
What should be explained in plain language before implementation?
How will community feedback change governance, design, monitoring, or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CDC Health Equity: Public health equity context for community engagement and accountability. https://www.cdc.gov/healthequity/
ASPPH AI Framework Report: Human-centered AI, missing voices, and public accountability framing. https://aspph.org/initiatives/ai-for-public-health/ai-framework-report/
Blueprint for an AI Bill of Rights: Notice, explanation, human alternatives, and protections from automated harms. https://bidenwhitehouse.archives.gov/ostp/ai-bill-of-rights/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Community Engagement for AI</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AI community engagement plan.</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Plain-language AI explanation.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Community engagement for AI should happen before use cases are finalized, especially when a system affects public communication, surveillance, outreach, service access, prioritization, or resource allocation. Engagement helps departments surface concerns that technical testing may miss.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Community engagement: Meaningful involvement of affected communities, partners, and stakeholders in defining problems, reviewing risks, shaping safeguards, and evaluating whether AI use supports public trust and public health goals.</a:t>
            </a:r>
            <a:endParaRPr lang="en-US" sz="1320" dirty="0"/>
          </a:p>
          <a:p>
            <a:r>
              <a:rPr lang="en-US" sz="1320" dirty="0">
                <a:solidFill>
                  <a:srgbClr val="17364A"/>
                </a:solidFill>
                <a:latin typeface="Aptos" pitchFamily="34" charset="0"/>
                <a:ea typeface="Aptos" pitchFamily="34" charset="-122"/>
                <a:cs typeface="Aptos" pitchFamily="34" charset="-120"/>
              </a:rPr>
              <a:t>Equity impact assessment: A structured review of who may benefit, who may be burdened, whose data or experiences are missing, and what safeguards are needed before an AI-supported workflow is approved or scaled.</a:t>
            </a:r>
            <a:endParaRPr lang="en-US" sz="1320" dirty="0"/>
          </a:p>
          <a:p>
            <a:r>
              <a:rPr lang="en-US" sz="1320" dirty="0">
                <a:solidFill>
                  <a:srgbClr val="17364A"/>
                </a:solidFill>
                <a:latin typeface="Aptos" pitchFamily="34" charset="0"/>
                <a:ea typeface="Aptos" pitchFamily="34" charset="-122"/>
                <a:cs typeface="Aptos" pitchFamily="34" charset="-120"/>
              </a:rPr>
              <a:t>Missing voices: People, communities, languages, settings, or experiences that are absent or underrepresented in the data, design process, review process, or evaluation plan.</a:t>
            </a:r>
            <a:endParaRPr lang="en-US" sz="1320" dirty="0"/>
          </a:p>
          <a:p>
            <a:r>
              <a:rPr lang="en-US" sz="1320" dirty="0">
                <a:solidFill>
                  <a:srgbClr val="17364A"/>
                </a:solidFill>
                <a:latin typeface="Aptos" pitchFamily="34" charset="0"/>
                <a:ea typeface="Aptos" pitchFamily="34" charset="-122"/>
                <a:cs typeface="Aptos" pitchFamily="34" charset="-120"/>
              </a:rPr>
              <a:t>Public accountability: The obligation to explain, document, justify, monitor, and correct AI use because public health agencies act under public authority and serve communities that may be affected by their decisions.</a:t>
            </a:r>
            <a:endParaRPr lang="en-US" sz="1320" dirty="0"/>
          </a:p>
          <a:p>
            <a:r>
              <a:rPr lang="en-US" sz="1320" dirty="0">
                <a:solidFill>
                  <a:srgbClr val="17364A"/>
                </a:solidFill>
                <a:latin typeface="Aptos" pitchFamily="34" charset="0"/>
                <a:ea typeface="Aptos" pitchFamily="34" charset="-122"/>
                <a:cs typeface="Aptos" pitchFamily="34" charset="-120"/>
              </a:rPr>
              <a:t>Transparency: Clear communication about when AI is used, why it is used, what data are involved, what humans decide, what limitations exist, and how concerns can be raised.</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Engagement plan is a core concept for this lesson because it turns community engagement for ai from an abstract AI topic into something you can recognize in daily public health work. A plan describing who will be engaged, why, how, when, what will be explained, and how feedback will influence decisions.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Feedback-to-decision log is a core concept for this lesson because it turns community engagement for ai from an abstract AI topic into something you can recognize in daily public health work. A record showing what feedback was received, what changed, what did not change, and why.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Plain-language explanation is a core concept for this lesson because it turns community engagement for ai from an abstract AI topic into something you can recognize in daily public health work. A description that avoids technical jargon and explains the AI use in terms people can understand.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Engage affected communities before launch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Create plain-language AI notices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Close the feedback loop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1, Play 4, Play 7, Play 10, Play 12, Play 13) to identify the decisions, approvals, people, and timing needed for responsible implementation. Use the related tools (Tool 1, Tool 3, Tool 19, Tool 20, Tool 21, Tool 22, Tool 46) to create documentation that can be reviewed, saved, revised, and used as evidence of readiness. The practical exercise asks you to produce evidence that can feed into that work: Create a community engagement plan for one AI-supported workflow, including audiences, engagement methods, plain-language explanation, feedback documentation, and governance escalation. The main guardrail for this lesson is that Public-facing or community-impacting AI can erode trust if affected groups are not engaged before decisions are made.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Engagement helps departments avoid AI uses that appear efficient internally but create confusion, mistrust, stigma, surveillance concerns, or access barriers externally.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Create a community engagement plan for one AI-supported workflow, including audiences, engagement methods, plain-language explanation, feedback documentation, and governance escalation.</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AI community engagement plan</a:t>
            </a:r>
            <a:endParaRPr lang="en-US" sz="1400" dirty="0"/>
          </a:p>
          <a:p>
            <a:r>
              <a:rPr lang="en-US" sz="1400" dirty="0">
                <a:solidFill>
                  <a:srgbClr val="17364A"/>
                </a:solidFill>
                <a:latin typeface="Aptos" pitchFamily="34" charset="0"/>
                <a:ea typeface="Aptos" pitchFamily="34" charset="-122"/>
                <a:cs typeface="Aptos" pitchFamily="34" charset="-120"/>
              </a:rPr>
              <a:t>Expected artifact: Plain-language AI explanation</a:t>
            </a:r>
            <a:endParaRPr lang="en-US" sz="1400" dirty="0"/>
          </a:p>
          <a:p>
            <a:r>
              <a:rPr lang="en-US" sz="1400" dirty="0">
                <a:solidFill>
                  <a:srgbClr val="17364A"/>
                </a:solidFill>
                <a:latin typeface="Aptos" pitchFamily="34" charset="0"/>
                <a:ea typeface="Aptos" pitchFamily="34" charset="-122"/>
                <a:cs typeface="Aptos" pitchFamily="34" charset="-120"/>
              </a:rPr>
              <a:t>Expected artifact: Feedback-to-decision log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communities or partners may be affected by the proposed AI use?</a:t>
            </a:r>
            <a:endParaRPr lang="en-US" sz="1500" dirty="0"/>
          </a:p>
          <a:p>
            <a:r>
              <a:rPr lang="en-US" sz="1500" dirty="0">
                <a:solidFill>
                  <a:srgbClr val="17364A"/>
                </a:solidFill>
                <a:latin typeface="Aptos" pitchFamily="34" charset="0"/>
                <a:ea typeface="Aptos" pitchFamily="34" charset="-122"/>
                <a:cs typeface="Aptos" pitchFamily="34" charset="-120"/>
              </a:rPr>
              <a:t>What should be explained in plain language before implementation?</a:t>
            </a:r>
            <a:endParaRPr lang="en-US" sz="1500" dirty="0"/>
          </a:p>
          <a:p>
            <a:r>
              <a:rPr lang="en-US" sz="1500" dirty="0">
                <a:solidFill>
                  <a:srgbClr val="17364A"/>
                </a:solidFill>
                <a:latin typeface="Aptos" pitchFamily="34" charset="0"/>
                <a:ea typeface="Aptos" pitchFamily="34" charset="-122"/>
                <a:cs typeface="Aptos" pitchFamily="34" charset="-120"/>
              </a:rPr>
              <a:t>How will community feedback change governance, design, monitoring, or communication?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Engagement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CDC Health Equity: Public health equity context for community engagement and accountability.</a:t>
            </a:r>
            <a:endParaRPr lang="en-US" sz="1280" dirty="0"/>
          </a:p>
          <a:p>
            <a:r>
              <a:rPr lang="en-US" sz="1280" dirty="0">
                <a:solidFill>
                  <a:srgbClr val="17364A"/>
                </a:solidFill>
                <a:latin typeface="Aptos" pitchFamily="34" charset="0"/>
                <a:ea typeface="Aptos" pitchFamily="34" charset="-122"/>
                <a:cs typeface="Aptos" pitchFamily="34" charset="-120"/>
              </a:rPr>
              <a:t>ASPPH AI Framework Report: Human-centered AI, missing voices, and public accountability framing.</a:t>
            </a:r>
            <a:endParaRPr lang="en-US" sz="1280" dirty="0"/>
          </a:p>
          <a:p>
            <a:r>
              <a:rPr lang="en-US" sz="1280" dirty="0">
                <a:solidFill>
                  <a:srgbClr val="17364A"/>
                </a:solidFill>
                <a:latin typeface="Aptos" pitchFamily="34" charset="0"/>
                <a:ea typeface="Aptos" pitchFamily="34" charset="-122"/>
                <a:cs typeface="Aptos" pitchFamily="34" charset="-120"/>
              </a:rPr>
              <a:t>Blueprint for an AI Bill of Rights: Notice, explanation, human alternatives, and protections from automated harms.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Engagement for AI</dc:title>
  <dc:subject>Community Engagement for AI learning module</dc:subject>
  <dc:creator>Paula Soper</dc:creator>
  <cp:lastModifiedBy>Paula Soper</cp:lastModifiedBy>
  <cp:revision>1</cp:revision>
  <dcterms:created xsi:type="dcterms:W3CDTF">2026-07-09T20:18:53Z</dcterms:created>
  <dcterms:modified xsi:type="dcterms:W3CDTF">2026-07-09T20:18:53Z</dcterms:modified>
</cp:coreProperties>
</file>