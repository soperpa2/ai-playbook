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PMG 310 Grant and Funding Management for AI Projects
This module focuses on connecting AI projects to allowable costs, deliverables, reporting, performance measures, and sustainability.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Program Management Role-Based Track
Appears in tracks: program-management, public-health-executive-leadership, policy, governance-security
This module focuses on connecting AI projects to allowable costs, deliverables, reporting, performance measures, and sustainability.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this tool to complete or strengthen the practical exercise for the module using fictional, de-identified, or generalized.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grant and funding management for ai projects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connecting AI projects to allowable costs, deliverables, reporting, performance measures, and sustainability.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Grant and Funding Management for AI Projects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connecting AI projects to allowable costs, deliverables, reporting, performance measures, and sustainability.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grant and funding management for ai projects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Grant and Funding Management for AI Projects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Grant and Funding Management for AI Projects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grant and funding management for ai projects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Appendix. Common Source Base Used Across Modules
CDC Public Health Data Strategy and CDC Data Modernization resources.: https://www.cdc.gov/public-health-data-strategy/php/about/index.html
CDC electronic case reporting, electronic laboratory reporting, surveillance, and public health data quality resources.: https://www.cdc.gov/ecr/php/index.html
HL7 FHIR, HL7 US Core, public health implementation guides, CDA, and HL7 v2 implementation materials.: https://hl7.org/fhir/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ONC USCDI, health IT, interoperability, and information blocking resources.: https://isp.healthit.gov/united-states-core-data-interoperability-uscdi
NIST Artificial Intelligence Risk Management Framework, NIST Generative AI Profile, NIST Privacy Framework, and related NIST cybersecurity guidance.: https://www.nist.gov/publications/artificial-intelligence-risk-management-framework-generative-artificial-intelligence
OWASP Top 10 for Large Language Model Applications and related secure AI application guidance.: https://owasp.org/www-project-top-10-for-large-language-model-applications/
WHO ethics and governance guidance for artificial intelligence in health.
Agency policies and procedures for privacy, public records, cybersecurity, procurement, civil rights, accessibility, language access, records retention, incident response,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PMG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Grant and Funding Management for AI Projects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connecting AI projects to allowable costs, deliverables, reporting, performance measures,.</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Program Management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program-management, public-health-executive-leadership, policy,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this tool to complete or strengthen.</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the purpose of grant and funding management for ai projects in public health AI.</a:t>
            </a:r>
            <a:endParaRPr lang="en-US" sz="2100" dirty="0"/>
          </a:p>
          <a:p>
            <a:r>
              <a:rPr lang="en-US" sz="21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2100" dirty="0"/>
          </a:p>
          <a:p>
            <a:r>
              <a:rPr lang="en-US" sz="21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the purpose of grant and funding management for ai projects in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focuses on connecting AI projects to allowable costs, deliverables, reporting, performance.</a:t>
            </a:r>
            <a:endParaRPr lang="en-US" sz="2100" dirty="0"/>
          </a:p>
          <a:p>
            <a:r>
              <a:rPr lang="en-US" sz="21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a:t>
            </a:r>
            <a:endParaRPr lang="en-US" sz="2100" dirty="0"/>
          </a:p>
          <a:p>
            <a:r>
              <a:rPr lang="en-US" sz="21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focuses on connecting AI projects to allowable costs, deliverables, reporting, performance.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2100" dirty="0"/>
          </a:p>
          <a:p>
            <a:r>
              <a:rPr lang="en-US" sz="2100" dirty="0">
                <a:solidFill>
                  <a:srgbClr val="17364A"/>
                </a:solidFill>
                <a:latin typeface="Aptos" pitchFamily="34" charset="0"/>
                <a:ea typeface="Aptos" pitchFamily="34" charset="-122"/>
                <a:cs typeface="Aptos" pitchFamily="34" charset="-120"/>
              </a:rPr>
              <a:t>Evidence artifact: A document, log, checklist, test result, approval record, or review note that.</a:t>
            </a:r>
            <a:endParaRPr lang="en-US" sz="2100" dirty="0"/>
          </a:p>
          <a:p>
            <a:r>
              <a:rPr lang="en-US" sz="21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 The authority to approve, deny, modify, pause, or escalate an AI use case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Grant and Funding Management for AI Projects matters because AI adoption changes how public health.</a:t>
            </a:r>
            <a:endParaRPr lang="en-US" sz="2100" dirty="0"/>
          </a:p>
          <a:p>
            <a:r>
              <a:rPr lang="en-US" sz="21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a:t>
            </a:r>
            <a:endParaRPr lang="en-US" sz="2100" dirty="0"/>
          </a:p>
          <a:p>
            <a:r>
              <a:rPr lang="en-US" sz="21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Grant and Funding Management for AI Projects matters because AI adoption changes how public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public health agency is preparing to use AI in a workflow related to connecting AI projects to.</a:t>
            </a:r>
            <a:endParaRPr lang="en-US" sz="2100" dirty="0"/>
          </a:p>
          <a:p>
            <a:r>
              <a:rPr lang="en-US" sz="21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a:t>
            </a:r>
            <a:endParaRPr lang="en-US" sz="2100" dirty="0"/>
          </a:p>
          <a:p>
            <a:r>
              <a:rPr lang="en-US" sz="21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public health agency is preparing to use AI in a workflow related to connecting AI projects to.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2100" dirty="0"/>
          </a:p>
          <a:p>
            <a:r>
              <a:rPr lang="en-US" sz="21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a:t>
            </a:r>
            <a:endParaRPr lang="en-US" sz="2100" dirty="0"/>
          </a:p>
          <a:p>
            <a:r>
              <a:rPr lang="en-US" sz="21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2100" dirty="0"/>
          </a:p>
          <a:p>
            <a:r>
              <a:rPr lang="en-US" sz="21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review intervals and change triggers.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2100" dirty="0"/>
          </a:p>
          <a:p>
            <a:r>
              <a:rPr lang="en-US" sz="21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public health decision or workflow does this topic affect?</a:t>
            </a:r>
            <a:endParaRPr lang="en-US" sz="2100" dirty="0"/>
          </a:p>
          <a:p>
            <a:r>
              <a:rPr lang="en-US" sz="2100" dirty="0">
                <a:solidFill>
                  <a:srgbClr val="17364A"/>
                </a:solidFill>
                <a:latin typeface="Aptos" pitchFamily="34" charset="0"/>
                <a:ea typeface="Aptos" pitchFamily="34" charset="-122"/>
                <a:cs typeface="Aptos" pitchFamily="34" charset="-120"/>
              </a:rPr>
              <a:t>Who has authority to approve or pause the work?</a:t>
            </a:r>
            <a:endParaRPr lang="en-US" sz="2100" dirty="0"/>
          </a:p>
          <a:p>
            <a:r>
              <a:rPr lang="en-US" sz="21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2100" dirty="0"/>
          </a:p>
          <a:p>
            <a:r>
              <a:rPr lang="en-US" sz="2100" dirty="0">
                <a:solidFill>
                  <a:srgbClr val="17364A"/>
                </a:solidFill>
                <a:latin typeface="Aptos" pitchFamily="34" charset="0"/>
                <a:ea typeface="Aptos" pitchFamily="34" charset="-122"/>
                <a:cs typeface="Aptos" pitchFamily="34" charset="-120"/>
              </a:rPr>
              <a:t>How will the agency know when the workflow needs to be revised?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practical grant and funding management for ai projects artifact for one AI-supported public.</a:t>
            </a:r>
            <a:endParaRPr lang="en-US" sz="2100" dirty="0"/>
          </a:p>
          <a:p>
            <a:r>
              <a:rPr lang="en-US" sz="21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practical grant and funding management for ai projects artifact for one AI-supported public.</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Grant and Funding Management for AI Projects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Grant and Funding Management for AI Projects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Escalation and monitoring plan</a:t>
            </a:r>
            <a:endParaRPr lang="en-US" sz="2100" dirty="0"/>
          </a:p>
          <a:p>
            <a:r>
              <a:rPr lang="en-US" sz="2100" dirty="0">
                <a:solidFill>
                  <a:srgbClr val="17364A"/>
                </a:solidFill>
                <a:latin typeface="Aptos" pitchFamily="34" charset="0"/>
                <a:ea typeface="Aptos" pitchFamily="34" charset="-122"/>
                <a:cs typeface="Aptos" pitchFamily="34" charset="-120"/>
              </a:rPr>
              <a:t>Approval or review note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Escalation and monitoring plan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Grant and Funding Management for AI Projects artifact</a:t>
            </a:r>
            <a:endParaRPr lang="en-US" sz="2100" dirty="0"/>
          </a:p>
          <a:p>
            <a:r>
              <a:rPr lang="en-US" sz="2100" dirty="0">
                <a:solidFill>
                  <a:srgbClr val="17364A"/>
                </a:solidFill>
                <a:latin typeface="Aptos" pitchFamily="34" charset="0"/>
                <a:ea typeface="Aptos" pitchFamily="34" charset="-122"/>
                <a:cs typeface="Aptos" pitchFamily="34" charset="-120"/>
              </a:rPr>
              <a:t>Role and responsibility table</a:t>
            </a:r>
            <a:endParaRPr lang="en-US" sz="2100" dirty="0"/>
          </a:p>
          <a:p>
            <a:r>
              <a:rPr lang="en-US" sz="2100" dirty="0">
                <a:solidFill>
                  <a:srgbClr val="17364A"/>
                </a:solidFill>
                <a:latin typeface="Aptos" pitchFamily="34" charset="0"/>
                <a:ea typeface="Aptos" pitchFamily="34" charset="-122"/>
                <a:cs typeface="Aptos" pitchFamily="34" charset="-120"/>
              </a:rPr>
              <a:t>Risk and safeguard summary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Grant and Funding Management for AI Projects artifact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evidence that grant and funding management for ai projects has been applied.</a:t>
            </a:r>
            <a:endParaRPr lang="en-US" sz="2100" dirty="0"/>
          </a:p>
          <a:p>
            <a:r>
              <a:rPr lang="en-US" sz="2100" dirty="0">
                <a:solidFill>
                  <a:srgbClr val="17364A"/>
                </a:solidFill>
                <a:latin typeface="Aptos" pitchFamily="34" charset="0"/>
                <a:ea typeface="Aptos" pitchFamily="34" charset="-122"/>
                <a:cs typeface="Aptos" pitchFamily="34" charset="-120"/>
              </a:rPr>
              <a:t>2. What is the best reason to assign an accountability owner?</a:t>
            </a:r>
            <a:endParaRPr lang="en-US" sz="2100" dirty="0"/>
          </a:p>
          <a:p>
            <a:r>
              <a:rPr lang="en-US" sz="2100" dirty="0">
                <a:solidFill>
                  <a:srgbClr val="17364A"/>
                </a:solidFill>
                <a:latin typeface="Aptos" pitchFamily="34" charset="0"/>
                <a:ea typeface="Aptos" pitchFamily="34" charset="-122"/>
                <a:cs typeface="Aptos" pitchFamily="34" charset="-120"/>
              </a:rPr>
              <a:t>3. When should an AI-supported workflow be escalated for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evidence that grant and funding management for ai projects has been applied.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WHO Ethics and Governance of Artificial Intelligence for Health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2100" dirty="0"/>
          </a:p>
          <a:p>
            <a:r>
              <a:rPr lang="en-US" sz="2100" dirty="0">
                <a:solidFill>
                  <a:srgbClr val="17364A"/>
                </a:solidFill>
                <a:latin typeface="Aptos" pitchFamily="34" charset="0"/>
                <a:ea typeface="Aptos" pitchFamily="34" charset="-122"/>
                <a:cs typeface="Aptos" pitchFamily="34" charset="-120"/>
              </a:rPr>
              <a:t>Appendix. Common Source Base Used Across Modules</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CDC Data Modernization resources.:.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Grant and Funding Management for AI Projects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ONC USCDI, health IT, interoperability, and information blocking resources.:.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 NIST Generative AI Profile, NIST Privacy.</a:t>
            </a:r>
            <a:endParaRPr lang="en-US" sz="2100" dirty="0"/>
          </a:p>
          <a:p>
            <a:r>
              <a:rPr lang="en-US" sz="2100" dirty="0">
                <a:solidFill>
                  <a:srgbClr val="17364A"/>
                </a:solidFill>
                <a:latin typeface="Aptos" pitchFamily="34" charset="0"/>
                <a:ea typeface="Aptos" pitchFamily="34" charset="-122"/>
                <a:cs typeface="Aptos" pitchFamily="34" charset="-120"/>
              </a:rPr>
              <a:t>OWASP Top 10 for Large Language Model Applications and related secure AI application guidance.:.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ONC USCDI, health IT, interoperability, and information blocking resources.:.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Grant and Funding Management for AI Projects</dc:title>
  <dc:subject>Grant and Funding Management for AI Projects learning module</dc:subject>
  <dc:creator>Paula Soper</dc:creator>
  <cp:lastModifiedBy>Paula Soper</cp:lastModifiedBy>
  <cp:revision>1</cp:revision>
  <dcterms:created xsi:type="dcterms:W3CDTF">2026-07-12T19:24:28Z</dcterms:created>
  <dcterms:modified xsi:type="dcterms:W3CDTF">2026-07-12T19:24:28Z</dcterms:modified>
</cp:coreProperties>
</file>