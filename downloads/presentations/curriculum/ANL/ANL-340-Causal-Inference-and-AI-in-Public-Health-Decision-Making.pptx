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Inference and AI in Public Health Decision-Making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prediction from causal inference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correlation and prediction do not establish causation.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confounding, selection bias, collider bias, and temporal ambiguity in public health data.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when a decision requires causal evidence rather than risk prediction alone.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appropriate evidence sources for evaluating interventions or policy effects.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causal question framing worksheet for an AI-supported decision.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Causal question framing worksheet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anl-340-causal-inference-and-ai-in-public-health-decision-making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make weak evidence appear stronger than it is.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may predict which communities have higher hospitalization risk, but that does not prove which intervention will reduce hospitalization.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may find that people who receive a service have better outcomes, but that pattern may reflect who was able to access the service rather than…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decisions often involve resource allocation, program design, policy evaluation, and equity tradeoffs.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decisions require clarity about whether the agency is asking a prediction question, an explanation question, or an intervention question.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Prediction: An estimate of what is likely to happen based on observed patterns.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inference: The process of estimating whether and how an exposure, policy, program, or intervention changes an outcome.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Confounding: A distortion that occurs when another factor is related to both the exposure and the outcome.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Counterfactual: The outcome that would have occurred under a different condition or intervention.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Quasi-experimental design: An evaluation approach that estimates causal effects without random assignment.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health department uses an AI model to predict which neighborhoods are likely to experience low vaccination coverage.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may help target outreach, but it does not prove why coverage is low or which outreach strategy will work.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leaders want to know whether mobile clinics, reminder messages, school partnerships, or community health workers caused an improvement, they…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distinction prevents overclaiming.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models can identify risk, but causal inference is needed to decide what action is likely to change that risk.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help draft evaluation questions or summarize literature, but humans must verify methods and assumptions.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decision-making should label outputs clearly as prediction, association, causal evidence, or hypothesis.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inference begins with a clearly framed question.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structure is: among which population, what is the intervention or exposure, what is the comparison, what outcome is measured, and…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this structure, teams may ask a model to answer a question that the available data cannot support.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Confounding is one of the most important threats.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example, a program may appear to improve outcomes because participants were already more connected to care.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bias may occur when data include only people who interacted with a system.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failure mode is causal overreach.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or AI report may state that a program reduced disease, improved access, or changed behavior when the evidence only…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causal language review before results are used in reports, funding decisions, policy recommendations, or public…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inequitable inference.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may be more complete for some groups than others, and interventions may reach groups differently.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causal question framing worksheet for an AI-supported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population, intervention or exposure, comparison, outcome, time period, likely confounders, data limitations, and what evidence…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question framing worksheet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of assumptions and likely confounders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evaluation design or expert consultation need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statement distinguishing prediction from causation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statement best distinguishes prediction from causal inference?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340: Causal Inference and AI in Public Health Decision-Making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