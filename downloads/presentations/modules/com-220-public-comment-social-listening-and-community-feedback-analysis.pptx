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 220 Public Comment, Social Listening, and Community Feedback Analysis
This module focuses on ethical analysis of public comments, social listening data, and community feedback.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Communications Role-Based Track
Appears in tracks: communications, policy, ai-for-social-good, governance-security
This module focuses on ethical analysis of public comments, social listening data, and community feedback.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 Vision &amp; Guardrails - This lesson informs Play 1 by helping learners connect the lesson topic to vision &amp; guardrails work in the AI Playbook sequence.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3: Establish AI Governance - This lesson informs Play 3 by helping learners connect the lesson topic to establish ai governance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1: AI Vision &amp; Principles Workshop (Workshop) - Use AI Vision &amp; Principles Workshop to translate this lesson into a documented public health AI planning, governance,.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public comment, social listening, and community feedback analysis in public health AI.
Identify the roles, decisions, risks, and documentation needed for the topic.
Apply the topic to a real or realistic public health workflow or decision.
Recognize equity, privacy, security, legal, operational, and public trust implications.
Produce a practical artifact that supports readiness, governance, implementation, monitoring, or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This module focuses on ethical analysis of public comments, social listening data, and community feedback.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Decision right: The authority to approve, deny, modify, pause, or escalate an AI use case or operational decision.
Evidence artifact: A document, log, checklist, test result, approval record, or review note that demonstrates responsible AI practice.
Escalation pathway: A defined route for raising concerns to the appropriate reviewer or decision-maker.
Accountability owner: The person or role responsible for ensuring that an AI use case is governed, monitored, and corrected when needed.
Operational safeguard: A procedure, control, or review step that reduces risk during day-to-day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Public Comment, Social Listening, and Community Feedback Analysis matters because AI adoption changes how public health agencies make, document, communicate, and review decisions. Without a structured approach, staff may rely on informal practices, vendor assurances, or one-time approvals that do not match the operational consequences of AI-supported work.
Public health agencies operate under legal authorities, public accountability, resource constraints, and community trust obligations. A module on this topic helps agencies define repeatable expectations before urgent situations arise. It also helps staff distinguish low-risk administrative support from uses that affect surveillance, public communications, field response, resource allocation, civil rights, privacy, or official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public health agency is preparing to use AI in a workflow related to ethical analysis of public comments, social listening data, and community feedback. The project team initially treats the tool as a helpful efficiency aid, but governance reviewers recognize that the workflow may affect public trust, equity, official records, or public health action.
The agency responds by creating a clear artifact that defines intended use, prohibited use, responsible roles, review points, documentation expectations, escalation triggers, and monitoring measures. This converts a broad AI idea into a manageable public health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The first step in this topic is to define the decision or workflow clearly. Staff should identify who is affected, what data are used, what AI output is produced, who reviews the output, and what action may follow. This prevents the module from becoming abstract and anchors the work in public health practice.
The second step is to assign responsibilities. AI-supported workflows often cross program, IT, legal, privacy, communications, procurement, and leadership boundaries. Responsibilities should be named by role rather than assumed. The artifact should specify who prepares materials, who reviews risks, who approves use, who monitors performance, and who can pause or revise the workflow.
The third step is to define evidence. Responsible AI depends on more than policy statements. Agencies need records that show what was reviewed, what decisions were made, what safeguards were applied, what incidents occurred, and how the workflow changed over time. Evidence also supports audits, public records review, quality improvement, and leadership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treating the topic as a one-time checklist. AI risks can change when data sources, models, vendors, policies, users, or public expectations change. A guardrail is to define review intervals and change triggers.
Another failure mode is unclear ownership. When everyone is responsible in general, no one may be responsible in practice. A guardrail is to assign an accountability owner and name escalation pathways.
A third failure mode is relying on vendor claims or informal staff confidence without documentation. A guardrail is to require evidence artifacts that can be reviewed by governance, leadership, privacy, legal, equity, security, or program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This topic applies across generative AI, predictive analytics, NLP, RAG, automation, and agentic workflows. The more sensitive the data, the more consequential the output, or the more automated the action, the stronger the documentation, review, and monitoring expectations should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public health decision or workflow does this topic affect?
Who has authority to approve or pause the work?
What evidence would show that the workflow is responsible and effective?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equity, privacy, legal, security, or public trust risks require review?
How will the agency know when the workflow needs to be revised?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practical public comment, social listening, and community feedback analysis artifact for one AI-supported public health use case. The artifact should define the use case, affected roles, review criteria, safeguards, documentation expectations, escalation triggers, monitoring indicators, and next review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Public Comment, Social Listening, and Community Feedback Analysis artifact
Role and responsibility table
Risk and safeguard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Escalation and monitoring plan
Approval or review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Public Comment, Social Listening, and Community Feedback Analysis artifact
Role and responsibility table
Risk and safeguard summary
Escalation and monitoring plan
Approval or review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evidence that public comment, social listening, and community feedback analysis has been applied responsibly?
2. What is the best reason to assign an accountability owner?
3. When should an AI-supported workflow be escalated for review?
4. Which practice best supports public accountability?
5. What should happen when data sources, policy, vendor configuration, or workflow use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Public Health Data Strategy and Data Modernization resources: https://www.cdc.gov/public-health-data-strategy/php/about/index.html
NIST Artificial Intelligence Risk Management Framework and NIST Generative AI Profile: https://www.nist.gov/publications/artificial-intelligence-risk-management-framework-generative-artificial-intelligence
WHO Ethics and Governance of Artificial Intelligence for Health guidance: https://www.who.int/publications/i/item/9789240029200
OWASP Top 10 for Large Language Model Applications: https://owasp.org/www-project-top-10-for-large-language-model-applications/
ONC health IT, interoperability, and information blocking resources: https://www.healthit.gov/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Agency policies for privacy, public records, cybersecurity, procurement, civil rights, accessibility, language access, and emergency communications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COM 220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Public Comment, Social Listening, and Community Feedback Analysis</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Comment, Social Listening, and Community Feedback Analysis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focuses on ethical analysis of public comments, social listening data, and community feedback.</a:t>
            </a:r>
            <a:endParaRPr lang="en-US" sz="2100" dirty="0"/>
          </a:p>
          <a:p>
            <a:r>
              <a:rPr lang="en-US" sz="2100" dirty="0">
                <a:solidFill>
                  <a:srgbClr val="17364A"/>
                </a:solidFill>
                <a:latin typeface="Aptos" pitchFamily="34" charset="0"/>
                <a:ea typeface="Aptos" pitchFamily="34" charset="-122"/>
                <a:cs typeface="Aptos" pitchFamily="34" charset="-120"/>
              </a:rPr>
              <a:t>It is designed for public health staff who must translate responsible AI principles into repeatable decisions,.</a:t>
            </a:r>
            <a:endParaRPr lang="en-US" sz="2100" dirty="0"/>
          </a:p>
          <a:p>
            <a:r>
              <a:rPr lang="en-US" sz="2100" dirty="0">
                <a:solidFill>
                  <a:srgbClr val="17364A"/>
                </a:solidFill>
                <a:latin typeface="Aptos" pitchFamily="34" charset="0"/>
                <a:ea typeface="Aptos" pitchFamily="34" charset="-122"/>
                <a:cs typeface="Aptos" pitchFamily="34" charset="-120"/>
              </a:rPr>
              <a:t>The module helps learners move beyond general awareness by producing a practical artifact that can be used in.</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applied/foundational</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Communications Role-Based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communications, policy, ai-for-social-good, governance-security</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Comment, Social Listening, and Community Feedback Analysis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Comment, Social Listening, and Community Feedback Analysis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1: AI Vision &amp; Principles Workshop (Workshop) - Use AI Vision &amp; Principles Workshop to translate this.</a:t>
            </a:r>
            <a:endParaRPr lang="en-US" sz="1850" dirty="0"/>
          </a:p>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Comment, Social Listening, and Community Feedback Analysis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the purpose of public comment, social listening, and community feedback analysis in public.</a:t>
            </a:r>
            <a:endParaRPr lang="en-US" sz="2100" dirty="0"/>
          </a:p>
          <a:p>
            <a:r>
              <a:rPr lang="en-US" sz="2100" dirty="0">
                <a:solidFill>
                  <a:srgbClr val="17364A"/>
                </a:solidFill>
                <a:latin typeface="Aptos" pitchFamily="34" charset="0"/>
                <a:ea typeface="Aptos" pitchFamily="34" charset="-122"/>
                <a:cs typeface="Aptos" pitchFamily="34" charset="-120"/>
              </a:rPr>
              <a:t>Identify the roles, decisions, risks, and documentation needed for the topic.</a:t>
            </a:r>
            <a:endParaRPr lang="en-US" sz="2100" dirty="0"/>
          </a:p>
          <a:p>
            <a:r>
              <a:rPr lang="en-US" sz="2100" dirty="0">
                <a:solidFill>
                  <a:srgbClr val="17364A"/>
                </a:solidFill>
                <a:latin typeface="Aptos" pitchFamily="34" charset="0"/>
                <a:ea typeface="Aptos" pitchFamily="34" charset="-122"/>
                <a:cs typeface="Aptos" pitchFamily="34" charset="-120"/>
              </a:rPr>
              <a:t>Apply the topic to a real or realistic public health workflow or decision.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the purpose of public comment, social listening, and community feedback analysis in public.</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Comment, Social Listening, and Community Feedback Analysis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focuses on ethical analysis of public comments, social listening data, and community.</a:t>
            </a:r>
            <a:endParaRPr lang="en-US" sz="2100" dirty="0"/>
          </a:p>
          <a:p>
            <a:r>
              <a:rPr lang="en-US" sz="2100" dirty="0">
                <a:solidFill>
                  <a:srgbClr val="17364A"/>
                </a:solidFill>
                <a:latin typeface="Aptos" pitchFamily="34" charset="0"/>
                <a:ea typeface="Aptos" pitchFamily="34" charset="-122"/>
                <a:cs typeface="Aptos" pitchFamily="34" charset="-120"/>
              </a:rPr>
              <a:t>It is designed for public health staff who must translate responsible AI principles into repeatable.</a:t>
            </a:r>
            <a:endParaRPr lang="en-US" sz="2100" dirty="0"/>
          </a:p>
          <a:p>
            <a:r>
              <a:rPr lang="en-US" sz="2100" dirty="0">
                <a:solidFill>
                  <a:srgbClr val="17364A"/>
                </a:solidFill>
                <a:latin typeface="Aptos" pitchFamily="34" charset="0"/>
                <a:ea typeface="Aptos" pitchFamily="34" charset="-122"/>
                <a:cs typeface="Aptos" pitchFamily="34" charset="-120"/>
              </a:rPr>
              <a:t>The module helps learners move beyond general awareness by producing a practical artifact that can be.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focuses on ethical analysis of public comments, social listening data, and community.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Comment, Social Listening, and Community Feedback Analysis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Definitions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Decision right: The authority to approve, deny, modify, pause, or escalate an AI use case or.</a:t>
            </a:r>
            <a:endParaRPr lang="en-US" sz="2100" dirty="0"/>
          </a:p>
          <a:p>
            <a:r>
              <a:rPr lang="en-US" sz="2100" dirty="0">
                <a:solidFill>
                  <a:srgbClr val="17364A"/>
                </a:solidFill>
                <a:latin typeface="Aptos" pitchFamily="34" charset="0"/>
                <a:ea typeface="Aptos" pitchFamily="34" charset="-122"/>
                <a:cs typeface="Aptos" pitchFamily="34" charset="-120"/>
              </a:rPr>
              <a:t>Evidence artifact: A document, log, checklist, test result, approval record, or review note that.</a:t>
            </a:r>
            <a:endParaRPr lang="en-US" sz="2100" dirty="0"/>
          </a:p>
          <a:p>
            <a:r>
              <a:rPr lang="en-US" sz="2100" dirty="0">
                <a:solidFill>
                  <a:srgbClr val="17364A"/>
                </a:solidFill>
                <a:latin typeface="Aptos" pitchFamily="34" charset="0"/>
                <a:ea typeface="Aptos" pitchFamily="34" charset="-122"/>
                <a:cs typeface="Aptos" pitchFamily="34" charset="-120"/>
              </a:rPr>
              <a:t>Escalation pathway: A defined route for raising concerns to the appropriate reviewer or decision-maker.</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Decision right: The authority to approve, deny, modify, pause, or escalate an AI use case or.</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Comment, Social Listening, and Community Feedback Analysis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2100" dirty="0"/>
          </a:p>
          <a:p>
            <a:r>
              <a:rPr lang="en-US" sz="2100" dirty="0">
                <a:solidFill>
                  <a:srgbClr val="17364A"/>
                </a:solidFill>
                <a:latin typeface="Aptos" pitchFamily="34" charset="0"/>
                <a:ea typeface="Aptos" pitchFamily="34" charset="-122"/>
                <a:cs typeface="Aptos" pitchFamily="34" charset="-120"/>
              </a:rPr>
              <a:t>It is not legal advice and does not replace review by agency legal counsel, privacy officers,.</a:t>
            </a:r>
            <a:endParaRPr lang="en-US" sz="2100" dirty="0"/>
          </a:p>
          <a:p>
            <a:r>
              <a:rPr lang="en-US" sz="2100" dirty="0">
                <a:solidFill>
                  <a:srgbClr val="17364A"/>
                </a:solidFill>
                <a:latin typeface="Aptos" pitchFamily="34" charset="0"/>
                <a:ea typeface="Aptos" pitchFamily="34" charset="-122"/>
                <a:cs typeface="Aptos" pitchFamily="34" charset="-120"/>
              </a:rPr>
              <a:t>Requirements may vary by state, locality, territory, Tribe, agency, funding source, data-sharing.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Comment, Social Listening, and Community Feedback Analysis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Public Comment, Social Listening, and Community Feedback Analysis matters because AI adoption changes.</a:t>
            </a:r>
            <a:endParaRPr lang="en-US" sz="2100" dirty="0"/>
          </a:p>
          <a:p>
            <a:r>
              <a:rPr lang="en-US" sz="2100" dirty="0">
                <a:solidFill>
                  <a:srgbClr val="17364A"/>
                </a:solidFill>
                <a:latin typeface="Aptos" pitchFamily="34" charset="0"/>
                <a:ea typeface="Aptos" pitchFamily="34" charset="-122"/>
                <a:cs typeface="Aptos" pitchFamily="34" charset="-120"/>
              </a:rPr>
              <a:t>Without a structured approach, staff may rely on informal practices, vendor assurances, or one-time.</a:t>
            </a:r>
            <a:endParaRPr lang="en-US" sz="2100" dirty="0"/>
          </a:p>
          <a:p>
            <a:r>
              <a:rPr lang="en-US" sz="2100" dirty="0">
                <a:solidFill>
                  <a:srgbClr val="17364A"/>
                </a:solidFill>
                <a:latin typeface="Aptos" pitchFamily="34" charset="0"/>
                <a:ea typeface="Aptos" pitchFamily="34" charset="-122"/>
                <a:cs typeface="Aptos" pitchFamily="34" charset="-120"/>
              </a:rPr>
              <a:t>Public health agencies operate under legal authorities, public accountability, resource constraints,.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Public Comment, Social Listening, and Community Feedback Analysis matters because AI adoption changes.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Comment, Social Listening, and Community Feedback Analysis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public health agency is preparing to use AI in a workflow related to ethical analysis of public.</a:t>
            </a:r>
            <a:endParaRPr lang="en-US" sz="2100" dirty="0"/>
          </a:p>
          <a:p>
            <a:r>
              <a:rPr lang="en-US" sz="2100" dirty="0">
                <a:solidFill>
                  <a:srgbClr val="17364A"/>
                </a:solidFill>
                <a:latin typeface="Aptos" pitchFamily="34" charset="0"/>
                <a:ea typeface="Aptos" pitchFamily="34" charset="-122"/>
                <a:cs typeface="Aptos" pitchFamily="34" charset="-120"/>
              </a:rPr>
              <a:t>The project team initially treats the tool as a helpful efficiency aid, but governance reviewers.</a:t>
            </a:r>
            <a:endParaRPr lang="en-US" sz="2100" dirty="0"/>
          </a:p>
          <a:p>
            <a:r>
              <a:rPr lang="en-US" sz="2100" dirty="0">
                <a:solidFill>
                  <a:srgbClr val="17364A"/>
                </a:solidFill>
                <a:latin typeface="Aptos" pitchFamily="34" charset="0"/>
                <a:ea typeface="Aptos" pitchFamily="34" charset="-122"/>
                <a:cs typeface="Aptos" pitchFamily="34" charset="-120"/>
              </a:rPr>
              <a:t>The agency responds by creating a clear artifact that defines intended use, prohibited use, responsible.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public health agency is preparing to use AI in a workflow related to ethical analysis of public.</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Comment, Social Listening, and Community Feedback Analysis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Topic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first step in this topic is to define the decision or workflow clearly.</a:t>
            </a:r>
            <a:endParaRPr lang="en-US" sz="2100" dirty="0"/>
          </a:p>
          <a:p>
            <a:r>
              <a:rPr lang="en-US" sz="2100" dirty="0">
                <a:solidFill>
                  <a:srgbClr val="17364A"/>
                </a:solidFill>
                <a:latin typeface="Aptos" pitchFamily="34" charset="0"/>
                <a:ea typeface="Aptos" pitchFamily="34" charset="-122"/>
                <a:cs typeface="Aptos" pitchFamily="34" charset="-120"/>
              </a:rPr>
              <a:t>Staff should identify who is affected, what data are used, what AI output is produced, who reviews the.</a:t>
            </a:r>
            <a:endParaRPr lang="en-US" sz="2100" dirty="0"/>
          </a:p>
          <a:p>
            <a:r>
              <a:rPr lang="en-US" sz="2100" dirty="0">
                <a:solidFill>
                  <a:srgbClr val="17364A"/>
                </a:solidFill>
                <a:latin typeface="Aptos" pitchFamily="34" charset="0"/>
                <a:ea typeface="Aptos" pitchFamily="34" charset="-122"/>
                <a:cs typeface="Aptos" pitchFamily="34" charset="-120"/>
              </a:rPr>
              <a:t>This prevents the module from becoming abstract and anchors the work in public health practice.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first step in this topic is to define the decision or workflow clearly.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Comment, Social Listening, and Community Feedback Analysis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common failure mode is treating the topic as a one-time checklist.</a:t>
            </a:r>
            <a:endParaRPr lang="en-US" sz="2100" dirty="0"/>
          </a:p>
          <a:p>
            <a:r>
              <a:rPr lang="en-US" sz="2100" dirty="0">
                <a:solidFill>
                  <a:srgbClr val="17364A"/>
                </a:solidFill>
                <a:latin typeface="Aptos" pitchFamily="34" charset="0"/>
                <a:ea typeface="Aptos" pitchFamily="34" charset="-122"/>
                <a:cs typeface="Aptos" pitchFamily="34" charset="-120"/>
              </a:rPr>
              <a:t>AI risks can change when data sources, models, vendors, policies, users, or public expectations change.</a:t>
            </a:r>
            <a:endParaRPr lang="en-US" sz="2100" dirty="0"/>
          </a:p>
          <a:p>
            <a:r>
              <a:rPr lang="en-US" sz="2100" dirty="0">
                <a:solidFill>
                  <a:srgbClr val="17364A"/>
                </a:solidFill>
                <a:latin typeface="Aptos" pitchFamily="34" charset="0"/>
                <a:ea typeface="Aptos" pitchFamily="34" charset="-122"/>
                <a:cs typeface="Aptos" pitchFamily="34" charset="-120"/>
              </a:rPr>
              <a:t>A guardrail is to define review intervals and change triggers.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common failure mode is treating the topic as a one-time checklist.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Comment, Social Listening, and Community Feedback Analysis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topic applies across generative AI, predictive analytics, NLP, RAG, automation, and agentic.</a:t>
            </a:r>
            <a:endParaRPr lang="en-US" sz="2100" dirty="0"/>
          </a:p>
          <a:p>
            <a:r>
              <a:rPr lang="en-US" sz="2100" dirty="0">
                <a:solidFill>
                  <a:srgbClr val="17364A"/>
                </a:solidFill>
                <a:latin typeface="Aptos" pitchFamily="34" charset="0"/>
                <a:ea typeface="Aptos" pitchFamily="34" charset="-122"/>
                <a:cs typeface="Aptos" pitchFamily="34" charset="-120"/>
              </a:rPr>
              <a:t>The more sensitive the data, the more consequential the output, or the more automated the action, the.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topic applies across generative AI, predictive analytics, NLP, RAG, automation, and agentic.</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Comment, Social Listening, and Community Feedback Analysis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public health decision or workflow does this topic affect?</a:t>
            </a:r>
            <a:endParaRPr lang="en-US" sz="2100" dirty="0"/>
          </a:p>
          <a:p>
            <a:r>
              <a:rPr lang="en-US" sz="2100" dirty="0">
                <a:solidFill>
                  <a:srgbClr val="17364A"/>
                </a:solidFill>
                <a:latin typeface="Aptos" pitchFamily="34" charset="0"/>
                <a:ea typeface="Aptos" pitchFamily="34" charset="-122"/>
                <a:cs typeface="Aptos" pitchFamily="34" charset="-120"/>
              </a:rPr>
              <a:t>Who has authority to approve or pause the work?</a:t>
            </a:r>
            <a:endParaRPr lang="en-US" sz="2100" dirty="0"/>
          </a:p>
          <a:p>
            <a:r>
              <a:rPr lang="en-US" sz="2100" dirty="0">
                <a:solidFill>
                  <a:srgbClr val="17364A"/>
                </a:solidFill>
                <a:latin typeface="Aptos" pitchFamily="34" charset="0"/>
                <a:ea typeface="Aptos" pitchFamily="34" charset="-122"/>
                <a:cs typeface="Aptos" pitchFamily="34" charset="-120"/>
              </a:rPr>
              <a:t>What evidence would show that the workflow is responsible and effective?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public health decision or workflow does this topic affect?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Comment, Social Listening, and Community Feedback Analysis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equity, privacy, legal, security, or public trust risks require review?</a:t>
            </a:r>
            <a:endParaRPr lang="en-US" sz="2100" dirty="0"/>
          </a:p>
          <a:p>
            <a:r>
              <a:rPr lang="en-US" sz="2100" dirty="0">
                <a:solidFill>
                  <a:srgbClr val="17364A"/>
                </a:solidFill>
                <a:latin typeface="Aptos" pitchFamily="34" charset="0"/>
                <a:ea typeface="Aptos" pitchFamily="34" charset="-122"/>
                <a:cs typeface="Aptos" pitchFamily="34" charset="-120"/>
              </a:rPr>
              <a:t>How will the agency know when the workflow needs to be revised?</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equity, privacy, legal, security, or public trust risks require review?</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Comment, Social Listening, and Community Feedback Analysis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practical public comment, social listening, and community feedback analysis artifact for one.</a:t>
            </a:r>
            <a:endParaRPr lang="en-US" sz="2100" dirty="0"/>
          </a:p>
          <a:p>
            <a:r>
              <a:rPr lang="en-US" sz="2100" dirty="0">
                <a:solidFill>
                  <a:srgbClr val="17364A"/>
                </a:solidFill>
                <a:latin typeface="Aptos" pitchFamily="34" charset="0"/>
                <a:ea typeface="Aptos" pitchFamily="34" charset="-122"/>
                <a:cs typeface="Aptos" pitchFamily="34" charset="-120"/>
              </a:rPr>
              <a:t>The artifact should define the use case, affected roles, review criteria, safeguards, documentation.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practical public comment, social listening, and community feedback analysis artifact for one.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Comment, Social Listening, and Community Feedback Analysis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Public Comment, Social Listening, and Community Feedback Analysis artifact</a:t>
            </a:r>
            <a:endParaRPr lang="en-US" sz="2100" dirty="0"/>
          </a:p>
          <a:p>
            <a:r>
              <a:rPr lang="en-US" sz="2100" dirty="0">
                <a:solidFill>
                  <a:srgbClr val="17364A"/>
                </a:solidFill>
                <a:latin typeface="Aptos" pitchFamily="34" charset="0"/>
                <a:ea typeface="Aptos" pitchFamily="34" charset="-122"/>
                <a:cs typeface="Aptos" pitchFamily="34" charset="-120"/>
              </a:rPr>
              <a:t>Role and responsibility table</a:t>
            </a:r>
            <a:endParaRPr lang="en-US" sz="2100" dirty="0"/>
          </a:p>
          <a:p>
            <a:r>
              <a:rPr lang="en-US" sz="2100" dirty="0">
                <a:solidFill>
                  <a:srgbClr val="17364A"/>
                </a:solidFill>
                <a:latin typeface="Aptos" pitchFamily="34" charset="0"/>
                <a:ea typeface="Aptos" pitchFamily="34" charset="-122"/>
                <a:cs typeface="Aptos" pitchFamily="34" charset="-120"/>
              </a:rPr>
              <a:t>Risk and safeguard summary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Public Comment, Social Listening, and Community Feedback Analysis artifact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Comment, Social Listening, and Community Feedback Analysis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Escalation and monitoring plan</a:t>
            </a:r>
            <a:endParaRPr lang="en-US" sz="2100" dirty="0"/>
          </a:p>
          <a:p>
            <a:r>
              <a:rPr lang="en-US" sz="2100" dirty="0">
                <a:solidFill>
                  <a:srgbClr val="17364A"/>
                </a:solidFill>
                <a:latin typeface="Aptos" pitchFamily="34" charset="0"/>
                <a:ea typeface="Aptos" pitchFamily="34" charset="-122"/>
                <a:cs typeface="Aptos" pitchFamily="34" charset="-120"/>
              </a:rPr>
              <a:t>Approval or review note</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Escalation and monitoring plan</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Comment, Social Listening, and Community Feedback Analysis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Public Comment, Social Listening, and Community Feedback Analysis artifact</a:t>
            </a:r>
            <a:endParaRPr lang="en-US" sz="2100" dirty="0"/>
          </a:p>
          <a:p>
            <a:r>
              <a:rPr lang="en-US" sz="2100" dirty="0">
                <a:solidFill>
                  <a:srgbClr val="17364A"/>
                </a:solidFill>
                <a:latin typeface="Aptos" pitchFamily="34" charset="0"/>
                <a:ea typeface="Aptos" pitchFamily="34" charset="-122"/>
                <a:cs typeface="Aptos" pitchFamily="34" charset="-120"/>
              </a:rPr>
              <a:t>Role and responsibility table</a:t>
            </a:r>
            <a:endParaRPr lang="en-US" sz="2100" dirty="0"/>
          </a:p>
          <a:p>
            <a:r>
              <a:rPr lang="en-US" sz="2100" dirty="0">
                <a:solidFill>
                  <a:srgbClr val="17364A"/>
                </a:solidFill>
                <a:latin typeface="Aptos" pitchFamily="34" charset="0"/>
                <a:ea typeface="Aptos" pitchFamily="34" charset="-122"/>
                <a:cs typeface="Aptos" pitchFamily="34" charset="-120"/>
              </a:rPr>
              <a:t>Risk and safeguard summary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Public Comment, Social Listening, and Community Feedback Analysis artifact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Comment, Social Listening, and Community Feedback Analysis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the strongest evidence that public comment, social listening, and community feedback.</a:t>
            </a:r>
            <a:endParaRPr lang="en-US" sz="2100" dirty="0"/>
          </a:p>
          <a:p>
            <a:r>
              <a:rPr lang="en-US" sz="2100" dirty="0">
                <a:solidFill>
                  <a:srgbClr val="17364A"/>
                </a:solidFill>
                <a:latin typeface="Aptos" pitchFamily="34" charset="0"/>
                <a:ea typeface="Aptos" pitchFamily="34" charset="-122"/>
                <a:cs typeface="Aptos" pitchFamily="34" charset="-120"/>
              </a:rPr>
              <a:t>2. What is the best reason to assign an accountability owner?</a:t>
            </a:r>
            <a:endParaRPr lang="en-US" sz="2100" dirty="0"/>
          </a:p>
          <a:p>
            <a:r>
              <a:rPr lang="en-US" sz="2100" dirty="0">
                <a:solidFill>
                  <a:srgbClr val="17364A"/>
                </a:solidFill>
                <a:latin typeface="Aptos" pitchFamily="34" charset="0"/>
                <a:ea typeface="Aptos" pitchFamily="34" charset="-122"/>
                <a:cs typeface="Aptos" pitchFamily="34" charset="-120"/>
              </a:rPr>
              <a:t>3. When should an AI-supported workflow be escalated for review?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the strongest evidence that public comment, social listening, and community feedback.</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Comment, Social Listening, and Community Feedback Analysis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2100" dirty="0"/>
          </a:p>
          <a:p>
            <a:r>
              <a:rPr lang="en-US" sz="2100" dirty="0">
                <a:solidFill>
                  <a:srgbClr val="17364A"/>
                </a:solidFill>
                <a:latin typeface="Aptos" pitchFamily="34" charset="0"/>
                <a:ea typeface="Aptos" pitchFamily="34" charset="-122"/>
                <a:cs typeface="Aptos" pitchFamily="34" charset="-120"/>
              </a:rPr>
              <a:t>NIST Artificial Intelligence Risk Management Framework and NIST Generative AI Profile:.</a:t>
            </a:r>
            <a:endParaRPr lang="en-US" sz="2100" dirty="0"/>
          </a:p>
          <a:p>
            <a:r>
              <a:rPr lang="en-US" sz="2100" dirty="0">
                <a:solidFill>
                  <a:srgbClr val="17364A"/>
                </a:solidFill>
                <a:latin typeface="Aptos" pitchFamily="34" charset="0"/>
                <a:ea typeface="Aptos" pitchFamily="34" charset="-122"/>
                <a:cs typeface="Aptos" pitchFamily="34" charset="-120"/>
              </a:rPr>
              <a:t>WHO Ethics and Governance of Artificial Intelligence for Health guidance:.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Comment, Social Listening, and Community Feedback Analysis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Public Comment, Social Listening, and Community Feedback Analysis</dc:title>
  <dc:subject>Public Comment, Social Listening, and Community Feedback Analysis learning module</dc:subject>
  <dc:creator>Paula Soper</dc:creator>
  <cp:lastModifiedBy>Paula Soper</cp:lastModifiedBy>
  <cp:revision>1</cp:revision>
  <dcterms:created xsi:type="dcterms:W3CDTF">2026-07-12T19:55:20Z</dcterms:created>
  <dcterms:modified xsi:type="dcterms:W3CDTF">2026-07-12T19:55:20Z</dcterms:modified>
</cp:coreProperties>
</file>