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460 AI Governance Board Chair Training
This module focuses on running governance meetings, documenting decisions, and managing risk escalation.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public-health-executive-leadership, governance-security, program-management
This module focuses on running governance meetings, documenting decisions, and managing risk escalation.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governance board chair training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running governance meetings, documenting decisions, and managing risk escalation.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Governance Board Chair Training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running governance meetings, documenting decisions, and managing risk escalation.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governance board chair training artifact for one AI-supported public health use case. The artifact should define the use case, affected roles, review criteria, safeguards, documentation expectations, escalation triggers, monitoring indicators, and next review date.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Governance Board Chair Training artifact
Role and responsibility table
Risk and safeguard summary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Governance Board Chair Training artifact
Role and responsibility table
Risk and safeguard summary
Escalation and monitoring plan
Approval or review note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governance board chair training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460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Governance Board Chair Training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running governance meetings, documenting decisions, and managing risk.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 principles into.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 practical artifact that.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892808"/>
            <a:ext cx="2825496" cy="135331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Level: advanced/leadership Primary track: Public Health Executive Leadership Track Appears in tracks:.</a:t>
            </a:r>
            <a:endParaRPr lang="en-US" sz="13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Read the module for shared vocabulary and context.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Complete the practical exercise to apply the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 the notes and references for deeper review.</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Locate the decision point in the playbook sequence.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who should participate in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Document the review, approval, or implementation step.</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 AI Vision &amp; Principles Workshop (Workshop) - Use AI Vision &amp; Principles Workshop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 to translate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 Environmental and.</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 Human-Centered AI Decision.</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a tool when no comparable local process exists.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Adapt existing department templates when they already fit the.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Save the completed artifact as evidence of the decision.</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Explain the purpose of ai governance board chair training in public health AI.</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Identify the roles, decisions, risks, and documentation needed for the topic.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Apply the topic to a real or realistic public health workflow or decision.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Explain the purpose of ai governance board chair training in public health AI.</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Recognize equity, privacy, security, legal, operational, and.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Produce a practical artifact that supports readiness, governance,.</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running governance meetings, documenting decisions, and managing risk.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 principles into.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 practical artifact that.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module focuses on running governance meetings, documenting decisions, and managing risk escalation.</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It is designed for public health staff who must translate.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module helps learners move beyond general awareness by.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It emphasizes paragraph-based reasoning, defined responsibilities,.</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Decision right: The authority to approve, deny, modify, pause, or escalate an AI use case 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Evidence artifact: A document, log, checklist, test result, approval record, or review note.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Escalation pathway: A defined route for raising concerns to the appropriate reviewer or.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Decision right: The authority to approve, deny, modify, pause, or.</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Evidence artifact: A document, log, checklist, test result,.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Accountability owner: The person or role responsible for ensuring.</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provides national-level training guidance for public health agencies and partners.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not legal advice and does not replace review by agency legal counsel, privacy officers,.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Requirements may vary by state, locality, territory, Tribe, agency, funding source,.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It is not legal advice and does not replace review by agency legal.</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Requirements may vary by state, locality, territory, Tribe,.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Learners should use this module to identify the issues that.</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Governance Board Chair Training matters because AI adoption changes how public health.</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Without a structured approach, staff may rely on informal practices, vendor assurances, 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agencies operate under legal authorities, public accountability, resource.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Governance Board Chair Training matters because AI adoption changes how public health agencies make,.</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Governance Board Chair Training matters because AI adoption.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Without a structured approach, staff may rely on informal.</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Public health agencies operate under legal authorities, public.</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public health agency is preparing to use AI in a workflow related to running governance.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project team initially treats the tool as a helpful efficiency aid, but governance.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agency responds by creating a clear artifact that defines intended use, prohibited use,.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public health agency is preparing to use AI in a workflow related to running governance meetings,.</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is preparing to use AI in a workflow.</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project team initially treats the tool as a helpful efficiency.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agency responds by creating a clear artifact that defines.</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The first step in this topic is to define the decision or workflow clearly.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Staff should identify who is affected, what data are used, what AI output is produced, who.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prevents the module from becoming abstract and anchors the work in public health practice.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Staff should identify who is affected, what data are used, what AI.</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second step is to assign responsibilities.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AI-supported workflows often cross program, IT, legal, privacy,.</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common failure mode is treating the topic as a one-time checklist.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risks can change when data sources, models, vendors, policies, users, or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guardrail is to define review intervals and change triggers.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Another failure mode is unclear ownership.</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When everyone is responsible in general, no one may be responsible.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guardrail is to assign an accountability owner and name.</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topic applies across generative AI, predictive analytics, NLP, RAG, automation,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more sensitive the data, the more consequential the output, or the more automated the.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topic applies across generative AI, predictive analytics,.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more sensitive the data, the more consequential the output, or.</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public health decision or workflow does this topic affect?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has authority to approve or pause the work?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evidence would show that the workflow is responsible and effective?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Who has authority to approve or pause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evidence would show that the workflow is responsible and.</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equity, privacy, legal, security, or public trust risks require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How will the agency know when the workflow needs to be revised?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equity, privacy, legal, security, or public trust risks.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How will the agency know when the workflow needs to be revised?</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Create a practical ai governance board chair training artifact for one AI-supported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artifact should define the use case, affected roles, review criteria, safeguards,.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Create a practical ai governance board chair training artifact for one AI-supported public health use.</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practical ai governance board chair training artifact for.</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artifact should define the use case, affected roles, review.</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Governance Board Chair Training artifact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Role and responsibility table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and safeguard summary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Governance Board Chair Training artifact</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Governance Board Chair Training artifact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Role and responsibility table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Risk and safeguard summary</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Escalation and monitoring plan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Approval or review note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Escalation and monitoring plan</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Approval or review note</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Governance Board Chair Training artifact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Role and responsibility table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and safeguard summary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Governance Board Chair Training artifact</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Approval or review note</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1. What is the strongest evidence that ai governance board chair training has been applied.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2. What is the best reason to assign an accountability owner?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3. When should an AI-supported workflow be escalated for review?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1. What is the strongest evidence that ai governance board chair training has been applied responsibly?</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is the strongest evidence that ai governance board chair.</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2.</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Artificial Intelligence Risk Management Framework and NIST Generative AI Profile:.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Ethics and Governance of Artificial Intelligence for Health guidance:.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OWASP Top 10 for Large Language Model Applications:.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ONC health IT, interoperability, and information blocking.</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Agency policies for privacy, public records, cybersecurity, procurement, civil rights,.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policies for privacy, public records, cybersecurity,.</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Governance Board Chair Training</dc:title>
  <dc:subject>AI Governance Board Chair Training learning module</dc:subject>
  <dc:creator>Paula Soper</dc:creator>
  <cp:lastModifiedBy>Paula Soper</cp:lastModifiedBy>
  <cp:revision>1</cp:revision>
  <dcterms:created xsi:type="dcterms:W3CDTF">2026-07-13T02:24:09Z</dcterms:created>
  <dcterms:modified xsi:type="dcterms:W3CDTF">2026-07-13T02:24:09Z</dcterms:modified>
</cp:coreProperties>
</file>