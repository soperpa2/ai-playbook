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require governance before they require a model.</a:t>
            </a:r>
            <a:endParaRPr lang="en-US" sz="2100" dirty="0"/>
          </a:p>
          <a:p>
            <a:r>
              <a:rPr lang="en-US" sz="21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 access.</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require governance before they require a model.</a:t>
            </a:r>
            <a:endParaRPr lang="en-US" sz="2100" dirty="0"/>
          </a:p>
          <a:p>
            <a:r>
              <a:rPr lang="en-US" sz="21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AI-ready data require governance before they require a model.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2100" dirty="0"/>
          </a:p>
          <a:p>
            <a:r>
              <a:rPr lang="en-US" sz="2100" dirty="0">
                <a:solidFill>
                  <a:srgbClr val="17364A"/>
                </a:solidFill>
                <a:latin typeface="Aptos" pitchFamily="34" charset="0"/>
                <a:ea typeface="Aptos" pitchFamily="34" charset="-122"/>
                <a:cs typeface="Aptos" pitchFamily="34" charset="-120"/>
              </a:rPr>
              <a:t>AI-ready data depend on governance because data must be understandable, authorized, high quality, and.</a:t>
            </a:r>
            <a:endParaRPr lang="en-US" sz="2100" dirty="0"/>
          </a:p>
          <a:p>
            <a:r>
              <a:rPr lang="en-US" sz="2100" dirty="0">
                <a:solidFill>
                  <a:srgbClr val="17364A"/>
                </a:solidFill>
                <a:latin typeface="Aptos" pitchFamily="34" charset="0"/>
                <a:ea typeface="Aptos" pitchFamily="34" charset="-122"/>
                <a:cs typeface="Aptos" pitchFamily="34" charset="-120"/>
              </a:rPr>
              <a:t>Data stewardship assigns responsibility for data quality, definitions, metadata, access,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2100" dirty="0"/>
          </a:p>
          <a:p>
            <a:r>
              <a:rPr lang="en-US" sz="2100" dirty="0">
                <a:solidFill>
                  <a:srgbClr val="17364A"/>
                </a:solidFill>
                <a:latin typeface="Aptos" pitchFamily="34" charset="0"/>
                <a:ea typeface="Aptos" pitchFamily="34" charset="-122"/>
                <a:cs typeface="Aptos" pitchFamily="34" charset="-120"/>
              </a:rPr>
              <a:t>Data governance would clarify which datasets can be linked, which fields are authoritative, which.</a:t>
            </a:r>
            <a:endParaRPr lang="en-US" sz="2100" dirty="0"/>
          </a:p>
          <a:p>
            <a:r>
              <a:rPr lang="en-US" sz="2100" dirty="0">
                <a:solidFill>
                  <a:srgbClr val="17364A"/>
                </a:solidFill>
                <a:latin typeface="Aptos" pitchFamily="34" charset="0"/>
                <a:ea typeface="Aptos" pitchFamily="34" charset="-122"/>
                <a:cs typeface="Aptos" pitchFamily="34" charset="-120"/>
              </a:rPr>
              <a:t>Without governance, the model may appear technical while resting on unclear authority and inconsistent.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begin with inventory.</a:t>
            </a:r>
            <a:endParaRPr lang="en-US" sz="2100" dirty="0"/>
          </a:p>
          <a:p>
            <a:r>
              <a:rPr lang="en-US" sz="2100" dirty="0">
                <a:solidFill>
                  <a:srgbClr val="17364A"/>
                </a:solidFill>
                <a:latin typeface="Aptos" pitchFamily="34" charset="0"/>
                <a:ea typeface="Aptos" pitchFamily="34" charset="-122"/>
                <a:cs typeface="Aptos" pitchFamily="34" charset="-120"/>
              </a:rPr>
              <a:t>Agencies should know what datasets exist, who stewards them, what they contain, how often they are.</a:t>
            </a:r>
            <a:endParaRPr lang="en-US" sz="2100" dirty="0"/>
          </a:p>
          <a:p>
            <a:r>
              <a:rPr lang="en-US" sz="2100" dirty="0">
                <a:solidFill>
                  <a:srgbClr val="17364A"/>
                </a:solidFill>
                <a:latin typeface="Aptos" pitchFamily="34" charset="0"/>
                <a:ea typeface="Aptos" pitchFamily="34" charset="-122"/>
                <a:cs typeface="Aptos" pitchFamily="34" charset="-120"/>
              </a:rPr>
              <a:t>A data catalog can make this information visible to program, analytics, informatics, and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AI-ready data begin with inventory.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2026-07-13T01:54:45Z</dcterms:created>
  <dcterms:modified xsi:type="dcterms:W3CDTF">2026-07-13T01:54:45Z</dcterms:modified>
</cp:coreProperties>
</file>