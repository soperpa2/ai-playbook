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300 Retrieval-Augmented Generation for Public Health Knowledge Work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retrieval-augmented generation in plain language.
Describe the major components of a RAG system, including document ingestion, chunking, embeddings, vector search, retrieval, generation, and citation.
Identify public health use cases where RAG may improve knowledge work.
Assess risks related to stale content, access control, retrieval quality, hallucination, and source misuse.
Design governance and monitoring requirements for agency RAG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RAG readiness checklist for a public health knowledge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generation. The model may add claims beyond retrieved sources. Guardrails include source-only instructions, citation requirements, and reviewer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content collection would the RAG system use?
Who owns and updates each source document?
How will access permissions be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retrieval quality and citation accuracy be tested?
What should the system do when sources are missing, outdated, or conflicting?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RAG readiness checklist
Content inventory and ownership table
Retrieval test question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Citation and source verification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RAG readiness checklist
Content inventory and ownership table
Retrieval test question set
Citation and source verification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RAG?
2. Why does chunking matter?
3. What is a major RAG governance risk?
4. What should a RAG system do when sources are insufficient?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OWASP Top 10 for Large Language Model Applications: https://owasp.org/www-project-top-10-for-large-language-model-applications/
NIST Artificial Intelligence Risk Management Framework: https://www.nist.gov/itl/ai-risk-management-framework
ONC USCDI: https://isp.healthit.gov/united-states-core-data-interoperability-uscdi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Retrieval-Augmented Generation for Public Health Knowledge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analytics-modeling</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Define retrieval-augmented generation in plain language.</a:t>
            </a:r>
            <a:endParaRPr lang="en-US" sz="1450" dirty="0"/>
          </a:p>
          <a:p>
            <a:r>
              <a:rPr lang="en-US" sz="1450" dirty="0">
                <a:solidFill>
                  <a:srgbClr val="17364A"/>
                </a:solidFill>
                <a:latin typeface="Aptos" pitchFamily="34" charset="0"/>
                <a:ea typeface="Aptos" pitchFamily="34" charset="-122"/>
                <a:cs typeface="Aptos" pitchFamily="34" charset="-120"/>
              </a:rPr>
              <a:t>Describe the major components of a RAG system, including document ingestion, chunking, embeddings, vector search, retrieval, generation, and citation.</a:t>
            </a:r>
            <a:endParaRPr lang="en-US" sz="1450" dirty="0"/>
          </a:p>
          <a:p>
            <a:r>
              <a:rPr lang="en-US" sz="1450" dirty="0">
                <a:solidFill>
                  <a:srgbClr val="17364A"/>
                </a:solidFill>
                <a:latin typeface="Aptos" pitchFamily="34" charset="0"/>
                <a:ea typeface="Aptos" pitchFamily="34" charset="-122"/>
                <a:cs typeface="Aptos" pitchFamily="34" charset="-120"/>
              </a:rPr>
              <a:t>Identify public health use cases where RAG may improve knowledge work.</a:t>
            </a:r>
            <a:endParaRPr lang="en-US" sz="1450" dirty="0"/>
          </a:p>
          <a:p>
            <a:r>
              <a:rPr lang="en-US" sz="1450" dirty="0">
                <a:solidFill>
                  <a:srgbClr val="17364A"/>
                </a:solidFill>
                <a:latin typeface="Aptos" pitchFamily="34" charset="0"/>
                <a:ea typeface="Aptos" pitchFamily="34" charset="-122"/>
                <a:cs typeface="Aptos" pitchFamily="34" charset="-120"/>
              </a:rPr>
              <a:t>Assess risks related to stale content, access control, retrieval quality, hallucination, and source misuse.</a:t>
            </a:r>
            <a:endParaRPr lang="en-US" sz="1450" dirty="0"/>
          </a:p>
          <a:p>
            <a:r>
              <a:rPr lang="en-US" sz="1450" dirty="0">
                <a:solidFill>
                  <a:srgbClr val="17364A"/>
                </a:solidFill>
                <a:latin typeface="Aptos" pitchFamily="34" charset="0"/>
                <a:ea typeface="Aptos" pitchFamily="34" charset="-122"/>
                <a:cs typeface="Aptos" pitchFamily="34" charset="-120"/>
              </a:rPr>
              <a:t>Design governance and monitoring requirements for agency RAG systems.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Unsupported generation. The model may add claims beyond retrieved sources. Guardrails include source-only instructions, citation requirements, and reviewer verification.</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content collection would the RAG system use? Who owns and updates each source document? How will access permissions be enforced?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How will retrieval quality and citation accuracy be tested? What should the system do when sources are missing, outdated, or conflicting?</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RAG readiness checklist Content inventory and ownership table Retrieval test question set</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Citation and source verification protocol</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RAG readiness checklist</a:t>
            </a:r>
            <a:endParaRPr lang="en-US" sz="1450" dirty="0"/>
          </a:p>
          <a:p>
            <a:r>
              <a:rPr lang="en-US" sz="1450" dirty="0">
                <a:solidFill>
                  <a:srgbClr val="17364A"/>
                </a:solidFill>
                <a:latin typeface="Aptos" pitchFamily="34" charset="0"/>
                <a:ea typeface="Aptos" pitchFamily="34" charset="-122"/>
                <a:cs typeface="Aptos" pitchFamily="34" charset="-120"/>
              </a:rPr>
              <a:t>Content inventory and ownership table</a:t>
            </a:r>
            <a:endParaRPr lang="en-US" sz="1450" dirty="0"/>
          </a:p>
          <a:p>
            <a:r>
              <a:rPr lang="en-US" sz="1450" dirty="0">
                <a:solidFill>
                  <a:srgbClr val="17364A"/>
                </a:solidFill>
                <a:latin typeface="Aptos" pitchFamily="34" charset="0"/>
                <a:ea typeface="Aptos" pitchFamily="34" charset="-122"/>
                <a:cs typeface="Aptos" pitchFamily="34" charset="-120"/>
              </a:rPr>
              <a:t>Retrieval test question set</a:t>
            </a:r>
            <a:endParaRPr lang="en-US" sz="1450" dirty="0"/>
          </a:p>
          <a:p>
            <a:r>
              <a:rPr lang="en-US" sz="1450" dirty="0">
                <a:solidFill>
                  <a:srgbClr val="17364A"/>
                </a:solidFill>
                <a:latin typeface="Aptos" pitchFamily="34" charset="0"/>
                <a:ea typeface="Aptos" pitchFamily="34" charset="-122"/>
                <a:cs typeface="Aptos" pitchFamily="34" charset="-120"/>
              </a:rPr>
              <a:t>Citation and source verification protocol</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RAG?</a:t>
            </a:r>
            <a:endParaRPr lang="en-US" sz="1450" dirty="0"/>
          </a:p>
          <a:p>
            <a:r>
              <a:rPr lang="en-US" sz="1450" dirty="0">
                <a:solidFill>
                  <a:srgbClr val="17364A"/>
                </a:solidFill>
                <a:latin typeface="Aptos" pitchFamily="34" charset="0"/>
                <a:ea typeface="Aptos" pitchFamily="34" charset="-122"/>
                <a:cs typeface="Aptos" pitchFamily="34" charset="-120"/>
              </a:rPr>
              <a:t>2. Why does chunking matter?</a:t>
            </a:r>
            <a:endParaRPr lang="en-US" sz="1450" dirty="0"/>
          </a:p>
          <a:p>
            <a:r>
              <a:rPr lang="en-US" sz="1450" dirty="0">
                <a:solidFill>
                  <a:srgbClr val="17364A"/>
                </a:solidFill>
                <a:latin typeface="Aptos" pitchFamily="34" charset="0"/>
                <a:ea typeface="Aptos" pitchFamily="34" charset="-122"/>
                <a:cs typeface="Aptos" pitchFamily="34" charset="-120"/>
              </a:rPr>
              <a:t>3. What is a major RAG governance risk?</a:t>
            </a:r>
            <a:endParaRPr lang="en-US" sz="1450" dirty="0"/>
          </a:p>
          <a:p>
            <a:r>
              <a:rPr lang="en-US" sz="1450" dirty="0">
                <a:solidFill>
                  <a:srgbClr val="17364A"/>
                </a:solidFill>
                <a:latin typeface="Aptos" pitchFamily="34" charset="0"/>
                <a:ea typeface="Aptos" pitchFamily="34" charset="-122"/>
                <a:cs typeface="Aptos" pitchFamily="34" charset="-120"/>
              </a:rPr>
              <a:t>4. What should a RAG system do when sources are insufficient?</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AI RMF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ONC USCDI: https://isp.healthit.gov/united-states-core-data-interoperability-uscdi</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for Public Health Knowledge Work</dc:title>
  <dc:subject>Retrieval-Augmented Generation for Public Health Knowledge Work learning module</dc:subject>
  <dc:creator>Paula Soper</dc:creator>
  <cp:lastModifiedBy>Paula Soper</cp:lastModifiedBy>
  <cp:revision>1</cp:revision>
  <dcterms:created xsi:type="dcterms:W3CDTF">2026-07-12T18:22:12Z</dcterms:created>
  <dcterms:modified xsi:type="dcterms:W3CDTF">2026-07-12T18:22:12Z</dcterms:modified>
</cp:coreProperties>
</file>