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310 AI Policy Development and Approval Workflow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governance-security, policy, public-health-executive-leadership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policy development and approval workflow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creating, approving, implementing, and updating internal AI policies.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Policy Development and Approval Workflow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creating, approving, implementing, and updating internal AI policies.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policy development and approval workflow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Policy Development and Approval Workflow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Policy Development and Approval Workflow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policy development and approval workflow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Policy Development and Approval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 policy,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policy development and approval workflow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policy development and approval workflow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creating, approving, implementing, and updating internal AI policies.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creating, approving,.</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creating, approving,.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policy development and approval workflow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policy development and approval workflow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Policy Development and Approval Workflow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Policy Development and Approval Workflow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policy development and approval workflow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policy development and approval workflow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Policy Development and Approval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Policy Development and Approval Workflow</dc:title>
  <dc:subject>AI Policy Development and Approval Workflow learning module</dc:subject>
  <dc:creator>Paula Soper</dc:creator>
  <cp:lastModifiedBy>Paula Soper</cp:lastModifiedBy>
  <cp:revision>1</cp:revision>
  <dcterms:created xsi:type="dcterms:W3CDTF">2026-07-12T19:24:28Z</dcterms:created>
  <dcterms:modified xsi:type="dcterms:W3CDTF">2026-07-12T19:24:28Z</dcterms:modified>
</cp:coreProperties>
</file>