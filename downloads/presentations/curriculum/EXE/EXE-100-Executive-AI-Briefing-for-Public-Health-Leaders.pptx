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AI Briefing for Public Health Leaders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introductory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executive ai briefing for public health leaders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Executive AI Briefing for Public Health Leaders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exe-100-executive-ai-briefing-for-public-health-leaders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AI Briefing for Public Health Leaders matters because AI adoption changes how public health agencies make, document, communicate,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decision-focused AI briefing for health officers and senior leaders.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executive ai briefing for public health leaders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AI Briefing for Public Health Leaders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executive ai briefing for public health leaders has been applied…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100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100: Executive AI Briefing for Public Health Leaders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