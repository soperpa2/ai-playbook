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predictive analytics and risk stratification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prediction from causation, diagnosis, and eligibility.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basic risk categories, thresholds, calibration, and error tradeoffs.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equity and operational risks associated.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safeguards for use of predictive outputs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predictive model review plan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predictive model review plan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uses data to estimate the likelihood of future events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matters because public health agencies often must 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outbreaks, emergencies, or resource-constrained programs, agencies.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can help organize uncertainty, but it cannot remove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matters because public health agencies often must 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may want to predict which neighborhoods are 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could use prior immunization data, school enrollment patterns,.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might help prioritize community outreach and mobile clinics.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to predict which neighborhoods are 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may want to predict.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could use prior immunization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use can support equity if it directs.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predictive workflow begins with the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outcome must be specific, measurable, and aligned with a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Predicting “risk” is not enough.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predictive workflow begins with the outcome.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Thresholds are policy and workflow decisions as much as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lower threshold may catch more true high-risk cases but create more false.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higher threshold may conserve resources but miss people or places needing.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Threshold selection should consider staffing.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monitoring is essential.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that worked during development may degrade.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used as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risk score may be treated as a final decision rather than decision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role-based guidance, human review,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used as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distortion.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models may reflect unequal data availability.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analysis,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Performance may change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periodic recalibration, drift monitoring, and authority.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Performance may change over time.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periodic recalibration, drift.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may be embedded in dashboards, case management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explain or summarize predictive outputs, but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combine risk results with policy guidance,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may be embedded in dashboards, case management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may be embedded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explain or summarize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combine risk results with policy.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outcome is being predicted, and over what time period?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public health action will follow a high-risk 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data sources may underrepresent some populations?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outcome is being predicted, and over what time period?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outcome is being predicted, and over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public health action will follow a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data sources may underrepresent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are the consequences of false positives and false negatives?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thresholds, calibration, and subgroup performance be monitored?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are the consequences of false positives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thresholds, calibration, and subgroup.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predictive model review plan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outcome, population, time horizon, data sources, candidate.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also identify whether the use is supportive, restrictive,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outcome, population, time horizon,.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used to allocate supportive.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Subgroup monitoring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Subgroup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Subgroup monitoring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calibration?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should thresholds be reviewed by public health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use of a risk score is most concerning without additional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calibration?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calibration?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2026-07-13T03:27:51Z</dcterms:created>
  <dcterms:modified xsi:type="dcterms:W3CDTF">2026-07-13T03:27:51Z</dcterms:modified>
</cp:coreProperties>
</file>