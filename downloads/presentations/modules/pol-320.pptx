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 accountability,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Policy Role-Based Track Appears in tracks: policy,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authority, liability, and public health decision-making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 accountability,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legal authority, delegated responsibility,.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Authority, Liability, and Public Health Decision-Making matters because AI adoption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legal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authority, liability, and public health decision-making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authority, liability, and public health decision-making artifact for 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authority, liability, and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authority, liability, and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authority, liability,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2026-07-13T02:24:11Z</dcterms:created>
  <dcterms:modified xsi:type="dcterms:W3CDTF">2026-07-13T02:24:11Z</dcterms:modified>
</cp:coreProperties>
</file>