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300 MLOps and LLMOps for Public Health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13: Monitor and Evaluate AI Systems - This lesson informs Play 13 by helping learners connect the lesson topic to monitor and evaluate ai systems work in the AI Playbook.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mlops and llmops for public health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operations plan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MLOps and LLMOps are the lifecycle practices used to develop, test, deploy, monitor, update, and retire AI systems. Public health agencies need these practices because AI performance can change over time as data, reporting patterns, policies, users, and workflows change. This module focuses on model registries, versioning, testing, drift monitoring, evaluation datasets, release controls, rollback, and post-deployment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MLOps and LLMOps for Public Health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MLOps refers to operational practices for managing machine learning models through their lifecycle. LLMOps applies similar practices to large language model applications, including prompts, retrieval sources, evaluation datasets, guardrails, and model versions. These practices make AI systems more reliable, auditable, and maintainable.
Model versioning is the practice of tracking which version of a model, prompt, retrieval corpus, evaluation dataset, or configuration was used. Versioning matters because public health staff may need to reconstruct why an output changed or why an incident occurred.
Drift occurs when data patterns, user behavior, or model performance change over time. In public health, drift may occur because a new lab begins reporting, a case definition changes, a provider changes coding practices, or community conditions shift. Monitoring drift helps agencies decide when retesting or retraining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syndromic surveillance team may use an anomaly detection model to flag unusual emergency department visit patterns. The model may perform well during testing, but performance can change when chief complaint text changes, new facilities join the feed, or seasonal patterns shift. An MLOps plan would define monitoring indicators, evaluation frequency, responsible staff, retraining rules, and rollback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Operational AI management starts before deployment. Teams should define an intended use, baseline performance, evaluation datasets, release criteria, monitoring indicators, and an owner responsible for review. Without these elements, agencies may not know whether the deployed system is still behaving as approved.
LLMOps adds additional elements because generative systems depend on prompts, retrieval documents, context windows, model settings, safety filters, and human review workflows. A change in any of these components can change outputs. Agencies should track prompt templates, source document updates, model upgrades, and evaluation results.
Rollback is a critical safeguard. If a new model version, prompt, data pipeline, or retrieval index creates errors, staff need a documented way to return to the prior approved version or disable the AI function. Rollback authority should be defined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operations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operations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operations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mlops and llmops for public health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Risk Management Framework: https://www.nist.gov/itl/ai-risk-management-framework
Platform-specific MLOps and LLMOps documentation for approved agency tools
NIST Generative AI Profile: https://www.nist.gov/publications/artificial-intelligence-risk-management-framework-generative-artificial-intelligence
CDC Public Health Data Strategy and Data Modernization resources: https://www.cdc.gov/public-health-data-strategy/php/about/index.html
OWASP Top 10 for LLM Applications, when security or AI integrations are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privacy, cybersecurity, data governance, procurement, and records management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MLOps and LLMOps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MLOps and LLMOps are the lifecycle practices used to develop, test, deploy, monitor, update, and retire AI systems.</a:t>
            </a:r>
            <a:endParaRPr lang="en-US" sz="2100" dirty="0"/>
          </a:p>
          <a:p>
            <a:r>
              <a:rPr lang="en-US" sz="2100" dirty="0">
                <a:solidFill>
                  <a:srgbClr val="17364A"/>
                </a:solidFill>
                <a:latin typeface="Aptos" pitchFamily="34" charset="0"/>
                <a:ea typeface="Aptos" pitchFamily="34" charset="-122"/>
                <a:cs typeface="Aptos" pitchFamily="34" charset="-120"/>
              </a:rPr>
              <a:t>Public health agencies need these practices because AI performance can change over time as data, reporting.</a:t>
            </a:r>
            <a:endParaRPr lang="en-US" sz="2100" dirty="0"/>
          </a:p>
          <a:p>
            <a:r>
              <a:rPr lang="en-US" sz="2100" dirty="0">
                <a:solidFill>
                  <a:srgbClr val="17364A"/>
                </a:solidFill>
                <a:latin typeface="Aptos" pitchFamily="34" charset="0"/>
                <a:ea typeface="Aptos" pitchFamily="34" charset="-122"/>
                <a:cs typeface="Aptos" pitchFamily="34" charset="-120"/>
              </a:rPr>
              <a:t>This module focuses on model registries, versioning, testing, drift monitoring, evaluation datasets, release.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operations-data-quality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mlops and llmops for public health in public health AI work.</a:t>
            </a:r>
            <a:endParaRPr lang="en-US" sz="2100" dirty="0"/>
          </a:p>
          <a:p>
            <a:r>
              <a:rPr lang="en-US" sz="210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mlops and llmops for public health in public health AI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AI operations plan that can support readiness assessment, governance review, procurement,.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AI operations plan that can support readiness assessment, governance review, procurement,.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MLOps and LLMOps are the lifecycle practices used to develop, test, deploy, monitor, update, and retire.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need these practices because AI performance can change over time as data,.</a:t>
            </a:r>
            <a:endParaRPr lang="en-US" sz="2100" dirty="0"/>
          </a:p>
          <a:p>
            <a:r>
              <a:rPr lang="en-US" sz="2100" dirty="0">
                <a:solidFill>
                  <a:srgbClr val="17364A"/>
                </a:solidFill>
                <a:latin typeface="Aptos" pitchFamily="34" charset="0"/>
                <a:ea typeface="Aptos" pitchFamily="34" charset="-122"/>
                <a:cs typeface="Aptos" pitchFamily="34" charset="-120"/>
              </a:rPr>
              <a:t>This module focuses on model registries, versioning, testing, drift monitoring, evaluation datasets,.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MLOps and LLMOps are the lifecycle practices used to develop, test, deploy, monitor, update, and retire.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MLOps and LLMOps for Public Health matters because AI systems are embedded in public health programs,.</a:t>
            </a:r>
            <a:endParaRPr lang="en-US" sz="2100" dirty="0"/>
          </a:p>
          <a:p>
            <a:r>
              <a:rPr lang="en-US" sz="2100" dirty="0">
                <a:solidFill>
                  <a:srgbClr val="17364A"/>
                </a:solidFill>
                <a:latin typeface="Aptos" pitchFamily="34" charset="0"/>
                <a:ea typeface="Aptos" pitchFamily="34" charset="-122"/>
                <a:cs typeface="Aptos" pitchFamily="34" charset="-120"/>
              </a:rPr>
              <a:t>The topic affects whether AI outputs are accurate, explainable, safe, equitable, secure, and sustainable.</a:t>
            </a:r>
            <a:endParaRPr lang="en-US" sz="2100" dirty="0"/>
          </a:p>
          <a:p>
            <a:r>
              <a:rPr lang="en-US" sz="2100" dirty="0">
                <a:solidFill>
                  <a:srgbClr val="17364A"/>
                </a:solidFill>
                <a:latin typeface="Aptos" pitchFamily="34" charset="0"/>
                <a:ea typeface="Aptos" pitchFamily="34" charset="-122"/>
                <a:cs typeface="Aptos" pitchFamily="34" charset="-120"/>
              </a:rPr>
              <a:t>Agencies that ignore this area may create tools that work in a demonstration but fail in actual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MLOps and LLMOps for Public Health matters because AI systems are embedded in public health programs,.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MLOps refers to operational practices for managing machine learning models through their lifecycle.</a:t>
            </a:r>
            <a:endParaRPr lang="en-US" sz="2100" dirty="0"/>
          </a:p>
          <a:p>
            <a:r>
              <a:rPr lang="en-US" sz="2100" dirty="0">
                <a:solidFill>
                  <a:srgbClr val="17364A"/>
                </a:solidFill>
                <a:latin typeface="Aptos" pitchFamily="34" charset="0"/>
                <a:ea typeface="Aptos" pitchFamily="34" charset="-122"/>
                <a:cs typeface="Aptos" pitchFamily="34" charset="-120"/>
              </a:rPr>
              <a:t>LLMOps applies similar practices to large language model applications, including prompts, retrieval.</a:t>
            </a:r>
            <a:endParaRPr lang="en-US" sz="2100" dirty="0"/>
          </a:p>
          <a:p>
            <a:r>
              <a:rPr lang="en-US" sz="2100" dirty="0">
                <a:solidFill>
                  <a:srgbClr val="17364A"/>
                </a:solidFill>
                <a:latin typeface="Aptos" pitchFamily="34" charset="0"/>
                <a:ea typeface="Aptos" pitchFamily="34" charset="-122"/>
                <a:cs typeface="Aptos" pitchFamily="34" charset="-120"/>
              </a:rPr>
              <a:t>These practices make AI systems more reliable, auditable, and maintainable.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MLOps refers to operational practices for managing machine learning models through their lifecycle.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syndromic surveillance team may use an anomaly detection model to flag unusual emergency department.</a:t>
            </a:r>
            <a:endParaRPr lang="en-US" sz="2100" dirty="0"/>
          </a:p>
          <a:p>
            <a:r>
              <a:rPr lang="en-US" sz="2100" dirty="0">
                <a:solidFill>
                  <a:srgbClr val="17364A"/>
                </a:solidFill>
                <a:latin typeface="Aptos" pitchFamily="34" charset="0"/>
                <a:ea typeface="Aptos" pitchFamily="34" charset="-122"/>
                <a:cs typeface="Aptos" pitchFamily="34" charset="-120"/>
              </a:rPr>
              <a:t>The model may perform well during testing, but performance can change when chief complaint text.</a:t>
            </a:r>
            <a:endParaRPr lang="en-US" sz="2100" dirty="0"/>
          </a:p>
          <a:p>
            <a:r>
              <a:rPr lang="en-US" sz="2100" dirty="0">
                <a:solidFill>
                  <a:srgbClr val="17364A"/>
                </a:solidFill>
                <a:latin typeface="Aptos" pitchFamily="34" charset="0"/>
                <a:ea typeface="Aptos" pitchFamily="34" charset="-122"/>
                <a:cs typeface="Aptos" pitchFamily="34" charset="-120"/>
              </a:rPr>
              <a:t>An MLOps plan would define monitoring indicators, evaluation frequency, responsible staff, retraining.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syndromic surveillance team may use an anomaly detection model to flag unusual emergency department.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Operational AI management starts before deployment.</a:t>
            </a:r>
            <a:endParaRPr lang="en-US" sz="2100" dirty="0"/>
          </a:p>
          <a:p>
            <a:r>
              <a:rPr lang="en-US" sz="2100" dirty="0">
                <a:solidFill>
                  <a:srgbClr val="17364A"/>
                </a:solidFill>
                <a:latin typeface="Aptos" pitchFamily="34" charset="0"/>
                <a:ea typeface="Aptos" pitchFamily="34" charset="-122"/>
                <a:cs typeface="Aptos" pitchFamily="34" charset="-120"/>
              </a:rPr>
              <a:t>Teams should define an intended use, baseline performance, evaluation datasets, release criteria,.</a:t>
            </a:r>
            <a:endParaRPr lang="en-US" sz="2100" dirty="0"/>
          </a:p>
          <a:p>
            <a:r>
              <a:rPr lang="en-US" sz="2100" dirty="0">
                <a:solidFill>
                  <a:srgbClr val="17364A"/>
                </a:solidFill>
                <a:latin typeface="Aptos" pitchFamily="34" charset="0"/>
                <a:ea typeface="Aptos" pitchFamily="34" charset="-122"/>
                <a:cs typeface="Aptos" pitchFamily="34" charset="-120"/>
              </a:rPr>
              <a:t>Without these elements, agencies may not know whether the deployed system is still behaving as approved.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Operational AI management starts before deployment.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2100" dirty="0"/>
          </a:p>
          <a:p>
            <a:r>
              <a:rPr lang="en-US" sz="2100" dirty="0">
                <a:solidFill>
                  <a:srgbClr val="17364A"/>
                </a:solidFill>
                <a:latin typeface="Aptos" pitchFamily="34" charset="0"/>
                <a:ea typeface="Aptos" pitchFamily="34" charset="-122"/>
                <a:cs typeface="Aptos" pitchFamily="34" charset="-120"/>
              </a:rPr>
              <a:t>When staff do not connect technical decisions to authority, workflow, equity, privacy, security, and.</a:t>
            </a:r>
            <a:endParaRPr lang="en-US" sz="2100" dirty="0"/>
          </a:p>
          <a:p>
            <a:r>
              <a:rPr lang="en-US" sz="2100" dirty="0">
                <a:solidFill>
                  <a:srgbClr val="17364A"/>
                </a:solidFill>
                <a:latin typeface="Aptos" pitchFamily="34" charset="0"/>
                <a:ea typeface="Aptos" pitchFamily="34" charset="-122"/>
                <a:cs typeface="Aptos" pitchFamily="34" charset="-120"/>
              </a:rPr>
              <a:t>Another risk is relying on vendor claims without agency-defined evidence.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2100" dirty="0"/>
          </a:p>
          <a:p>
            <a:r>
              <a:rPr lang="en-US" sz="2100" dirty="0">
                <a:solidFill>
                  <a:srgbClr val="17364A"/>
                </a:solidFill>
                <a:latin typeface="Aptos" pitchFamily="34" charset="0"/>
                <a:ea typeface="Aptos" pitchFamily="34" charset="-122"/>
                <a:cs typeface="Aptos" pitchFamily="34" charset="-120"/>
              </a:rPr>
              <a:t>The controls should be scaled to the risk of the use case.</a:t>
            </a:r>
            <a:endParaRPr lang="en-US" sz="2100" dirty="0"/>
          </a:p>
          <a:p>
            <a:r>
              <a:rPr lang="en-US" sz="2100" dirty="0">
                <a:solidFill>
                  <a:srgbClr val="17364A"/>
                </a:solidFill>
                <a:latin typeface="Aptos" pitchFamily="34" charset="0"/>
                <a:ea typeface="Aptos" pitchFamily="34" charset="-122"/>
                <a:cs typeface="Aptos" pitchFamily="34" charset="-120"/>
              </a:rPr>
              <a:t>A tool that drafts internal training text may require lighter review than a tool that updates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2100" dirty="0"/>
          </a:p>
          <a:p>
            <a:r>
              <a:rPr lang="en-US" sz="2100" dirty="0">
                <a:solidFill>
                  <a:srgbClr val="17364A"/>
                </a:solidFill>
                <a:latin typeface="Aptos" pitchFamily="34" charset="0"/>
                <a:ea typeface="Aptos" pitchFamily="34" charset="-122"/>
                <a:cs typeface="Aptos" pitchFamily="34" charset="-120"/>
              </a:rPr>
              <a:t>What decisions, data sources, users, or partners would be affected if this area is poorly designed?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reviewers need before approving the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one current or proposed AI workflow in your agency?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safeguards should be required before pilot testing?</a:t>
            </a:r>
            <a:endParaRPr lang="en-US" sz="2100" dirty="0"/>
          </a:p>
          <a:p>
            <a:r>
              <a:rPr lang="en-US" sz="2100" dirty="0">
                <a:solidFill>
                  <a:srgbClr val="17364A"/>
                </a:solidFill>
                <a:latin typeface="Aptos" pitchFamily="34" charset="0"/>
                <a:ea typeface="Aptos" pitchFamily="34" charset="-122"/>
                <a:cs typeface="Aptos" pitchFamily="34" charset="-120"/>
              </a:rPr>
              <a:t>Who owns ongoing monitoring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safeguards should be required before pilot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AI operations plan for one real or realistic public health AI workflow.</a:t>
            </a:r>
            <a:endParaRPr lang="en-US" sz="2100" dirty="0"/>
          </a:p>
          <a:p>
            <a:r>
              <a:rPr lang="en-US" sz="2100" dirty="0">
                <a:solidFill>
                  <a:srgbClr val="17364A"/>
                </a:solidFill>
                <a:latin typeface="Aptos" pitchFamily="34" charset="0"/>
                <a:ea typeface="Aptos" pitchFamily="34" charset="-122"/>
                <a:cs typeface="Aptos" pitchFamily="34" charset="-120"/>
              </a:rPr>
              <a:t>The artifact should describe the use case, affected users, data sources, system dependencies, risks,.</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be used in a governance meeting,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AI operations plan for one real or realistic public health AI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operations plan.</a:t>
            </a:r>
            <a:endParaRPr lang="en-US" sz="2100" dirty="0"/>
          </a:p>
          <a:p>
            <a:r>
              <a:rPr lang="en-US" sz="2100" dirty="0">
                <a:solidFill>
                  <a:srgbClr val="17364A"/>
                </a:solidFill>
                <a:latin typeface="Aptos" pitchFamily="34" charset="0"/>
                <a:ea typeface="Aptos" pitchFamily="34" charset="-122"/>
                <a:cs typeface="Aptos" pitchFamily="34" charset="-120"/>
              </a:rPr>
              <a:t>It should be specific to a public health workflow and should include technical dependencies,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operations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completed AI operations plan. It should be specific to a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completed AI operations plan. It should be specific to a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reason to address mlops and llmops for public health before deployment?</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responsible implementation?</a:t>
            </a:r>
            <a:endParaRPr lang="en-US" sz="2100" dirty="0"/>
          </a:p>
          <a:p>
            <a:r>
              <a:rPr lang="en-US" sz="2100" dirty="0">
                <a:solidFill>
                  <a:srgbClr val="17364A"/>
                </a:solidFill>
                <a:latin typeface="Aptos" pitchFamily="34" charset="0"/>
                <a:ea typeface="Aptos" pitchFamily="34" charset="-122"/>
                <a:cs typeface="Aptos" pitchFamily="34" charset="-120"/>
              </a:rPr>
              <a:t>3. Which statement best describes a common failure mode?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reason to address mlops and llmops for public health before deployment?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2100" dirty="0"/>
          </a:p>
          <a:p>
            <a:r>
              <a:rPr lang="en-US" sz="2100" dirty="0">
                <a:solidFill>
                  <a:srgbClr val="17364A"/>
                </a:solidFill>
                <a:latin typeface="Aptos" pitchFamily="34" charset="0"/>
                <a:ea typeface="Aptos" pitchFamily="34" charset="-122"/>
                <a:cs typeface="Aptos" pitchFamily="34" charset="-120"/>
              </a:rPr>
              <a:t>Platform-specific MLOps and LLMOps documentation for approved agency tools</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MLOps and LLMOps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privacy, cybersecurity, data governance, procurement, and records management policies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and LLMOps for Public Health</dc:title>
  <dc:subject>MLOps and LLMOps for Public Health learning module</dc:subject>
  <dc:creator>Paula Soper</dc:creator>
  <cp:lastModifiedBy>Paula Soper</cp:lastModifiedBy>
  <cp:revision>1</cp:revision>
  <dcterms:created xsi:type="dcterms:W3CDTF">2026-07-12T19:55:21Z</dcterms:created>
  <dcterms:modified xsi:type="dcterms:W3CDTF">2026-07-12T19:55:21Z</dcterms:modified>
</cp:coreProperties>
</file>