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Areas Where AI Can Support Public Health Activities is designed for an individual learner using the AI Playbook and Toolkit for Public Health Departments.
Expanded examples showing how AI can support specific public health activities, what safeguards are needed, and which plays and tools help agencies move from idea to responsible implementation.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opportunity list.
Produce or contribute to: Use case screening notes.
Produce or contribute to: Prioritized concepts for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Expanded examples showing how AI can support specific public health activities, what safeguards are needed, and which plays and tools help agencies move from idea to responsible implementation.
This lesson is written for you as an individual learner in a public health setting. As you read, connect each concept to your own role, the data or systems you use, the communities your work affects, and the decisions you help prepare or make. The purpose is not to promote AI use in every situation. The purpose is to help you recognize when AI may be useful, when it may be risky, and what must be true before it can be used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gate: A required review or decision point before work moves forward, such as before use case approval, vendor selection, pilot launch, scale-up, or retirement.
Public health workflow: A recurring public health process such as surveillance, case investigation, communication, inspection, referral, grant reporting, evidence review, or emergency response.
Use case: A specific public health task, workflow, decision support need, or service problem where AI might help. A use case should describe the problem, users, data, value, risks, workflow impact, and governance requirements.
Validation: The process of testing whether an AI system performs well enough for its intended public health use. Validation should include accuracy, reliability, subgroup performance, workflow fit, user review, and risk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area is a core concept for this lesson because it turns areas where ai can support public health activities from an abstract AI topic into something you can recognize in daily public health work. A practical category where AI might help public health work, such as surveillance, communication, grants, quality improvement, or workflow routing.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Use case screening is a core concept for this lesson because it turns areas where ai can support public health activities from an abstract AI topic into something you can recognize in daily public health work. A structured review of value, feasibility, risk, equity, readiness, and sustainability before a concept becomes a project.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Sustainment is a core concept for this lesson because it turns areas where ai can support public health activities from an abstract AI topic into something you can recognize in daily public health work. The staffing, funding, monitoring, and governance needed to keep a tool useful after launch.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Surveillance and outbreak intelligence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Plain-language communication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Workflow routing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and evaluation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2, Play 3, Play 4, Play 7, Play 11, Play 12, Play 13) to identify the decisions, approvals, people, and timing needed for responsible implementation. Use the related tools (Tool 3, Tool 7, Tool 13, Tool 14, Tool 19, Tool 20, Tool 22, Tool 41, Tool 44, Tool 47) to create documentation that can be reviewed, saved, revised, and used as evidence of readiness. The practical exercise asks you to produce evidence that can feed into that work: Select three support areas and score each for public health value, feasibility, risk, equity impact, data readiness, staff readiness, and sustainment.
The main guardrail for this lesson is that These examples are planning prompts, not automatic recommendations to adopt AI without readiness assessment, governance review, stakeholder engagement, and monitoring.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Support areas help you move from abstract AI concepts to concrete public health opportunities. They should be used to identify possible use cases, not to skip readiness, governance, stakeholder engagement, or risk review.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three support areas and score each for public health value, feasibility, risk, equity impact, data readiness, staff readiness, and sustainment.
AI opportunity list
Use case screening notes
Prioritized concepts for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support areas align with current public health priorities?
Which areas are feasible given current data, workforce, governance, and funding?
Which areas could create equity, privacy, transparency, or public trust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Areas Where AI Can Support Public Health Activities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opportunity list.</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Use case screening notes.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Expanded examples showing how AI can support specific public health activities, what safeguards are needed, and which plays and tools help agencies move from idea to responsible implementation.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Governance gate: A required review or decision point before work moves forward, such as before use case approval, vendor selection, pilot launch, scale-up, or retirement.</a:t>
            </a:r>
            <a:endParaRPr lang="en-US" sz="1320" dirty="0"/>
          </a:p>
          <a:p>
            <a:r>
              <a:rPr lang="en-US" sz="1320" dirty="0">
                <a:solidFill>
                  <a:srgbClr val="17364A"/>
                </a:solidFill>
                <a:latin typeface="Aptos" pitchFamily="34" charset="0"/>
                <a:ea typeface="Aptos" pitchFamily="34" charset="-122"/>
                <a:cs typeface="Aptos" pitchFamily="34" charset="-120"/>
              </a:rPr>
              <a:t>Public health workflow: A recurring public health process such as surveillance, case investigation, communication, inspection, referral, grant reporting, evidence review, or emergency response.</a:t>
            </a:r>
            <a:endParaRPr lang="en-US" sz="1320" dirty="0"/>
          </a:p>
          <a:p>
            <a:r>
              <a:rPr lang="en-US" sz="1320" dirty="0">
                <a:solidFill>
                  <a:srgbClr val="17364A"/>
                </a:solidFill>
                <a:latin typeface="Aptos" pitchFamily="34" charset="0"/>
                <a:ea typeface="Aptos" pitchFamily="34" charset="-122"/>
                <a:cs typeface="Aptos" pitchFamily="34" charset="-120"/>
              </a:rPr>
              <a:t>Use case: A specific public health task, workflow, decision support need, or service problem where AI might help. A use case should describe the problem, users, data, value, risks, workflow impact, and governance.</a:t>
            </a:r>
            <a:endParaRPr lang="en-US" sz="1320" dirty="0"/>
          </a:p>
          <a:p>
            <a:r>
              <a:rPr lang="en-US" sz="1320" dirty="0">
                <a:solidFill>
                  <a:srgbClr val="17364A"/>
                </a:solidFill>
                <a:latin typeface="Aptos" pitchFamily="34" charset="0"/>
                <a:ea typeface="Aptos" pitchFamily="34" charset="-122"/>
                <a:cs typeface="Aptos" pitchFamily="34" charset="-120"/>
              </a:rPr>
              <a:t>Validation: The process of testing whether an AI system performs well enough for its intended public health use. Validation should include accuracy, reliability, subgroup performance, workflow fit, user review, and risk.</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Support area is a core concept for this lesson because it turns areas where ai can support public health activities from an abstract AI topic into something you can recognize in daily public health work. A practical category where AI might help public health work, such as surveillance, communication, grants, quality improvement, or workflow routing.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Use case screening is a core concept for this lesson because it turns areas where ai can support public health activities from an abstract AI topic into something you can recognize in daily public health work. A structured review of value, feasibility, risk, equity, readiness, and sustainability before a concept becomes a project.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Sustainment is a core concept for this lesson because it turns areas where ai can support public health activities from an abstract AI topic into something you can recognize in daily public health work. The staffing, funding, monitoring, and governance needed to keep a tool useful after launch.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Surveillance and outbreak intelligence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Plain-language communication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Workflow routing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 Continued</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Monitoring and evaluation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2, Play 3, Play 4, Play 7, Play 11, Play 12, Play 13) to identify the decisions, approvals, people, and timing needed for responsible implementation. Use the related tools (Tool 3, Tool 7, Tool 13, Tool 14, Tool 19, Tool 20, Tool 22, Tool 41, Tool 44, Tool 47) to create documentation that can be reviewed, saved, revised, and used as evidence of readiness. The practical exercise asks you to produce evidence that can feed into that work: Select three support areas and score each for public health value, feasibility, risk, equity impact, data readiness, staff readiness, and sustainment. The main guardrail for this lesson is that These examples are planning prompts, not automatic recommendations to adopt AI without readiness assessment, governance review, stakeholder engagement, and monitoring.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Support areas help you move from abstract AI concepts to concrete public health opportunities. They should be used to identify possible use cases, not to skip readiness, governance, stakeholder engagement, or risk review.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Select three support areas and score each for public health value, feasibility, risk, equity impact, data readiness, staff readiness, and sustainment.</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opportunity list</a:t>
            </a:r>
            <a:endParaRPr lang="en-US" sz="1400" dirty="0"/>
          </a:p>
          <a:p>
            <a:r>
              <a:rPr lang="en-US" sz="1400" dirty="0">
                <a:solidFill>
                  <a:srgbClr val="17364A"/>
                </a:solidFill>
                <a:latin typeface="Aptos" pitchFamily="34" charset="0"/>
                <a:ea typeface="Aptos" pitchFamily="34" charset="-122"/>
                <a:cs typeface="Aptos" pitchFamily="34" charset="-120"/>
              </a:rPr>
              <a:t>Expected artifact: Use case screening notes</a:t>
            </a:r>
            <a:endParaRPr lang="en-US" sz="1400" dirty="0"/>
          </a:p>
          <a:p>
            <a:r>
              <a:rPr lang="en-US" sz="1400" dirty="0">
                <a:solidFill>
                  <a:srgbClr val="17364A"/>
                </a:solidFill>
                <a:latin typeface="Aptos" pitchFamily="34" charset="0"/>
                <a:ea typeface="Aptos" pitchFamily="34" charset="-122"/>
                <a:cs typeface="Aptos" pitchFamily="34" charset="-120"/>
              </a:rPr>
              <a:t>Expected artifact: Prioritized concepts for governance review</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Areas Where AI Can Support Public Health Activities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support areas align with current public health priorities?</a:t>
            </a:r>
            <a:endParaRPr lang="en-US" sz="1500" dirty="0"/>
          </a:p>
          <a:p>
            <a:r>
              <a:rPr lang="en-US" sz="1500" dirty="0">
                <a:solidFill>
                  <a:srgbClr val="17364A"/>
                </a:solidFill>
                <a:latin typeface="Aptos" pitchFamily="34" charset="0"/>
                <a:ea typeface="Aptos" pitchFamily="34" charset="-122"/>
                <a:cs typeface="Aptos" pitchFamily="34" charset="-120"/>
              </a:rPr>
              <a:t>Which areas are feasible given current data, workforce, governance, and funding?</a:t>
            </a:r>
            <a:endParaRPr lang="en-US" sz="1500" dirty="0"/>
          </a:p>
          <a:p>
            <a:r>
              <a:rPr lang="en-US" sz="1500" dirty="0">
                <a:solidFill>
                  <a:srgbClr val="17364A"/>
                </a:solidFill>
                <a:latin typeface="Aptos" pitchFamily="34" charset="0"/>
                <a:ea typeface="Aptos" pitchFamily="34" charset="-122"/>
                <a:cs typeface="Aptos" pitchFamily="34" charset="-120"/>
              </a:rPr>
              <a:t>Which areas could create equity, privacy, transparency, or public trust concerns?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Areas Where AI Can Support Public Health Activities</dc:title>
  <dc:subject>Areas Where AI Can Support Public Health Activities learning module</dc:subject>
  <dc:creator>Paula Soper</dc:creator>
  <cp:lastModifiedBy>Paula Soper</cp:lastModifiedBy>
  <cp:revision>1</cp:revision>
  <dcterms:created xsi:type="dcterms:W3CDTF">2026-07-09T20:18:53Z</dcterms:created>
  <dcterms:modified xsi:type="dcterms:W3CDTF">2026-07-09T20:18:53Z</dcterms:modified>
</cp:coreProperties>
</file>