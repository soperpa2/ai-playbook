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d000367bb04c15" /><Relationship Type="http://schemas.openxmlformats.org/officeDocument/2006/relationships/extended-properties" Target="/docProps/app.xml" Id="R6a64328d2f8c4e5f" /><Relationship Type="http://schemas.openxmlformats.org/officeDocument/2006/relationships/officeDocument" Target="/ppt/presentation.xml" Id="R7a015f2e8cd24d0b" /></Relationships>
</file>

<file path=ppt/presentation.xml><?xml version="1.0" encoding="utf-8"?>
<p:presentation xmlns:p="http://schemas.openxmlformats.org/presentationml/2006/main">
  <p:sldMasterIdLst>
    <p:sldMasterId xmlns:r="http://schemas.openxmlformats.org/officeDocument/2006/relationships" id="2147483648" r:id="Re1a28d391f3b4ba5"/>
  </p:sldMasterIdLst>
  <p:notesMasterIdLst>
    <p:notesMasterId xmlns:r="http://schemas.openxmlformats.org/officeDocument/2006/relationships" r:id="R325e51bd9c074021"/>
  </p:notesMasterIdLst>
  <p:sldIdLst>
    <p:sldId xmlns:r="http://schemas.openxmlformats.org/officeDocument/2006/relationships" id="256" r:id="R42ad5717b6934621"/>
    <p:sldId xmlns:r="http://schemas.openxmlformats.org/officeDocument/2006/relationships" id="257" r:id="Ree1388cc4e594b23"/>
    <p:sldId xmlns:r="http://schemas.openxmlformats.org/officeDocument/2006/relationships" id="258" r:id="R50b1fcddaa36436b"/>
    <p:sldId xmlns:r="http://schemas.openxmlformats.org/officeDocument/2006/relationships" id="259" r:id="Rc4cfbcc8f2ed4ac6"/>
    <p:sldId xmlns:r="http://schemas.openxmlformats.org/officeDocument/2006/relationships" id="260" r:id="Rbc7129fcb2cd4e4e"/>
    <p:sldId xmlns:r="http://schemas.openxmlformats.org/officeDocument/2006/relationships" id="261" r:id="Rda708c5075cb4821"/>
    <p:sldId xmlns:r="http://schemas.openxmlformats.org/officeDocument/2006/relationships" id="262" r:id="R5a9906f44b494f17"/>
    <p:sldId xmlns:r="http://schemas.openxmlformats.org/officeDocument/2006/relationships" id="263" r:id="Rc068129f569649c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939940531b4c37" /><Relationship Type="http://schemas.openxmlformats.org/officeDocument/2006/relationships/slideMaster" Target="/ppt/slideMasters/slideMaster1.xml" Id="Re1a28d391f3b4ba5" /><Relationship Type="http://schemas.openxmlformats.org/officeDocument/2006/relationships/notesMaster" Target="/ppt/notesMasters/notesMaster1.xml" Id="R325e51bd9c074021" /><Relationship Type="http://schemas.openxmlformats.org/officeDocument/2006/relationships/presProps" Target="/ppt/presProps.xml" Id="R7d4c89126d7f4d0d" /><Relationship Type="http://schemas.openxmlformats.org/officeDocument/2006/relationships/tableStyles" Target="/ppt/tableStyles.xml" Id="Rfa403110a6944f6f" /><Relationship Type="http://schemas.openxmlformats.org/officeDocument/2006/relationships/slide" Target="/ppt/slides/slide1.xml" Id="R42ad5717b6934621" /><Relationship Type="http://schemas.openxmlformats.org/officeDocument/2006/relationships/slide" Target="/ppt/slides/slide2.xml" Id="Ree1388cc4e594b23" /><Relationship Type="http://schemas.openxmlformats.org/officeDocument/2006/relationships/slide" Target="/ppt/slides/slide3.xml" Id="R50b1fcddaa36436b" /><Relationship Type="http://schemas.openxmlformats.org/officeDocument/2006/relationships/slide" Target="/ppt/slides/slide4.xml" Id="Rc4cfbcc8f2ed4ac6" /><Relationship Type="http://schemas.openxmlformats.org/officeDocument/2006/relationships/slide" Target="/ppt/slides/slide5.xml" Id="Rbc7129fcb2cd4e4e" /><Relationship Type="http://schemas.openxmlformats.org/officeDocument/2006/relationships/slide" Target="/ppt/slides/slide6.xml" Id="Rda708c5075cb4821" /><Relationship Type="http://schemas.openxmlformats.org/officeDocument/2006/relationships/slide" Target="/ppt/slides/slide7.xml" Id="R5a9906f44b494f17" /><Relationship Type="http://schemas.openxmlformats.org/officeDocument/2006/relationships/slide" Target="/ppt/slides/slide8.xml" Id="Rc068129f569649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990b4a2d3440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8b1e183e5f4e4b" /><Relationship Type="http://schemas.openxmlformats.org/officeDocument/2006/relationships/notesMaster" Target="/ppt/notesMasters/notesMaster1.xml" Id="R259b7cc157e04e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a446389a9f44dd" /><Relationship Type="http://schemas.openxmlformats.org/officeDocument/2006/relationships/notesMaster" Target="/ppt/notesMasters/notesMaster1.xml" Id="Rb6ea57b7a57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00084850b04a1c" /><Relationship Type="http://schemas.openxmlformats.org/officeDocument/2006/relationships/notesMaster" Target="/ppt/notesMasters/notesMaster1.xml" Id="R8b73e993016c41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59153f53d54515" /><Relationship Type="http://schemas.openxmlformats.org/officeDocument/2006/relationships/notesMaster" Target="/ppt/notesMasters/notesMaster1.xml" Id="R89201172d7cb4f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f93daa103f483c" /><Relationship Type="http://schemas.openxmlformats.org/officeDocument/2006/relationships/notesMaster" Target="/ppt/notesMasters/notesMaster1.xml" Id="Rf928f1ddafa042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a0effaa3384885" /><Relationship Type="http://schemas.openxmlformats.org/officeDocument/2006/relationships/notesMaster" Target="/ppt/notesMasters/notesMaster1.xml" Id="R8208b156ab1c43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67f82418994cc0" /><Relationship Type="http://schemas.openxmlformats.org/officeDocument/2006/relationships/notesMaster" Target="/ppt/notesMasters/notesMaster1.xml" Id="Ra9012eb7d25545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18975fc28b4a96" /><Relationship Type="http://schemas.openxmlformats.org/officeDocument/2006/relationships/notesMaster" Target="/ppt/notesMasters/notesMaster1.xml" Id="Rfc422da035074d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Role-Based AI Use Guidelines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Different public health roles need different AI permissions, responsibilities, training expectations, review duties, and escalation pathways.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Role-Based AI Use Guidelines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5, 6, 10, 12 and Tools 2, 23, 24, 26, 27, 28, 29.</a:t>
            </a:r>
          </a:p>
          <a:p xmlns:a="http://schemas.openxmlformats.org/drawingml/2006/main">
            <a:r>
              <a:t>Emphasize the core guardrail: A one-size-fits-all AI policy can leave staff unclear about what they are allowed to do and what they must escalate.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Role-Based AI Use Guidelines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5, 6, 10, 12 and Tools 2, 23, 24, 26, 27, 28, 29.</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Role-Based AI Use Guidelines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5, 6, 10, 12 and Tools 2, 23, 24, 26, 27, 28, 29.</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Role-Based AI Use Guidelines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5, 6, 10, 12 and Tools 2, 23, 24, 26, 27, 28, 29.</a:t>
            </a:r>
          </a:p>
          <a:p xmlns:a="http://schemas.openxmlformats.org/drawingml/2006/main">
            <a:r>
              <a:t>Invite participants to identify where these practices would need to be documented in their own department.</a:t>
            </a:r>
          </a:p>
          <a:p xmlns:a="http://schemas.openxmlformats.org/drawingml/2006/main">
            <a:r>
              <a:t>Start with Role Differences,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Role-Based AI Use Guidelines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5, 6, 10, 12 and Tools 2, 23, 24, 26, 27, 28, 29.</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Role-Based AI Use Guidelines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5, 6, 10, 12 and Tools 2, 23, 24, 26, 27, 28, 29.</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Role-based AI use matrix, Training assignment plan, Access and approval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Role-Based AI Use Guidelines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5, 6, 10, 12 and Tools 2, 23, 24, 26, 27, 28, 29.</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f58c9dfdb54e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d6810393bc4da8" /><Relationship Type="http://schemas.openxmlformats.org/officeDocument/2006/relationships/slideLayout" Target="/ppt/slideLayouts/slideLayout1.xml" Id="R7528d7eafa984f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28d7eafa984f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99b337ed34445e" /><Relationship Type="http://schemas.openxmlformats.org/officeDocument/2006/relationships/image" Target="/ppt/media/image.png" Id="R00695c0158cc43cc" /><Relationship Type="http://schemas.openxmlformats.org/officeDocument/2006/relationships/notesSlide" Target="/ppt/notesSlides/notesSlide1.xml" Id="R5e907ba5f26b4a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ff4a7c5487437f" /><Relationship Type="http://schemas.openxmlformats.org/officeDocument/2006/relationships/notesSlide" Target="/ppt/notesSlides/notesSlide2.xml" Id="R0a52545d059443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e7f9efa614460b" /><Relationship Type="http://schemas.openxmlformats.org/officeDocument/2006/relationships/notesSlide" Target="/ppt/notesSlides/notesSlide3.xml" Id="R5453540251c444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8c1f2cd4be4bdd" /><Relationship Type="http://schemas.openxmlformats.org/officeDocument/2006/relationships/notesSlide" Target="/ppt/notesSlides/notesSlide4.xml" Id="R82c5807a69a54e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ad0b111c6d48bf" /><Relationship Type="http://schemas.openxmlformats.org/officeDocument/2006/relationships/notesSlide" Target="/ppt/notesSlides/notesSlide5.xml" Id="R5b96603f88ab43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ba77c5d01e457e" /><Relationship Type="http://schemas.openxmlformats.org/officeDocument/2006/relationships/notesSlide" Target="/ppt/notesSlides/notesSlide6.xml" Id="Rb26fa936f69149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77f309cab340d1" /><Relationship Type="http://schemas.openxmlformats.org/officeDocument/2006/relationships/notesSlide" Target="/ppt/notesSlides/notesSlide7.xml" Id="R14895cb5bfc048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4969c91e5947a3" /><Relationship Type="http://schemas.openxmlformats.org/officeDocument/2006/relationships/notesSlide" Target="/ppt/notesSlides/notesSlide8.xml" Id="R7759ba340018404d"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0695c0158cc43cc"/>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4B7AE2-5282-415D-B9BB-73726A4C83C9}"/>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22</a:t>
            </a:r>
          </a:p>
        </p:txBody>
      </p:sp>
      <p:sp>
        <p:nvSpPr>
          <p:cNvPr id="3" name="">
            <a:extLst xmlns:a="http://schemas.openxmlformats.org/drawingml/2006/main">
              <a:ext uri="{FF2B5EF4-FFF2-40B4-BE49-F238E27FC236}">
                <a16:creationId xmlns:a16="http://schemas.microsoft.com/office/drawing/2014/main" id="{6D3A69F6-3BCA-47D8-9555-F10C58CFFB1B}"/>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Role-Based AI Use Guidelines</a:t>
            </a:r>
          </a:p>
        </p:txBody>
      </p:sp>
      <p:sp>
        <p:nvSpPr>
          <p:cNvPr id="4" name="">
            <a:extLst xmlns:a="http://schemas.openxmlformats.org/drawingml/2006/main">
              <a:ext uri="{FF2B5EF4-FFF2-40B4-BE49-F238E27FC236}">
                <a16:creationId xmlns:a16="http://schemas.microsoft.com/office/drawing/2014/main" id="{F73E54C8-3CC3-423D-8090-B34A1DB7D2A8}"/>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00311247-1291-4163-937E-0D32D128BBEA}"/>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2891788-2445-4519-A0DF-34A790379961}"/>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8968034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F7252CA-CB60-42AF-B3F1-1E1A15F1828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D2A94A3-BF12-4D27-AAA5-153A6E2CFD8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1FB3E95F-8932-41FC-A9F1-8EB67E416D6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8B5A1F0-29B2-43E6-A504-F18E9D7407C8}"/>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Different public health roles need different AI permissions, responsibilities, training expectations, review duties, and escalation pathways.</a:t>
            </a:r>
          </a:p>
        </p:txBody>
      </p:sp>
      <p:sp>
        <p:nvSpPr>
          <p:cNvPr id="5" name="">
            <a:extLst xmlns:a="http://schemas.openxmlformats.org/drawingml/2006/main">
              <a:ext uri="{FF2B5EF4-FFF2-40B4-BE49-F238E27FC236}">
                <a16:creationId xmlns:a16="http://schemas.microsoft.com/office/drawing/2014/main" id="{9A9B14E2-1CAB-40AF-AC8A-FB4F1D18FD4C}"/>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A45C11CB-62B6-42E9-B7C8-D5172DA40715}"/>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C3822EE-649E-4D9E-B37B-A0AA571C41D2}"/>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BD8CF789-AA7F-4A44-8ADA-914E62147081}"/>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Role clarity prevents inconsistent AI use, unsupported staff experimentation, unreviewed public communications, and unclear accountability.</a:t>
            </a:r>
          </a:p>
        </p:txBody>
      </p:sp>
      <p:sp>
        <p:nvSpPr>
          <p:cNvPr id="9" name="">
            <a:extLst xmlns:a="http://schemas.openxmlformats.org/drawingml/2006/main">
              <a:ext uri="{FF2B5EF4-FFF2-40B4-BE49-F238E27FC236}">
                <a16:creationId xmlns:a16="http://schemas.microsoft.com/office/drawing/2014/main" id="{B4E443A4-A52C-4A48-A5D2-523149D0CDB0}"/>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D4DD8C2-CC89-48BD-B68C-9B5AD23B6EBD}"/>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1590A0AA-B7C3-42AA-A1E2-D08BC28BE5B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503D6AA0-FBE6-4661-8DC4-E9B033691940}"/>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one-size-fits-all AI policy can leave staff unclear about what they are allowed to do and what they must escalate.</a:t>
            </a:r>
          </a:p>
        </p:txBody>
      </p:sp>
      <p:sp>
        <p:nvSpPr>
          <p:cNvPr id="13" name="">
            <a:extLst xmlns:a="http://schemas.openxmlformats.org/drawingml/2006/main">
              <a:ext uri="{FF2B5EF4-FFF2-40B4-BE49-F238E27FC236}">
                <a16:creationId xmlns:a16="http://schemas.microsoft.com/office/drawing/2014/main" id="{B3450F40-6C7C-4A4B-BC7E-EDBD6CA865C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Role-Based AI Use Guidelines</a:t>
            </a:r>
          </a:p>
        </p:txBody>
      </p:sp>
      <p:sp>
        <p:nvSpPr>
          <p:cNvPr id="14" name="">
            <a:extLst xmlns:a="http://schemas.openxmlformats.org/drawingml/2006/main">
              <a:ext uri="{FF2B5EF4-FFF2-40B4-BE49-F238E27FC236}">
                <a16:creationId xmlns:a16="http://schemas.microsoft.com/office/drawing/2014/main" id="{E8A5463D-85CA-49CA-AAC0-64FDA72E850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407199984"/>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87106A-0A53-4F56-9A95-43EBDC37538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1B81DAA-98F7-4245-A2BA-A3E4FA972B4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92773BBE-FEC3-4028-92FB-884AE95D908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5FB3224-307F-4F0B-B5B9-92CFE9B2D61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3CA3A02A-BBA9-45CD-B839-B17361DA735B}"/>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Role-Based AI Use Guidelines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74F0E8F5-0164-4FD0-A650-430059E53F9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Role-Based AI Use Guidelines</a:t>
            </a:r>
          </a:p>
        </p:txBody>
      </p:sp>
      <p:sp>
        <p:nvSpPr>
          <p:cNvPr id="7" name="">
            <a:extLst xmlns:a="http://schemas.openxmlformats.org/drawingml/2006/main">
              <a:ext uri="{FF2B5EF4-FFF2-40B4-BE49-F238E27FC236}">
                <a16:creationId xmlns:a16="http://schemas.microsoft.com/office/drawing/2014/main" id="{029570E6-C7CC-4BAF-BB94-5039534DACA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494275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E35AE8-CB2F-4F1E-BA97-8541994D8F9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A2AA024-9F1A-4229-A97D-75AB620D4F1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7CE50B71-CB6F-43CE-AD61-CFB51696163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DD1D112-CA19-4E1F-9C76-5579651F5736}"/>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Role-based AI guidelines translate policy into daily practice. Leaders, program staff, analysts, communications staff, IT/security, privacy/legal, procurement, equity staff, supervisors, and governance members each need practical guidance for their responsibilities.</a:t>
            </a:r>
          </a:p>
        </p:txBody>
      </p:sp>
      <p:sp>
        <p:nvSpPr>
          <p:cNvPr id="5" name="">
            <a:extLst xmlns:a="http://schemas.openxmlformats.org/drawingml/2006/main">
              <a:ext uri="{FF2B5EF4-FFF2-40B4-BE49-F238E27FC236}">
                <a16:creationId xmlns:a16="http://schemas.microsoft.com/office/drawing/2014/main" id="{47DA2136-0B52-4BCA-8770-87931537CD4C}"/>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5FFEA84-5DCE-4484-8E3A-EDD519B55F84}"/>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365371B-319C-4981-B0BF-6677D231FDBE}"/>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898C2A85-5FC2-47C8-9AB5-7DA17FF7D77E}"/>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Different public health roles need different AI permissions, responsibilities, training expectations, review duties, and escalation pathways.</a:t>
            </a:r>
          </a:p>
        </p:txBody>
      </p:sp>
      <p:sp>
        <p:nvSpPr>
          <p:cNvPr id="9" name="">
            <a:extLst xmlns:a="http://schemas.openxmlformats.org/drawingml/2006/main">
              <a:ext uri="{FF2B5EF4-FFF2-40B4-BE49-F238E27FC236}">
                <a16:creationId xmlns:a16="http://schemas.microsoft.com/office/drawing/2014/main" id="{9474C8F4-18DF-4A58-A002-1CC4BF4C821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Role-Based AI Use Guidelines</a:t>
            </a:r>
          </a:p>
        </p:txBody>
      </p:sp>
      <p:sp>
        <p:nvSpPr>
          <p:cNvPr id="10" name="">
            <a:extLst xmlns:a="http://schemas.openxmlformats.org/drawingml/2006/main">
              <a:ext uri="{FF2B5EF4-FFF2-40B4-BE49-F238E27FC236}">
                <a16:creationId xmlns:a16="http://schemas.microsoft.com/office/drawing/2014/main" id="{61B7B263-2E40-4DCF-848D-75BDD0864B9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427221523"/>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D45D2D-5D5F-4F96-8701-BD7569B379C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11E686C-A418-4112-BCF2-E1BF83BE2E7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EB549D26-E0C1-4B79-A96F-E98BFED6FE5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FD678C7-8FFC-48F1-B797-74902E76472D}"/>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8CF3663-78AA-4200-AA2A-12B2F72BFFCC}"/>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D8D386AB-687E-44F7-95A7-42ABE2A10778}"/>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Role Differences</a:t>
            </a:r>
          </a:p>
        </p:txBody>
      </p:sp>
      <p:sp>
        <p:nvSpPr>
          <p:cNvPr id="7" name="">
            <a:extLst xmlns:a="http://schemas.openxmlformats.org/drawingml/2006/main">
              <a:ext uri="{FF2B5EF4-FFF2-40B4-BE49-F238E27FC236}">
                <a16:creationId xmlns:a16="http://schemas.microsoft.com/office/drawing/2014/main" id="{9876F272-02DA-4CE1-BF42-9C3EB3B1719B}"/>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Leaders approve direction, resources, governance authority, and risk tolerance. Program staff define workflow needs, review outputs, and report concerns. Analysts and informatics staff support data quality, validation, monitoring, and.</a:t>
            </a:r>
          </a:p>
        </p:txBody>
      </p:sp>
      <p:sp>
        <p:nvSpPr>
          <p:cNvPr id="8" name="">
            <a:extLst xmlns:a="http://schemas.openxmlformats.org/drawingml/2006/main">
              <a:ext uri="{FF2B5EF4-FFF2-40B4-BE49-F238E27FC236}">
                <a16:creationId xmlns:a16="http://schemas.microsoft.com/office/drawing/2014/main" id="{203F8420-30CB-4549-BA90-13C33F419AB6}"/>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11EB25A-C029-4FD3-AB62-A3DC435FCD95}"/>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18CC69F-656E-48A1-ABC6-9C839FFBEF7A}"/>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Expectations</a:t>
            </a:r>
          </a:p>
        </p:txBody>
      </p:sp>
      <p:sp>
        <p:nvSpPr>
          <p:cNvPr id="11" name="">
            <a:extLst xmlns:a="http://schemas.openxmlformats.org/drawingml/2006/main">
              <a:ext uri="{FF2B5EF4-FFF2-40B4-BE49-F238E27FC236}">
                <a16:creationId xmlns:a16="http://schemas.microsoft.com/office/drawing/2014/main" id="{1AC7683D-9593-4BB3-9447-B316D5849257}"/>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Every role needs baseline AI literacy, prohibited-use guidance, data-use rules, and escalation expectations. High-impact roles need deeper training on governance, validation, procurement, public communication, or monitoring. Supervisors need.</a:t>
            </a:r>
          </a:p>
        </p:txBody>
      </p:sp>
      <p:sp>
        <p:nvSpPr>
          <p:cNvPr id="12" name="">
            <a:extLst xmlns:a="http://schemas.openxmlformats.org/drawingml/2006/main">
              <a:ext uri="{FF2B5EF4-FFF2-40B4-BE49-F238E27FC236}">
                <a16:creationId xmlns:a16="http://schemas.microsoft.com/office/drawing/2014/main" id="{A9413EB4-B4DD-478E-8F5F-00CFA827772F}"/>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753885DE-E421-40CD-A06F-3793BFFA549B}"/>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758C64BE-F775-471A-9DEC-F4DB25D58FE4}"/>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237D8AA2-A986-4722-8C9F-52ECCBCC3202}"/>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a role-by-role matrix of allowed uses, prohibited uses, required approvals, and documentation expectations. Connect role guidance to onboarding, annual training, governance participation, and tool access.</a:t>
            </a:r>
          </a:p>
        </p:txBody>
      </p:sp>
      <p:sp>
        <p:nvSpPr>
          <p:cNvPr id="16" name="">
            <a:extLst xmlns:a="http://schemas.openxmlformats.org/drawingml/2006/main">
              <a:ext uri="{FF2B5EF4-FFF2-40B4-BE49-F238E27FC236}">
                <a16:creationId xmlns:a16="http://schemas.microsoft.com/office/drawing/2014/main" id="{D91F6535-CAE1-4276-9D13-3107CDB6500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Role-Based AI Use Guidelines</a:t>
            </a:r>
          </a:p>
        </p:txBody>
      </p:sp>
      <p:sp>
        <p:nvSpPr>
          <p:cNvPr id="17" name="">
            <a:extLst xmlns:a="http://schemas.openxmlformats.org/drawingml/2006/main">
              <a:ext uri="{FF2B5EF4-FFF2-40B4-BE49-F238E27FC236}">
                <a16:creationId xmlns:a16="http://schemas.microsoft.com/office/drawing/2014/main" id="{5F9551BE-9AFE-45D0-9697-0D2C719CC84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2428337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7012C9-27EB-4C38-9D2B-19FD200B415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3D8920B-2CFE-4E9C-A7BE-EAD025502B2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E52CE281-99F2-43AB-8838-C7EB1123545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1CEF7D6-0561-41AB-9BA5-FAE73EF91ACE}"/>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9B3FA522-9768-450F-A1EE-AF94F69FCDC0}"/>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D17C0B0-CB41-41D8-85CC-7CDDD543676B}"/>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AECCD55-567B-4009-9577-27B6AE75EA30}"/>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Leadership approval duties</a:t>
            </a:r>
          </a:p>
        </p:txBody>
      </p:sp>
      <p:sp>
        <p:nvSpPr>
          <p:cNvPr id="8" name="">
            <a:extLst xmlns:a="http://schemas.openxmlformats.org/drawingml/2006/main">
              <a:ext uri="{FF2B5EF4-FFF2-40B4-BE49-F238E27FC236}">
                <a16:creationId xmlns:a16="http://schemas.microsoft.com/office/drawing/2014/main" id="{6E33D808-6C00-4F86-8AA8-397BB09A6421}"/>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E316606B-3AA9-47D3-8B89-4FE78DDFBCDD}"/>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E52FE2E-4863-4D45-B430-C34D5E3BA609}"/>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FE1718AF-2FA3-42EE-B7E2-12E07352536A}"/>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Communications review rules</a:t>
            </a:r>
          </a:p>
        </p:txBody>
      </p:sp>
      <p:sp>
        <p:nvSpPr>
          <p:cNvPr id="12" name="">
            <a:extLst xmlns:a="http://schemas.openxmlformats.org/drawingml/2006/main">
              <a:ext uri="{FF2B5EF4-FFF2-40B4-BE49-F238E27FC236}">
                <a16:creationId xmlns:a16="http://schemas.microsoft.com/office/drawing/2014/main" id="{BB597D91-25AE-4542-8FD6-B8E5CD868A71}"/>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5E3BADB5-FDBB-475A-9C3D-C2DCFC601EB2}"/>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248A47E-640B-4888-A344-1D05D9C309C5}"/>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819A9A3C-7CC6-4536-93B1-6600F84766EE}"/>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Analyst validation responsibilities</a:t>
            </a:r>
          </a:p>
        </p:txBody>
      </p:sp>
      <p:sp>
        <p:nvSpPr>
          <p:cNvPr id="16" name="">
            <a:extLst xmlns:a="http://schemas.openxmlformats.org/drawingml/2006/main">
              <a:ext uri="{FF2B5EF4-FFF2-40B4-BE49-F238E27FC236}">
                <a16:creationId xmlns:a16="http://schemas.microsoft.com/office/drawing/2014/main" id="{CA891373-B2BC-4DA8-B145-D858D40C3D16}"/>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62C6EE93-C659-4C39-B6F3-084ACC5C7D3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Role-Based AI Use Guidelines</a:t>
            </a:r>
          </a:p>
        </p:txBody>
      </p:sp>
      <p:sp>
        <p:nvSpPr>
          <p:cNvPr id="18" name="">
            <a:extLst xmlns:a="http://schemas.openxmlformats.org/drawingml/2006/main">
              <a:ext uri="{FF2B5EF4-FFF2-40B4-BE49-F238E27FC236}">
                <a16:creationId xmlns:a16="http://schemas.microsoft.com/office/drawing/2014/main" id="{17068605-97CB-4E7F-B1D0-1E19BC5C650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2119280849"/>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E05C4C-570D-470D-8D16-CB63D79BBD8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4593D37-B2C5-431E-8BD4-7BD365BACF9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57F24B9D-533D-4249-B81D-334B0D498C9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ED47E43-8F6E-4983-B74D-FF778EE46B15}"/>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AADA6A3-223E-45BA-974A-6B12486FEDBA}"/>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15B0B91E-2C54-404B-BC7D-9B18556A789F}"/>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1A27A456-CBD1-4416-9AE7-3F479999EBD6}"/>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roles need permission to use which AI tools? Which roles must review outputs before they are used? Which roles need advanced training before governance or procurement decisions?</a:t>
            </a:r>
          </a:p>
        </p:txBody>
      </p:sp>
      <p:sp>
        <p:nvSpPr>
          <p:cNvPr id="8" name="">
            <a:extLst xmlns:a="http://schemas.openxmlformats.org/drawingml/2006/main">
              <a:ext uri="{FF2B5EF4-FFF2-40B4-BE49-F238E27FC236}">
                <a16:creationId xmlns:a16="http://schemas.microsoft.com/office/drawing/2014/main" id="{391698F7-0755-4B6A-8CA5-91C30A2760ED}"/>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0E81C06-5420-4FE3-AA4B-8D84ACE99D18}"/>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791818D-9A0E-4EE6-BF3C-1434AEA76BF3}"/>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9E8EE5DA-6A0D-442D-9DDE-382590986D32}"/>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Build a role-based AI use matrix for one department, including allowed uses, prohibited uses, approval requirements, documentation, and escalation contacts.</a:t>
            </a:r>
          </a:p>
        </p:txBody>
      </p:sp>
      <p:sp>
        <p:nvSpPr>
          <p:cNvPr id="12" name="">
            <a:extLst xmlns:a="http://schemas.openxmlformats.org/drawingml/2006/main">
              <a:ext uri="{FF2B5EF4-FFF2-40B4-BE49-F238E27FC236}">
                <a16:creationId xmlns:a16="http://schemas.microsoft.com/office/drawing/2014/main" id="{4382F8FB-751B-4D55-981E-6468DDEC303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Role-Based AI Use Guidelines</a:t>
            </a:r>
          </a:p>
        </p:txBody>
      </p:sp>
      <p:sp>
        <p:nvSpPr>
          <p:cNvPr id="13" name="">
            <a:extLst xmlns:a="http://schemas.openxmlformats.org/drawingml/2006/main">
              <a:ext uri="{FF2B5EF4-FFF2-40B4-BE49-F238E27FC236}">
                <a16:creationId xmlns:a16="http://schemas.microsoft.com/office/drawing/2014/main" id="{E843013C-9FBD-497B-AE3D-1E2A4B36187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8731431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690080-DEDD-4394-9165-36B7433C3EA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02C0A07-3DBD-4D47-8210-431FA5DDA74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1F31BA9D-BFEC-451A-B285-34A08D5664F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839AE14-C76D-4D15-A632-6875C0CB3A2C}"/>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FC549BB-7B88-4391-A571-3E3CFCC1D747}"/>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9514E20B-324F-49DF-8FBE-C93F9E39B3FE}"/>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4CE4F13C-80E2-430E-B995-9D29B8F5A570}"/>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5, 6, 10, 12 and Tools 2, 23, 24, 26, 27, 28, 29.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F6AB8927-2A95-4D3A-A42D-1559F16D89F6}"/>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DA27345-223C-462E-8A02-ACC8C3E7C4AE}"/>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7A1C2337-00B3-4506-937E-16016E0EA712}"/>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D0CAAA87-ABFD-48FE-B1AE-584B1EB451FB}"/>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Public health workforce, AI literacy, and role preparation framing. CDC Public Health Workforce Development: Public health workforce capability-building context. Public Health Foundation TRAIN Learning Network:.</a:t>
            </a:r>
          </a:p>
        </p:txBody>
      </p:sp>
      <p:sp>
        <p:nvSpPr>
          <p:cNvPr id="12" name="">
            <a:extLst xmlns:a="http://schemas.openxmlformats.org/drawingml/2006/main">
              <a:ext uri="{FF2B5EF4-FFF2-40B4-BE49-F238E27FC236}">
                <a16:creationId xmlns:a16="http://schemas.microsoft.com/office/drawing/2014/main" id="{6F7F6852-AD53-43FF-A64B-E69D1BAB90B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Role-Based AI Use Guidelines</a:t>
            </a:r>
          </a:p>
        </p:txBody>
      </p:sp>
      <p:sp>
        <p:nvSpPr>
          <p:cNvPr id="13" name="">
            <a:extLst xmlns:a="http://schemas.openxmlformats.org/drawingml/2006/main">
              <a:ext uri="{FF2B5EF4-FFF2-40B4-BE49-F238E27FC236}">
                <a16:creationId xmlns:a16="http://schemas.microsoft.com/office/drawing/2014/main" id="{8F902066-0E74-41CA-B6AF-03A15D18FED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334045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2026-07-02T17:47:04.7310000Z</dcterms:created>
  <dcterms:modified xsi:type="dcterms:W3CDTF">2026-07-02T17:47:04.7310000Z</dcterms:modified>
</coreProperties>
</file>