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for Social Good refers to the intentional use of artificial intelligence.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this concept is not abstract.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already work to prevent disease, protect communities,.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introductory Primary track: Shared Foundational / Introductory Course.</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4: Engage Stakeholders - This lesson informs Play 4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20: Community Engagement Planning (Planning)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21: Stakeholder Mapping &amp; RACI (Template)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22: Missing Voices Analysis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AI for Social Good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public benefit from novelty, efficiency, or automation alone.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how AI can support public health values, including equity,.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AI for Social Good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how AI can support public health values,.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potential harms, including exclusion,.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community-centered safeguards for socially.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AI for Social Good review brief for a public health use case.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AI for Social Good review brief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refers to the intentional use of artificial intelligence.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public health, this concept is not abstract.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already work to prevent disease, protect communities,.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refers to the intentional use of artificial intelligence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is uniquely positioned to use AI for social good because its.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help agencies identify emerging needs, improve access to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benefits are especially important when agencies face workforce.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is uniquely positioned to use AI for social good because its.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use AI to improve access to maternal and child.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could help staff identify service gaps, summarize eligibility rules,.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designed well, the tool could reduce administrative burden and improve.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 to improve access to maternal and child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tool could help staff identify service gaps,.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same tool could fail if it assumes internet.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AI for Social Good review would examine.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begins with problem definition.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problem should be a public health problem, not a technology opportunity.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example, “use a chatbot” is not a problem definition. “Reduce delays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begins with problem definition.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Human-in-the-loop use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Input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AI assist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AI can support work, but public health judgment remains responsible.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Measuring social good requires more than counting users or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should measure whether the AI-supported workflow improves.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should also monitor unintended consequences, such as reduced service.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Agencies should measure whether the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They should also monitor unintended consequences,.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Responsible innovation includes sunset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Technology-first design.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may be adopted because it is novel rather than because it solves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problem-first planning, alternatives analysis, and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Technology-first design.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Unequal benefit.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help people with strong digital access.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language access, accessibility,.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Resource diversion.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projects may consume resources that could be used for more effective.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impact measurement, cost-benefit review, and periodic.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Resource diversion.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Resource diversion.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projects may consume resources that could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impact measurement,.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applies to every AI method.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improve plain-language communication, but it must be.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may guide supportive outreach, but it should not become.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applies to every AI method.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may improve plain-language.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improve staff access to guidance,.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workflows may reduce burden, but they.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problem would this AI use address?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would benefit, and who could be excluded or harmed?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were affected communities involved in defining the need and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problem would this AI use address?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problem would this AI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would benefit, and who could be excluded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were affected communities involved in defining.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non-AI alternatives should be considered?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measure public value, equity, trust, and unintended.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non-AI alternatives should be considered?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non-AI alternatives should be considered?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measure public value, equity,.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 for Social Good review brief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brief should define the public health problem, intended public benefit,.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result in a decision-support document that helps leaders.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brief should define the public health problem,.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result in a decision-support.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review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value and equity assessment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Community engagement and accessibility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for Social Good review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value and equity assessment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Community engagement and accessibility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Impact and unintended-consequence measurement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Impact and unintended-consequence measurement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Impact and unintended-consequence measurement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for Social Good review brief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value and equity assessment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Community engagement and accessibility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for Social Good review brief</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for Social Good review brief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value and equity assessment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Community engagement and accessibility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definition of AI for Social Good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is efficiency alone not enough to show social good?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does equity by design require?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definition of AI for Social Good.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Guidance on Large Multi-Modal Models:.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2026-07-13T03:02:47Z</dcterms:created>
  <dcterms:modified xsi:type="dcterms:W3CDTF">2026-07-13T03:02:47Z</dcterms:modified>
</cp:coreProperties>
</file>