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410 AI Risk Appetite and Risk Tolerance for Public Health
Leaders cannot manage AI risk effectively unless they define how much risk the agency is willing to accept for different types of use. Risk appetite describes the broad level of risk an organization is willing to take in pursuit of its mission. Risk tolerance translates that appetite into practical thresholds, conditions, and limits for specific AI uses. This module helps public health leaders define AI risk appetite in a way that reflects public health authority, community trust, legal obligations, health equity, privacy, safety, and operational needs. The goal is not to eliminate all risk. The goal is to make risk decisions explicit, proportionate, documented, and aligned with public health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Governance and Security Track
Appears in tracks: governance-security
Leaders cannot manage AI risk effectively unless they define how much risk the agency is willing to accept for different types of use. Risk appetite describes the broad level of risk an organization is willing to take in pursuit of its mission. Risk tolerance translates that appetite into practical thresholds, conditions, and limits for specific AI uses. This module helps public health leaders define AI risk appetite in a way that reflects public health authority, community trust, legal obligations, health equity, privacy, safety, and operational needs. The goal is not to eliminate all risk. The goal is to make risk decisions explicit, proportionate, documented, and aligned with public health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difference between risk appetite, risk tolerance, and risk acceptance.
Identify AI uses that may be low, moderate, high, or unacceptable risk in a public health context.
Develop risk tolerance statements for different AI use categories.
Connect risk tolerance to review level, safeguards, monitoring, and escalation.
Produce a draft AI risk appetite statement for leadership or governance discussion.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Leaders cannot manage AI risk effectively unless they define how much risk the agency is willing to accept for different types of use. Risk appetite describes the broad level of risk an organization is willing to take in pursuit of its mission. Risk tolerance translates that appetite into practical thresholds, conditions, and limits for specific AI uses.
This module helps public health leaders define AI risk appetite in a way that reflects public health authority, community trust, legal obligations, health equity, privacy, safety, and operational needs. The goal is not to eliminate all risk. The goal is to make risk decisions explicit, proportionate, documented, and aligned with public health values.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make risk decisions every day, but AI can make those decisions less visible. A generative AI tool might be acceptable for drafting internal meeting notes but not for producing unsupervised public health guidance. A predictive model might be acceptable for planning staffing levels but not for denying services. An agentic workflow might be acceptable for creating a draft task but not for sending an enforcement notice without human approval.
Risk appetite helps agencies explain these distinctions. It provides a leadership-level statement of where the agency encourages innovation, where it requires caution, and where it prohibits use. It also helps staff understand that responsible AI is not a binary choice between adoption and avoidance. It is a disciplined process for matching safeguards to risk.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agency may define a higher risk appetite for internal administrative uses that do not involve sensitive data, public communication, or public health action. It may define a moderate appetite for staff-facing decision support when human review, validation, and documentation are required. It may define a very low appetite for unsupervised public-facing advice, automated eligibility decisions, enforcement actions, or tools that process sensitive data without approved safeguards.
These statements help governance reviewers make consistent decisions. Instead of debating each proposal from the beginning, reviewers can ask whether the proposed use fits the agency's defined risk category and whether required safeguards are present. The discussion becomes more disciplined and less dependent on individual comfort with AI.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Risk appetite should be expressed in plain language and translated into operating rules. For example, an agency might state that it encourages low-risk AI uses that reduce internal administrative burden when no sensitive data are used and outputs are reviewed by staff. It might state that it will consider moderate-risk uses involving operational data only with documented validation, access controls, human review, and monitoring. It might state that it does not permit AI to make final public health enforcement, eligibility, or legal decisions without authorized human review.
Risk tolerance turns these statements into thresholds. A tolerance may specify that a tool cannot be launched if source traceability is absent, if subgroup performance cannot be assessed for a prioritization model, if the false negative rate exceeds a defined threshold, or if the vendor cannot provide adequate documentation. Tolerances should be appropriate to the use case. A lower threshold may be acceptable for internal drafting than for case triage.
Risk appetite should be reviewed regularly. Public expectations, laws, model capabilities, agency experience, and technical safeguards change over time. A use that was too risky during the first year of AI adoption may become acceptable after better infrastructure, policies, and monitoring are in place. Conversely, a use may become unacceptable if incidents, evidence, or community concerns reveal new harms.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vague risk language. Phrases like 'use AI responsibly' do not help staff decide what is allowed. A guardrail is to define concrete examples of encouraged, conditional, restricted, and prohibited uses.
Another risk is risk appetite that ignores equity. A tool may appear operationally useful while shifting burden to communities that are already underrepresented or over-surveilled. A guardrail is to require equity impact review for uses that affect prioritization, access, enforcement, communication, or resource allocation.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Risk appetite applies differently across AI types. Generative AI for internal drafting may fall into a lower-risk category when reviewed by humans. Predictive models used for prioritization require stronger validation and monitoring. Agentic tools that can take system actions require strict limits, stop authority, and auditability. Risk appetite helps define these boundaries in advance.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Draft a risk appetite statement and a risk tolerance table for at least four AI use categories: internal productivity, staff decision support, public-facing communication, and automated or agentic workflows.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risk appetite statement; risk tolerance table; prohibited-use examples; mitigation and escalation conditions.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risk appetite statement; risk tolerance table; prohibited-use examples; mitigation and escalation conditions.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410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Risk Appetite and Risk Tolerance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Leaders cannot manage AI risk effectively unless they define how much risk.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appetite describes the broad level of risk an organization is willing.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tolerance translates that appetite into practical thresholds,.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advanced/leadership Primary track: Governance and Security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difference between risk appetite, risk tolerance, and risk.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AI uses that may be low, moderate, high, or unacceptable risk in 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Develop risk tolerance statements for different AI use categories.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difference between risk appetite, risk tolerance, and risk acceptance.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Connect risk tolerance to review level,.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draft AI risk appetite statement for.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Leaders cannot manage AI risk effectively unless they define how much risk.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appetite describes the broad level of risk an organization is willing.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tolerance translates that appetite into practical thresholds,.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Leaders cannot manage AI risk effectively unless they define how much risk the.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health agencies make risk decisions every day, but AI can make those.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generative AI tool might be acceptable for drafting internal meeting notes.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predictive model might be acceptable for planning staffing levels but not.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agencies make risk decisions every day, but AI can make those.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 agency may define a higher risk appetite for internal administrative uses.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may define a moderate appetite for staff-facing decision support when.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may define a very low appetite for unsupervised public-facing advice,.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agency may define a higher risk appetite for internal administrative uses.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 agency may define a higher risk appetite for.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may define a moderate appetite for staff-facing.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may define a very low appetite for unsupervised.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Risk appetite should be expressed in plain language and translated into.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example, an agency might state that it encourages low-risk AI uses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might state that it will consider moderate-risk uses involving.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 appetite should be expressed in plain language and translated into.</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For example, an agency might state that it.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might state that it will consider moderate-risk.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might state that it does not permit AI to make.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vague risk language.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Phrases like 'use AI responsibly' do not help staff decide what is allowed.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define concrete examples of encouraged, conditional,.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vague risk language.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Another risk is risk appetite that ignores equity.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tool may appear operationally useful while.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require equity impact review for.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Risk appetite applies differently across AI types.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Generative AI for internal drafting may fall into a lower-risk category when.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models used for prioritization require stronger validation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 appetite applies differently across AI types.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Agentic tools that can take system actions require.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appetite helps define these boundaries in.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current or proposed AI use case in your agency raises this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currently has authority to make decisions about this issue, and is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or leadership need before approving the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 leadership 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current or proposed AI use case in your.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currently has authority to make decisions.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or leadership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staff, partners, or communities would be affected if this issue were.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policy, process, or artifact should be created or updated after this.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 issue were.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staff, partners, or communities would be.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policy, process, or artifact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Draft a risk appetite statement and a risk tolerance table for at least four.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Draft a risk appetite statement and a risk tolerance table for at least four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Draft a risk appetite statement and a risk.</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Choose a real or realistic public health AI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Document assumptions, unresolved questions, and which agency roles would.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support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Choose a real or realistic public health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Document assumptions, unresolved questions,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risk appetite statement; risk tolerance table; prohibited-use examples;.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risk appetite statement; risk tolerance table; prohibited-use examples;.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risk appetite statement; risk tolerance table;.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risk appetite statement; risk tolerance table; prohibited-use examples;.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risk appetite statement; risk tolerance table; prohibited-use examples;.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risk appetite statement; risk tolerance table;.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the strongest reason this module topic belongs in AI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Which practice best supports accountable public health AI governance?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When should an AI use case be escalated for leadership or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the strongest reason this module topic belongs in AI leadership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the strongest reason this module topic.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Privacy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 and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Ethics and Governance of Artificial.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OMB Memorandum M-24-10 on federal AI governance, risk management,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Agency strategic plans, procurement policies, privacy policies,.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OMB Memorandum M-24-10 on federal AI governance,.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strategic plans, procurement policies,.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Risk Appetite and Risk Tolerance for Public Health</dc:title>
  <dc:subject>AI Risk Appetite and Risk Tolerance for Public Health learning module</dc:subject>
  <dc:creator>Paula Soper</dc:creator>
  <cp:lastModifiedBy>Paula Soper</cp:lastModifiedBy>
  <cp:revision>1</cp:revision>
  <dcterms:created xsi:type="dcterms:W3CDTF">2026-07-13T03:02:47Z</dcterms:created>
  <dcterms:modified xsi:type="dcterms:W3CDTF">2026-07-13T03:02:47Z</dcterms:modified>
</cp:coreProperties>
</file>