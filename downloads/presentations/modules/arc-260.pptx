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APIs, webhooks, and event-driven workflows are the mechanisms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especially important for AI because many AI tools need to retrieve.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non-developer public health staff enough technical.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what APIs, webhooks, and event-driven workflows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read-only access, write-back, and triggered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security, privacy, logging, and access-control requirements for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what APIs, webhooks, and event-driven workflows do.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where human approval is required before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API and event workflow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APIs, webhooks, and event-driven workflows are the mechanisms that allow.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especially important for AI because many AI tools need to retrieve.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non-developer public health staff enough technical.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webhooks, and event-driven workflows are the mechanisms that allow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APIs can reduce manual work by allowing systems to exchange data directly.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APIs may retrieve case information, query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Webhooks can notify a system when a defined event occurs, such as receipt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application programming interface allows one system to request data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APIs are useful for structured exchange, but they must be governed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APIs are useful for structured exchange, but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Webhook.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webhook sends information automatically when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Read-only versus write-back.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Read-only access allows a tool to view or retrieve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Write-back allows a tool to update, create, or delete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Read-only versus write-back.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Read-only versus write-back.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Read-only access allows a tool to view or retrieve.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Write-back allows a tool to update, create,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tool may be configured to review new environmental health complaints.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webhook could trigger the review when a complaint is submitted.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might assign a category, draft a summary, and create a task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may be configured to review new environmental health complaints 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tool may be configured to review new.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workflow could improve triage, but it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higher-risk example is an agentic tool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review should begin with purpose and permissions.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ask what data the AI tool needs, whether the access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Permissions should follow least privilege, meaning the tool receives only.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review should begin with purpose and permissions.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ask what data the AI tool needs,.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Permissions should follow least privilege, meaning.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Event-driven workflows should be designed with.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Over-permissioned integrations.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receive broader access than needed.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least-privilege scopes, role-based access, periodic.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Over-permissioned integrations.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least-privilege scopes,.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Unreviewed write-back.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Automated updates can alter official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Poor error handling.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Failed API calls may produce incomplete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status indicators, retry rules, exception queues,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Poor error handling.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Poor error handling.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Failed API calls may produce incomplete workflows.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status indicators, retry rules,.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use APIs to retrieve source material for summaries.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tools may call services that return risk scores or features.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may use APIs to retrieve approved documents.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use APIs to retrieve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tools may call services that return.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use APIs to retrieve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in your agency are triggered by new data or status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AI-supported actions should be read-only?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actions would require human approval before write-back?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in your agency are triggered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AI-supported actions should be read-only?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actions would require human approval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logs are needed to reconstruct what happened?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should happen if an API call fails or returns unexpected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what happened?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logs are needed to reconstruct what happened?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happen if an API call fails or returns.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API and event workflow review worksheet for one proposed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triggering event, systems involved, data exchanged, read/write.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API and event workflow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triggering event, systems involved,.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and event workflow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Integration risk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Access control recommendations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 and event workflow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Integration risk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and event workflow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Integration risk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Access control recommendations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 and event workflow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Integration risk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does an API allow systems to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 webhook?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do AI integrations need access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does an API allow systems to do?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does an API allow systems to do?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API documentation: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interoperability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cybersecurity and access control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API documentation: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HL7 FHIR API documentation: https://hl7.org/fhir/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interoperability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cybersecurity and access control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2026-07-13T03:27:52Z</dcterms:created>
  <dcterms:modified xsi:type="dcterms:W3CDTF">2026-07-13T03:27:52Z</dcterms:modified>
</cp:coreProperties>
</file>