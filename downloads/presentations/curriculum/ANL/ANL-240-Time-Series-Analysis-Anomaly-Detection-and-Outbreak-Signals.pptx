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Time-Series Analysis, Anomaly Detection, and Outbreak Signals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time-series analysis and anomaly detection in public health terms.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baselines, seasonality, trends, reporting delays, and thresholds.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statistical signals from confirmed outbreaks or public health events.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risks from alert fatigue, data artifacts, delayed reporting, and model drift.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guardrails for AI-supported surveillance alerts.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anomaly detection review plan for one public health data stream.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Anomaly detection review plan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Analytics and Modeling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anl-240-time-series-analysis-anomaly-detection-and-outbreak-signals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methods matter because public health surveillance is often about change.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count may be difficult to interpret without knowing whether it is higher than expected for that time, place, population, reporting source,…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anomaly detection can help staff review large volumes of data and prioritize signals that deserve attention.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However, public health time-series data are shaped by reporting systems as much as disease patterns.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Weekends, holidays, provider onboarding, lab code changes, EHR outages, weather events, testing availability, and public attention can all change…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series: A time series is a sequence of measurements ordered by time, such as daily emergency department visits,…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Baseline: A baseline is the expected pattern used for comparison. It may account for historical levels, seasonality,…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detection: Anomaly detection identifies observations or patterns that differ from expected behavior. In public health,…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Seasonality: Seasonality refers to predictable recurring patterns, such as influenza increases during certain months or…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Threshold: A threshold defines when a signal is flagged for review. Thresholds should reflect both statistical behavior…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syndromic surveillance team may use anomaly detection to monitor emergency department visits for respiratory symptoms.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may flag a county when visits exceed the expected range for that day and season.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alert could prompt review of age groups, facilities, diagnosis text, lab data, school absenteeism, and local context.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alert is valuable only if it enters a disciplined review process.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and anomaly detection methods can support predictive dashboards, syndromic surveillance, wastewater monitoring, outbreak…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summarize signal review, but it should include uncertainty and source indicators.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workflows may route alerts or create tasks, but those actions should be limited to defined protocols and human review.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AI-supported surveillance workflows combine automation with epidemiologic judgment.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selection is one of the most important technical decisions.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baseline may use several prior weeks, several prior years, a regression model, seasonal decomposition, or more complex algorithms.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baseline should match the public health question.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baseline may adapt quickly but miss seasonal context.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long baseline may capture seasonality but fail when underlying systems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data often require preprocessing.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artifacts.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failures, delayed batches, or coding changes can trigger false alerts.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data quality checks, feed monitoring, and partner change logs.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fatigue.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many alerts can reduce attention.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anomaly detection review plan for one public health data stream.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monitored indicator, data source, update frequency, baseline approach, known reporting patterns, threshold rationale, alert tiers,…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 should identify how staff will distinguish statistical anomalies from data quality issues and public health events.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detection review 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and threshold rationale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review protocol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documentation template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National Syndromic Surveillance Program: https://www.cdc.gov/nssp/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Evaluation Framework: https://www.cdc.gov/evaluation/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Strategy:…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an anomaly in a public health time series?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does seasonality matter?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a common risk of too many low-value alerts?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statement is most accurate?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240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 240: Time-Series Analysis, Anomaly Detection, and Outbreak Signals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