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and outbreak response are high-pressure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support these workflows by summarizing case records, extracting.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the same time, errors can affect real people, public health action,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case investigation and outbreak response tasks that AI may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AI-supported triage, summarization, extraction, signal.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quality, timeliness, source traceability, and equity risks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AI-supported triage,.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data quality, timeliness,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human review, escalation, and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and outbreak response are high-pressure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support these workflows by summarizing case records, extracting.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At the same time, errors can affect real people, public health action,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and outbreak response are high-pressure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Case investigation and outbreak response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support these workflows by summarizing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epidemiologists,.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During a foodborne illness investigation, AI is used to summarize interview.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Investigators compare the extracted exposures to original notes,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helps reduce manual review time, but it does not determine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During a foodborne illness investigation, AI is used to summarize interview.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During a foodborne illness investigation, AI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Investigators compare the extracted exposures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helps reduce manual review time, but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support case investigation by reducing the burden of reviewing large.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Natural language processing and generative AI may help summarize case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tasks are appropriate only when outputs are traceable to source.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support case investigation by reducing the burden of reviewing large.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Natural language processing and generative AI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tasks are appropriate only when outputs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Outbreak response may involve signal detection,.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considerations should be explicit.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communities may be less likely to seek care, be tested, respond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prioritization must not systematically deprioritize people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considerations should be explicit.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Some communities may be less likely to seek care,.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prioritization must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summaries omitting uncertainty or unsupported details.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False outbreak signals creating unnecessary response or public concern.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Missed signals because some communities are underrepresented in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Automated prioritization replacing epidemiologic judgment.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investigation information being used in unapproved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source traceability for summaries and extracted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AI outputs as prompts for review, not automatic conclusions.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source traceability for summaries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AI outputs as prompts for review,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 uncertainty, missing data, and preliminary status.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equity review to prioritization and signal detection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escalation to epidemiology leadership for unusual, high-risk,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uncertainty, missing data, and preliminary status.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uncertainty, missing data,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equity review to prioritization and signal.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escalation to epidemiology leadership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AI-supported case investigation or outbreak response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supported task, data sources, AI output, source traceability,.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AI-supported case investigation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supported task, data sources,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or outbreak response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traceability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Uncertainty and missing data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Case investigation or outbreak response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traceability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Uncertainty and missing data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escalation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Monitoring indicators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or outbreak response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traceability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Uncertainty and missing data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should AI outputs do in case investigation?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an outbreak signal?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is uncertainty documentation important during response?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should AI outputs do in case investigation?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should AI outputs do in case investigation?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2026-07-14T04:35:31Z</dcterms:created>
  <dcterms:modified xsi:type="dcterms:W3CDTF">2026-07-14T04:35:31Z</dcterms:modified>
</cp:coreProperties>
</file>