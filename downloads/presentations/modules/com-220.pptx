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 220 Public Comment, Social Listening, and Community Feedback Analysis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Communications Role-Based Track
Appears in tracks: communications, policy, ai-for-social-good, governance-security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public comment, social listening, and community feedback analysis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ethical analysis of public comments, social listening data, and community feedback.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Comment, Social Listening, and Community Feedback Analysis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ethical analysis of public comments, social listening data, and community feedback.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public comment, social listening, and community feedback analysis artifact for one AI-supported public health use case. The artifact should define the use case, affected roles, review criteria, safeguards, documentation expectations, escalation triggers, monitoring indicators, and next review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Public Comment, Social Listening, and Community Feedback Analysis artifact
Role and responsibility table
Risk and safeguard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Public Comment, Social Listening, and Community Feedback Analysis artifact
Role and responsibility table
Risk and safeguard summary
Escalation and monitoring plan
Approval or review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public comment, social listening, and community feedback analysis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COM 220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Comment, Social Listening, and Community Feedback Analysis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 feedback.</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Communications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communications, policy, ai-for-social-good,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public comment, social listening, and community feedback analysis in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ethical analysis of public comments, social listening data, and community.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matters because AI adoption changes.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ethical analysis of public.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public comment, social listening, and community feedback analysis artifact for one.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Comment, Social Listening, and Community Feedback Analysis artifact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public comment, social listening, and community feedback.</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Comment, Social Listening, and Community Feedback Analysis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Comment, Social Listening, and Community Feedback Analysis</dc:title>
  <dc:subject>Public Comment, Social Listening, and Community Feedback Analysis learning module</dc:subject>
  <dc:creator>Paula Soper</dc:creator>
  <cp:lastModifiedBy>Paula Soper</cp:lastModifiedBy>
  <cp:revision>1</cp:revision>
  <dcterms:created xsi:type="dcterms:W3CDTF">2026-07-12T20:15:59Z</dcterms:created>
  <dcterms:modified xsi:type="dcterms:W3CDTF">2026-07-12T20:15:59Z</dcterms:modified>
</cp:coreProperties>
</file>