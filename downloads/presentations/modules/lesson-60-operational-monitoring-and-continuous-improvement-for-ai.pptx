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Operations and Data Quality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operations-data-quality, governance-security, program-management</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Operational Monitoring and Continuous Improvement for AI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2026-07-12T18:22:13Z</dcterms:created>
  <dcterms:modified xsi:type="dcterms:W3CDTF">2026-07-12T18:22:13Z</dcterms:modified>
</cp:coreProperties>
</file>