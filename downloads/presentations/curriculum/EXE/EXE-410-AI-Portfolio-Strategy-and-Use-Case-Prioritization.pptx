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Portfolio Strategy and Use Case Prioritization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purpose of an AI portfolio strategy for public health agencies.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criteria for prioritizing AI use cases based on public health value, readiness, risk, and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use cases that should be pursued, piloted, deferred, redesigned, or rejected.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portfolio view that balances innovation, risk, equity, and operational capacity.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use case prioritization rubric for governance or leadership review.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Use case intake form; prioritization rubric; sample portfolio view; decision category definitions.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exe-410-ai-portfolio-strategy-and-use-case-prioritization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have many possible AI use cases: summarizing case notes, analyzing call logs, drafting messages, identifying data quality…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portfolio strategy, agencies may choose projects because they are visible, easy to demonstrate, or championed by a strong vendor rather…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portfolio strategy protects scarce capacity.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teams, privacy officers, legal counsel, procurement staff, program leaders, and data stewards cannot review every idea at the same…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Prioritization helps the agency focus deep review on use cases with meaningful benefit and material risk while creating faster pathways for low-risk…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Define the purpose of an AI portfolio strategy for public health agencies.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Develop criteria for prioritizing AI use cases based on public health value, readiness, risk, and sustainability.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use cases that should be pursued, piloted, deferred, redesigned, or rejected.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Create a portfolio view that balances innovation, risk, equity, and operational capacity.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 use case prioritization rubric for governance or leadership review.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receives proposals for five AI uses: a public chatbot, a staff policy assistant, an outbreak signal detection model, a…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proposal has different benefits and risks.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chatbot may be visible but high-risk if it gives health advice.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staff policy assistant may be lower risk if it uses approved internal documents.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projects may be prioritized for internal knowledge management before public-facing use.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projects may be prioritized only when data and validation plans are mature.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may be deferred until governance has defined decision rights, access controls, and rollback procedures.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strategy helps leaders sequence AI adoption responsibly.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portfolio strategy begins with categories.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can classify AI opportunities by function, such as internal productivity, knowledge management, surveillance support, decision…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also classify by risk, such as low, moderate, high, or prohibited.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categories help leadership understand where AI activity is concentrated and whether the portfolio reflects agency priorities.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Prioritization criteria should include mission alignment, expected public health benefit, workflow burden reduction, data readiness, legal…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 case with high potential benefit but weak data readiness may be deferred until modernization work improves.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major risk is pilot proliferation.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may launch many small AI pilots without a pathway to scale, evaluate, sustain, or retire them.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every pilot to define success criteria, evaluation evidence, funding assumptions, and an end point.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inequitable prioritization.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 serving better-resourced programs may advance faster than projects addressing underserved communities.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an AI use case prioritization rubric with criteria, scoring levels, required evidence, and decision categories such as pursue, pilot,…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intake form; prioritization rubric; sample portfolio view; decision category definitions.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410: AI Portfolio Strategy and Use Case Prioritization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