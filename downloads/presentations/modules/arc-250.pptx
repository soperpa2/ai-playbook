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250 FHIR for Public Health AI Use Cases
FHIR is increasingly important for public health because it supports structured, API-based access to health data. Public health staff do not need to become FHIR developers to participate in AI planning, but they do need to understand what FHIR can and cannot provide. This module explains how FHIR resources, profiles, implementation guides, and APIs may support AI-enabled public health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FHIR is increasingly important for public health because it supports structured, API-based access to health data. Public health staff do not need to become FHIR developers to participate in AI planning, but they do need to understand what FHIR can and cannot provide. This module explains how FHIR resources, profiles, implementation guides, and APIs may support AI-enabled public health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FHIR in practical public health terms.
Identify FHIR resources commonly relevant to public health AI use cases.
Explain the role of profiles, implementation guides, and APIs.
Assess whether FHIR-accessible data are complete and fit for a specific use case.
Produce a FHIR data needs worksheet for an AI-supported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FHIR is increasingly important for public health because it supports structured, API-based access to health data. Public health staff do not need to become FHIR developers to participate in AI planning, but they do need to understand what FHIR can and cannot provide. This module explains how FHIR resources, profiles, implementation guides, and APIs may support AI-enabled public health workflows.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FHIR matters for AI because it may make clinical and public health data more accessible, modular, and reusable. A FHIR API can allow an approved application to request specific resources, such as Patient, Observation, Condition, DiagnosticReport, Immunization, Encounter, Organization, or Task. This can support case summaries, decision support, cohort identification, immunization review, referral workflows, or public health reporting.
However, FHIR is not magic. A system may support FHIR but expose only certain data elements, use local extensions, omit important context, or require complex authorization. A vendor may say the product is FHIR-compatible while supporting only a narrow subset of resources. Public health staff need to ask whether the actual data required for the workflow are available, coded correctly, timely, and authorized for use.
FHIR use also raises governance questions. API access can make data retrieval easier, but easier retrieval does not remove privacy, minimum necessary, consent, legal authority, or public health reporting considerations. AI tools using FHIR data should have clear intended use, source traceability, access control, and validation.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FHIR resource. A FHIR resource is a structured representation of a type of health information, such as Patient, Observation, Condition, Immunization, Encounter, DiagnosticReport, ServiceRequest, Organization, or Task. AI tools may use combinations of resources to support a workflow.
FHIR profile. A FHIR profile constrains or extends a resource for a specific purpose. Profiles help ensure that systems use resources consistently enough for implementation.
FHIR API. A FHIR API allows approved systems or applications to request, send, or update FHIR resources. API access should be governed through authentication, authorization, scopes, logging, and role-based access.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US Core. US Core defines profiles for core U.S. clinical data exchange. It can support common data access patterns, but public health workflows may require additional public health-specific profiles or implementation guides.
Implementation guide. A FHIR implementation guide defines how FHIR should be used for a particular use case. Public health IGs help translate general resources into operational exchange requirements.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want an AI tool to summarize relevant EHR information for a case investigation. The tool might need Patient, Encounter, Condition, Observation, DiagnosticReport, MedicationRequest, and Practitioner or Organization resources. Staff need to verify whether the source system can provide these resources, whether the data include required dates and terminology, and whether the AI output cites the source data used.
An immunization use case may need Patient and Immunization resources, along with vaccine codes, dates, lot information, and dose context. If the FHIR source lacks historical immunizations or has incomplete patient matching, the AI tool may incorrectly identify gaps. The FHIR workflow must therefore be assessed for completeness, not just technical availability.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FHIR planning should begin with the use case rather than the technology. Staff should identify the public health decision or task, the data elements required, the FHIR resources that may contain those elements, the systems that expose those resources, and the authorization pathway. This prevents over-general claims about FHIR from substituting for a concrete data needs analysis.
Profiles and implementation guides matter because general resources can be used in different ways. A public health workflow may need specific required elements, value sets, extensions, or constraints. A FHIR resource that is technically valid may still lack a field required for surveillance, case investigation, or decision support.
Validation should test realistic workflows. Staff should verify not only that an API returns data, but that the returned data are complete, current, correctly coded, and usable in the AI-supported task. Testing should include missing data, conflicting data, multiple encounters, historical records, and user review of source traceability.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FHIR-compatible but incomplete. A product may support FHIR but not the data needed for the public health use case. Guardrails include data needs worksheets, test queries, and acceptance criteria.
Overbroad API access. AI tools may request more data than needed. Guardrails include scoped access, minimum necessary review, and audit logs.
Source traceability gaps. AI outputs may summarize FHIR data without showing which resources supported the output. Guardrails include source citations, resource identifiers, and user review.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Write-back risk. FHIR APIs may support updates or task creation. Guardrails include human approval, restricted permissions, sandbox testing, and rollback procedures.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can use FHIR data to draft case or patient summaries, but the output should be grounded in visible source resources. Predictive analytics may use features derived from FHIR resources, which requires stable extraction and monitoring. RAG may combine FHIR-derived facts with agency guidance. Agentic workflows may create Tasks or update statuses, making permissions and approval steps essential.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public health workflows could benefit from structured FHIR data?
Which data elements are required for the workflow?
Are those elements available through FHIR in the source systems?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profiles or implementation guides apply?
How will staff verify that the AI tool used the correct FHIR data?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FHIR data needs worksheet for one AI-supported public health use case. Include the use case, required data elements, relevant FHIR resources, source systems, API method, terminology requirements, validation questions, human review point, and documentation requirements.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FHIR data needs worksheet
List of relevant FHIR resources
Vendor or implementation questions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Validation checklist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FHIR data needs worksheet
List of relevant FHIR resources
Vendor or implementation questions
Validation checklist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 FHIR resource?
2. Why does FHIR matter for AI-supported public health workflows?
3. What should staff verify when a vendor says a product is FHIR-compatible?
4. Which FHIR resource is commonly relevant to lab observations?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HL7 FHIR resources: https://hl7.org/fhir/
HL7 US Core Implementation Guide: https://build.fhir.org/ig/HL7/US-Core/
HL7 eCR FHIR Implementation Guide: https://hl7.org/fhir/us/ecr/
US Public Health Profiles Library
ONC USCDI resources: https://isp.healthit.gov/united-states-core-data-interoperability-uscdi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250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FHIR for Public Health AI Use Cases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FHIR is increasingly important for public health because it supports.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staff do not need to become FHIR developers to participate in.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explains how FHIR resources, profiles, implementation guides,.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applied/foundational Primary track: Technical Architecture Track Appears.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Define FHIR in practical public health terms.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FHIR resources commonly relevant to public health AI use cases.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Explain the role of profiles, implementation guides, and APIs.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Define FHIR in practical public health terms.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Assess whether FHIR-accessible data are complete.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 FHIR data needs worksheet for 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FHIR is increasingly important for public health because it supports.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staff do not need to become FHIR developers to participate in.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explains how FHIR resources, profiles, implementation guides,.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FHIR is increasingly important for public health because it supports structured,.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FHIR is increasingly important for public health.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health staff do not need to become FHIR.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module explains how FHIR resources, profiles,.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FHIR matters for AI because it may make clinical and public health data more.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FHIR API can allow an approved application to request specific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can support case summaries, decision support, cohort identification,.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FHIR matters for AI because it may make clinical and public health data more.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FHIR matters for AI because it may make clinical.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FHIR API can allow an approved application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can support case summaries, decision support,.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FHIR resource.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FHIR resource is a structured representation of a type of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tools may use combinations of resources to support a workflow.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FHIR resource.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FHIR resource is a structured representation of.</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FHIR profile.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FHIR profile constrains or extends a resource.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US Core.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US Core defines profiles for core U.S. clinical data exchange.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can support common data access patterns, but public health workflows may.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 Core.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It can support common data access patterns, but.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Implementation guide.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FHIR implementation guide defines how FHIR.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health department may want an AI tool to summarize relevant EHR.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tool might need Patient, Encounter, Condition, Observation,.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need to verify whether the source system can provide these resources,.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health department may want an AI tool to summarize relevant EHR information.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tool might need Patient, Encounter, Condition,.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Staff need to verify whether the source system can.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 immunization use case may need Patient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FHIR planning should begin with the use case rather than the technology.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should identify the public health decision or task, the data elements.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prevents over-general claims about FHIR from substituting for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FHIR planning should begin with the use case rather than the technology.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Staff should identify the public health decision.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Profiles and implementation guides matter because.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public health workflow may need specific.</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FHIR-compatible but incomplete.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product may support FHIR but not the data needed for the public health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data needs worksheets, test queries, and acceptance.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FHIR-compatible but incomplete.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Write-back risk.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FHIR APIs may support updates or task creation.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human approval, restricted permissions, sandbox testing,.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Write-back risk.</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can use FHIR data to draft case or patient summaries, but the.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Predictive analytics may use features derived from FHIR resources, which.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RAG may combine FHIR-derived facts with agency guidance.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can use FHIR data to draft case or patient summaries, but the.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Generative AI can use FHIR data to draft case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Predictive analytics may use features derived from.</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Agentic workflows may create Tasks or update.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public health workflows could benefit from structured FHIR 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data elements are required for the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Are those elements available through FHIR in the source systems?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public health workflows could benefit from structured FHIR data?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public health workflows could benefit from.</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data elements are required for the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Are those elements available through FHIR in the.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profiles or implementation guides apply?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will staff verify that the AI tool used the correct FHIR data?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profiles or implementation guides apply?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profiles or implementation guides apply?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will staff verify that the AI tool used the.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FHIR data needs worksheet for one AI-supported public health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the use case, required data elements, relevant FHIR resources,.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FHIR data needs worksheet for one AI-supported public health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 FHIR data needs worksheet for one.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Include the use case, required data elements,.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FHIR data needs worksheet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List of relevant FHIR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Vendor or implementation questions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FHIR data needs worksheet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FHIR data needs worksheet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List of relevant FHIR resources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Vendor or implementation questions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Validation checklist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Validation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Validation checklist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FHIR data needs worksheet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List of relevant FHIR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Vendor or implementation questions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FHIR data needs worksheet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FHIR data needs worksheet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List of relevant FHIR resources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Vendor or implementation questions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1. What is a FHIR resource?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2. Why does FHIR matter for AI-supported public health workflows?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3. What should staff verify when a vendor says a product is FHIR-compatible?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 What is a FHIR resource?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1.</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is a FHIR resource?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2.</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HL7 FHIR resources: https://hl7.org/fhir/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HL7 US Core Implementation Guide: https://build.fhir.org/ig/HL7/US-Core/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HL7 eCR FHIR Implementation Guide: https://hl7.org/fhir/us/ecr/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HL7 FHIR resources: https://hl7.org/fhir/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 Public Health Profiles Library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ONC USCDI resources:.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FHIR for Public Health AI Use Cases</dc:title>
  <dc:subject>FHIR for Public Health AI Use Cases learning module</dc:subject>
  <dc:creator>Paula Soper</dc:creator>
  <cp:lastModifiedBy>Paula Soper</cp:lastModifiedBy>
  <cp:revision>1</cp:revision>
  <dcterms:created xsi:type="dcterms:W3CDTF">2026-07-13T03:02:46Z</dcterms:created>
  <dcterms:modified xsi:type="dcterms:W3CDTF">2026-07-13T03:02:46Z</dcterms:modified>
</cp:coreProperties>
</file>