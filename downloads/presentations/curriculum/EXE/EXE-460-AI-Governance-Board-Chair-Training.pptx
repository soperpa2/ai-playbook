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Governance Board Chair Training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ai governance board chair training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Governance Board Chair Training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Public Health Executive Leadership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exe-460-ai-governance-board-chair-training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Board Chair Training matters because AI adoption changes how public health agencies make, document, communicate, and review decisions.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running governance meetings, documenting decisions, and managing risk…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ai governance board chair training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Board Chair Training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ai governance board chair training has been applied responsibly?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460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 460: AI Governance Board Chair Training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