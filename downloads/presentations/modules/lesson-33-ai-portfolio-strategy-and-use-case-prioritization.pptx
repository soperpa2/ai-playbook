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410 AI Portfolio Strategy and Use Case Prioritization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of an AI portfolio strategy for public health agencies.
Develop criteria for prioritizing AI use cases based on public health value, readiness, risk, and sustainability.
Identify use cases that should be pursued, piloted, deferred, redesigned, or rejected.
Create a portfolio view that balances innovation, risk, equity, and operational capacity.
Produce a use case prioritization rubric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have many possible AI use cases: summarizing case notes, analyzing call logs, drafting messages, identifying data quality gaps, forecasting demand, prioritizing inspections, supporting grants, and improving knowledge management. Without a portfolio strategy, agencies may choose projects because they are visible, easy to demonstrate, or championed by a strong vendor rather than because they advance the public health mission.
A portfolio strategy protects scarce capacity. Technical teams, privacy officers, legal counsel, procurement staff, program leaders, and data stewards cannot review every idea at the same intensity. Prioritization helps the agency focus deep review on use cases with meaningful benefit and material risk while creating faster pathways for low-risk internal productivity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receives proposals for five AI uses: a public chatbot, a staff policy assistant, an outbreak signal detection model, a vendor tool to summarize eCRs, and an internal tool to draft grant narratives. Each proposal has different benefits and risks. A public chatbot may be visible but high-risk if it gives health advice. A staff policy assistant may be lower risk if it uses approved internal documents. An outbreak model may be valuable but require strong data quality and validation.
A portfolio review allows the agency to compare these proposals systematically. The agency may approve a low-risk internal pilot, defer the chatbot until public communication safeguards are developed, require validation planning for the outbreak model, and move the eCR summarization tool into deeper technical review. The result is a balanced portfolio rather than a series of disconnected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useful portfolio strategy begins with categories. Agencies can classify AI opportunities by function, such as internal productivity, knowledge management, surveillance support, decision support, communication, automation, research, or public-facing service. They can also classify by risk, such as low, moderate, high, or prohibited. These categories help leadership understand where AI activity is concentrated and whether the portfolio reflects agency priorities.
Prioritization criteria should include mission alignment, expected public health benefit, workflow burden reduction, data readiness, legal authority, privacy sensitivity, equity impact, technical feasibility, implementation complexity, vendor dependency, cost, sustainability, and monitoring feasibility. A use case with high potential benefit but weak data readiness may be deferred until modernization work improves. A use case with moderate benefit and low risk may be an appropriate early pilot.
Portfolio governance should include regular review. Some use cases should move from idea to pilot, from pilot to operational use, or from operational use to retirement. Others should be stopped because they lack value, create unacceptable risk, duplicate another effort, or depend on unsustainable funding. A living portfolio helps leadership make these decisions transparently.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pilot proliferation. Agencies may launch many small AI pilots without a pathway to scale, evaluate, sustain, or retire them. A guardrail is to require every pilot to define success criteria, evaluation evidence, funding assumptions, and an end point.
Another risk is inequitable prioritization. Projects serving better-resourced programs may advance faster than projects addressing underserved communities. A guardrail is to include equity impact and community benefit in the prioritization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projects may be prioritized for internal knowledge management before public-facing use. Predictive analytics projects may be prioritized only when data and validation plans are mature. Agentic workflows may be deferred until governance has defined decision rights, access controls, and rollback procedures. Portfolio strategy helps leaders sequence AI adoption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an AI use case prioritization rubric with criteria, scoring levels, required evidence, and decision categories such as pursue, pilot, redesign, defer, or reject.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Use case intake form; prioritization rubric; sample portfolio view; decision category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Use case intake form; prioritization rubric; sample portfolio view; decision category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Portfolio Strategy and Use Case Prioritization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advanced/leadership</a:t>
            </a:r>
            <a:endParaRPr lang="en-US" sz="1600" dirty="0"/>
          </a:p>
          <a:p>
            <a:r>
              <a:rPr lang="en-US" sz="1600" dirty="0">
                <a:solidFill>
                  <a:srgbClr val="17364A"/>
                </a:solidFill>
                <a:latin typeface="Aptos" pitchFamily="34" charset="0"/>
                <a:ea typeface="Aptos" pitchFamily="34" charset="-122"/>
                <a:cs typeface="Aptos" pitchFamily="34" charset="-120"/>
              </a:rPr>
              <a:t>Primary track: Public Health Executive Leadership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1450" dirty="0"/>
          </a:p>
          <a:p>
            <a:r>
              <a:rPr lang="en-US" sz="1450" dirty="0">
                <a:solidFill>
                  <a:srgbClr val="17364A"/>
                </a:solidFill>
                <a:latin typeface="Aptos" pitchFamily="34" charset="0"/>
                <a:ea typeface="Aptos" pitchFamily="34" charset="-122"/>
                <a:cs typeface="Aptos" pitchFamily="34" charset="-120"/>
              </a:rPr>
              <a:t>Develop criteria for prioritizing AI use cases based on public health value, readiness, risk, and sustainability.</a:t>
            </a:r>
            <a:endParaRPr lang="en-US" sz="1450" dirty="0"/>
          </a:p>
          <a:p>
            <a:r>
              <a:rPr lang="en-US" sz="1450" dirty="0">
                <a:solidFill>
                  <a:srgbClr val="17364A"/>
                </a:solidFill>
                <a:latin typeface="Aptos" pitchFamily="34" charset="0"/>
                <a:ea typeface="Aptos" pitchFamily="34" charset="-122"/>
                <a:cs typeface="Aptos" pitchFamily="34" charset="-120"/>
              </a:rPr>
              <a:t>Identify use cases that should be pursued, piloted, deferred, redesigned, or rejected.</a:t>
            </a:r>
            <a:endParaRPr lang="en-US" sz="1450" dirty="0"/>
          </a:p>
          <a:p>
            <a:r>
              <a:rPr lang="en-US" sz="1450" dirty="0">
                <a:solidFill>
                  <a:srgbClr val="17364A"/>
                </a:solidFill>
                <a:latin typeface="Aptos" pitchFamily="34" charset="0"/>
                <a:ea typeface="Aptos" pitchFamily="34" charset="-122"/>
                <a:cs typeface="Aptos" pitchFamily="34" charset="-120"/>
              </a:rPr>
              <a:t>Create a portfolio view that balances innovation, risk, equity, and operational capacity.</a:t>
            </a:r>
            <a:endParaRPr lang="en-US" sz="1450" dirty="0"/>
          </a:p>
          <a:p>
            <a:r>
              <a:rPr lang="en-US" sz="1450" dirty="0">
                <a:solidFill>
                  <a:srgbClr val="17364A"/>
                </a:solidFill>
                <a:latin typeface="Aptos" pitchFamily="34" charset="0"/>
                <a:ea typeface="Aptos" pitchFamily="34" charset="-122"/>
                <a:cs typeface="Aptos" pitchFamily="34" charset="-120"/>
              </a:rPr>
              <a:t>Produce a use case prioritization rubric for governance or leadership review.</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 drafting messages, identifying data quality gaps, forecasting demand, prioritizing inspections, supporting grants, and improving knowledge management. Without a portfolio strategy, agencies may choose projects because they are visible, easy to demonstrate, or championed by a strong vendor rather than because they advance the public health mission. A portfolio strategy protects scarce capacity. Technical teams, privacy officers, legal counsel, procurement staff, program leaders, and data stewards cannot review every idea at the same intensity. Prioritization helps the agency focus deep review on use cases with meaningful benefit and material risk while creating faster pathways for low-risk internal productivity uses.</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 outbreak signal detection model, a vendor tool to summarize eCRs, and an internal tool to draft grant narratives. Each proposal has different benefits and risks. A public chatbot may be visible but high-risk if it gives health advice. A staff policy assistant may be lower risk if it uses approved internal documents. An outbreak model may be valuable but require strong data quality and validation. A portfolio review allows the agency to compare these proposals systematically. The agency may approve a low-risk internal pilot, defer the chatbot until public communication safeguards are developed, require validation planning for the outbreak model, and move the eCR summarization tool into deeper technical review. The result is a balanced portfolio rather than a series of disconnected decisions.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useful portfolio strategy begins with categories. Agencies can classify AI opportunities by function, such as internal productivity, knowledge management, surveillance support, decision support, communication, automation, research, or public-facing service. They can also classify by risk, such as low, moderate, high, or prohibited. These categories help leadership understand where AI activity is concentrated and whether the portfolio reflects agency priorities. Prioritization criteria should include mission alignment, expected public health benefit, workflow burden reduction, data readiness, legal authority, privacy sensitivity, equity impact, technical feasibility, implementation complexity, vendor dependency, cost, sustainability, and monitoring feasibility. A use case with high potential benefit but weak data readiness may be deferred until modernization work improves. A use case with moderate benefit and low risk may be an appropriate early pilot. Portfolio governance should include regular review. Some use cases should move from idea to pilot, from pilot to operational use, or from operational use to retirement. Others should be stopped because they lack value, create unacceptable risk, duplicate another effort, or depend on unsustainable funding. A living portfolio helps leadership make these decisions transparently.</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major risk is pilot proliferation. Agencies may launch many small AI pilots without a pathway to scale, evaluate, sustain, or retire them. A guardrail is to require every pilot to define success criteria, evaluation evidence, funding assumptions, and an end point. Another risk is inequitable prioritization. Projects serving better-resourced programs may advance faster than projects addressing underserved communities. A guardrail is to include equity impact and community benefit in the prioritization rubric.</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 Predictive analytics projects may be prioritized only when data and validation plans are mature. Agentic workflows may be deferred until governance has defined decision rights, access controls, and rollback procedures. Portfolio strategy helps leaders sequence AI adoption responsibly.</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staff, partners, or communities would be affected if this issue were handled poorly? What policy, process, or artifact should be created or updated after this module?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 decision categories such as pursue, pilot, redesign, defer, or reject.</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450" dirty="0"/>
          </a:p>
          <a:p>
            <a:r>
              <a:rPr lang="en-US" sz="145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450" dirty="0"/>
          </a:p>
          <a:p>
            <a:r>
              <a:rPr lang="en-US" sz="145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450" dirty="0"/>
          </a:p>
          <a:p>
            <a:r>
              <a:rPr lang="en-US" sz="145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450" dirty="0"/>
          </a:p>
          <a:p>
            <a:r>
              <a:rPr lang="en-US" sz="1450" dirty="0">
                <a:solidFill>
                  <a:srgbClr val="17364A"/>
                </a:solidFill>
                <a:latin typeface="Aptos" pitchFamily="34" charset="0"/>
                <a:ea typeface="Aptos" pitchFamily="34" charset="-122"/>
                <a:cs typeface="Aptos" pitchFamily="34" charset="-120"/>
              </a:rPr>
              <a:t>5. What should leaders do when an AI use case has meaningful benefits but unresolved risks?</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NIST Privacy Framework</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https://www.who.int/publications/i/item/9789240029200</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 models</a:t>
            </a:r>
            <a:endParaRPr lang="en-US" sz="1450" dirty="0"/>
          </a:p>
          <a:p>
            <a:r>
              <a:rPr lang="en-US" sz="145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Portfolio Strategy and Use Case Prioritization</dc:title>
  <dc:subject>AI Portfolio Strategy and Use Case Prioritization learning module</dc:subject>
  <dc:creator>Paula Soper</dc:creator>
  <cp:lastModifiedBy>Paula Soper</cp:lastModifiedBy>
  <cp:revision>1</cp:revision>
  <dcterms:created xsi:type="dcterms:W3CDTF">2026-07-12T18:22:13Z</dcterms:created>
  <dcterms:modified xsi:type="dcterms:W3CDTF">2026-07-12T18:22:13Z</dcterms:modified>
</cp:coreProperties>
</file>