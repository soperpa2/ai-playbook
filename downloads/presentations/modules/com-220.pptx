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ai-for-social-good,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public comment, social listening, and community feedback analysis.</a:t>
            </a:r>
            <a:endParaRPr lang="en-US" sz="1380" dirty="0"/>
          </a:p>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ethical analysis of public comments, social listening data, and.</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Comment, Social Listening, and Community Feedback Analysis matters because AI.</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ethical analysis of.</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public comment, social listening, and community feedback analysis.</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public comment, social listening, and community.</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2026-07-13T02:11:43Z</dcterms:created>
  <dcterms:modified xsi:type="dcterms:W3CDTF">2026-07-13T02:11:43Z</dcterms:modified>
</cp:coreProperties>
</file>