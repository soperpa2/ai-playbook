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public-health-executive-leadership, policy,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Grant and Funding Management for AI Projects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Grant and Funding Management for AI Projects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Grant and Funding Management for AI Projects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Grant and Funding Management for AI Projects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a:p>
            <a:r>
              <a:rPr lang="en-US" sz="2100" dirty="0">
                <a:solidFill>
                  <a:srgbClr val="17364A"/>
                </a:solidFill>
                <a:latin typeface="Aptos" pitchFamily="34" charset="0"/>
                <a:ea typeface="Aptos" pitchFamily="34" charset="-122"/>
                <a:cs typeface="Aptos" pitchFamily="34" charset="-120"/>
              </a:rPr>
              <a:t>Appendix. Common Source Base Used Across Modules</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CDC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NIST Generative AI Profile, NIST Privacy.</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 and related secure AI application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2026-07-13T01:54:45Z</dcterms:created>
  <dcterms:modified xsi:type="dcterms:W3CDTF">2026-07-13T01:54:45Z</dcterms:modified>
</cp:coreProperties>
</file>