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MLOps and LLMOps are the lifecycle practices used to develop, test, deploy,.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these practices because AI performance can.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focuses on model registries, versioning, testing, drift.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Operations and Data Quality.</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mlops and llmops for public health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mlops and llmops for public health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operations plan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operations plan that can support readiness assessment, governance.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operations plan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and LLMOps are the lifecycle practices used to develop, test, deploy,.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need these practices because AI performance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focuses on model registries, versioning, testing, drift.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are the lifecycle practices used to develop, test, deploy,.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MLOps and LLMOps are the lifecycle practices used.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need these practices.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focuses on model registries,.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and LLMOps for Public Health matters because AI systems are embedded.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and LLMOps for Public Health matters because AI systems are embedded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MLOps and LLMOps for Public Health matters because.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MLOps refers to operational practices for managing machine learning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LLMOps applies similar practices to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practices make AI systems more reliable, auditable, and maintainable.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MLOps refers to operational practices for managing machine learning models.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LLMOps applies similar practices to large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 versioning is the practice of tracking which.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Versioning matters because public health staff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an anomaly detection model to flag.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perform well during testing, but performance can change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MLOps plan would define monitoring indicators, evaluation frequency,.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 anomaly detection model to flag unusual.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syndromic surveillance team may use an anomaly.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perform well during testing,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MLOps plan would define 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Operational AI management starts before deployment.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Teams should define an intended use, baseline performance, 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these elements, agencies may not know whether the deployed system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Operational AI management starts before deployment.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Teams should define an intended use, baseline.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LLMOps adds additional elements because generative.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change in any of these components can change.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operations plan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operations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operations plan.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operations plan. It should be specific.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 operations.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mlops and llmops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mlops and llmops for public health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mlops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Platform-specific MLOps and LLMOps documentation for approved agency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2026-07-13T03:27:54Z</dcterms:created>
  <dcterms:modified xsi:type="dcterms:W3CDTF">2026-07-13T03:27:54Z</dcterms:modified>
</cp:coreProperties>
</file>