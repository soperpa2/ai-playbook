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Equity Policy and Civil Rights Considerations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ai equity policy and civil rights considerations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Equity Policy and Civil Rights Considerations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Policy Role-Based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pol-330-ai-equity-policy-and-civil-rights-considerations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Equity Policy and Civil Rights Considerations matters because AI adoption changes how public health agencies make, document, communicate,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civil rights, nondiscrimination, accessibility, language access,…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ai equity policy and civil rights considerations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Equity Policy and Civil Rights Considerations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A84D5D"/>
          </a:solidFill>
          <a:ln w="12700">
            <a:solidFill>
              <a:srgbClr val="A84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A84D5D"/>
          </a:solidFill>
          <a:ln>
            <a:solidFill>
              <a:srgbClr val="A84D5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Role-Based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ai equity policy and civil rights considerations has been applied…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 330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 330: AI Equity Policy and Civil Rights Considerations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