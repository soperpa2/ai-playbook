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FHIR for Public Health AI Use Cases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FHIR in practical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FHIR resources commonly relevant to public health AI use cases.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role of profiles, implementation guides, and APIs.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whether FHIR-accessible data are complete and fit for a specific use case.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FHIR data needs worksheet for an AI-supported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FHIR data needs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arc-250-fhir-for-public-health-ai-use-cases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matters for AI because it may make clinical and public health data more accessible, modular, and reusable.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FHIR API can allow an approved application to request specific resources, such as Patient, Observation, Condition, DiagnosticReport, Immunization,…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can support case summaries, decision support, cohort identification, immunization review, referral workflows, or public health reporting.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FHIR is not magic.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may support FHIR but expose only certain data elements, use local extensions, omit important context, or require complex authorization.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resource: A FHIR resource is a structured representation of a type of health information, such as Patient,…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profile: A FHIR profile constrains or extends a resource for a specific purpose. Profiles help ensure that systems…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API: A FHIR API allows approved systems or applications to request, send, or update FHIR resources. API access…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Core: US Core defines profiles for core U.S. clinical data exchange. It can support common data access patterns,…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guide: A FHIR implementation guide defines how FHIR should be used for a particular use case. Public health IGs…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want an AI tool to summarize relevant EHR information for a case investigation.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might need Patient, Encounter, Condition, Observation, DiagnosticReport, MedicationRequest, and Practitioner or Organization resources.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need to verify whether the source system can provide these resources, whether the data include required dates and terminology,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immunization use case may need Patient and Immunization resources, along with vaccine codes, dates, lot information, and dose context.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can use FHIR data to draft case or patient summaries, but the output should be grounded in visible source resources.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use features derived from FHIR resources, which requires stable extraction and monitoring.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may combine FHIR-derived facts with agency guidance.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may create Tasks or update statuses, making permissions and approval steps essential.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planning should begin with the use case rather than the technology.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the public health decision or task, the data elements required, the FHIR resources that may contain those elements,…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over-general claims about FHIR from substituting for a concrete data needs analysis.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and implementation guides matter because general resources can be used in different ways.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workflow may need specific required elements, value sets, extensions, or constraints.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FHIR resource that is technically valid may still lack a field required for surveillance, case investigation, or decision support.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FHIR-compatible but incomplete.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 may support FHIR but not the data needed for the public health use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data needs worksheets, test queries, and acceptance criteria.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Overbroad API access.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may request more data than needed.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FHIR data needs worksheet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use case, required data elements, relevant FHIR resources, source systems, API method, terminology requirements, validation…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data needs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of relevant FHIR resources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or implementation questions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checklist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FHIR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US Core Implementation Guide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eCR FHIR Implementation Guide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Public Health Profiles Library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USCDI resources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 FHIR resource?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does FHIR matter for AI-supported public health workflows?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should staff verify when a vendor says a product is FHIR-compatible?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FHIR resource is commonly relevant to lab observations?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250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250: FHIR for Public Health AI Use Cases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