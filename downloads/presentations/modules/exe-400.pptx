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can only work when decision rights are clear.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to know who can approve a pilot, who can accept residual risk, who can authorize.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Ambiguous accountability is especially risky in public health because AI outputs may influence.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accountability must be assigned to people and roles rather than to tools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executive, program, technical, privacy, legal, security,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Create a decision-rights matrix for AI use case approval, risk acceptance, monitoring,.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executive, program, technical, privacy, legal,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decision-rights matrix for AI use case approval,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Distinguish between consultative input, approval authority,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can only work when decision rights are clear.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to know who can approve a pilot, who can accept residual risk, who can authorize.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Ambiguous accountability is especially risky in public health because AI outputs may influence.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can only work when decision rights are clear.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systems can distribute responsibility across many actors.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vendor may provide the model, IT may manage access, a program may define the workflow,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formal accountability model, each actor may assume that another party is responsible.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systems can distribute responsibility across many actors.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implements an AI-assisted tool to classify incoming environmental.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vendor configured the model, IT manages access, environmental health staff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complaint is misclassified and a serious housing-related concern is not routed for timely.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implements an AI-assisted tool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vendor configured the model, IT manages access, environmental.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decision-rights matrix helps the agency respond.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rights should be defined across the full AI lifecycle.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ideation, leadership may decide whether a use case aligns with agency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review, governance may decide whether the use case is low, moderate, or high risk.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rights should be defined across the full AI lifecycle.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During procurement, authorized officials decide whether vendor.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During implementation, program and technical owners decide whether.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During operations, defined owners decide whether monitoring.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accountability diffusion.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everyone is involved but no one is accountable, important concerns may go unresolved.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assign a named program owner and governance owner for every AI use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accountability diffusion.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inappropriate risk acceptance by staff who lack.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frontline supervisor may feel pressure to continue a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define which risks can be accepted at the.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generative AI, decision rights should clarify who approves public release of AI-assisted.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predictive analytics, leaders should decide whether the score may inform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agentic AI, decision rights should define who authorizes system actions, rollback.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predictive analytics, leaders should decide whether the score.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agentic AI, decision rights should define who authorizes.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should remain tied to public health roles and legal.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decision-rights matrix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approval, data access, validation, launch, monitoring, incident escalation, risk.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decision-rights matrix for one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decision-rights matrix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approval, data access, validation, launch, monitoring,.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Decision-rights matrix; RACI table; risk acceptance thresholds; escalation authority 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Decision-rights matrix; RACI table; risk acceptance thresholds; escalation authority.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Decision-rights matrix; RACI table; risk acceptance thresholds; escalation authority 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Decision-rights matrix; RACI table; risk acceptance thresholds; escalation authority.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2026-07-13T02:33:44Z</dcterms:created>
  <dcterms:modified xsi:type="dcterms:W3CDTF">2026-07-13T02:33:44Z</dcterms:modified>
</cp:coreProperties>
</file>