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Many AI tools are deployed in cloud environments or packaged in containers.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staff do not need to become cloud engineers, but they need.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connects deployment choices to public health continuity,.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cloud, containers, and secure deployment basics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cloud, containers, and secure deployment basics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practical guardrails that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secure deployment readiness worksheet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deployment readiness worksheet that can support readiness.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secure deployment readiness worksheet.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Many AI tools are deployed in cloud environments or packaged in containers.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do not need to become cloud engineers, but they need.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connects deployment choices to public health continuity,.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tools are deployed in cloud environments or packaged in containers that.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Many AI tools are deployed in cloud environments.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staff do not need to become cloud.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connects deployment choices to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Cloud, Containers, and Secure Deployment Basics matters because AI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Containers, and Secure Deployment Basics matters because AI systems are.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Cloud, Containers, and Secure Deployment Basics.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topic also affects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must be able to explain how.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Cloud computing provides remote infrastructure, platforms, and services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Cloud deployment can improve scalability and resilience, but only when.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Containers package software and its dependencies so that it can run.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Cloud computing provides remote infrastructure, platforms, and services that can.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Cloud computing provides remote infrastructure,.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Cloud deployment can improve scalability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Containers can improve reproducibility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deploy an internal RAG assistant in a cloud.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may be low risk if it uses public documents, but it becomes higher.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Secure deployment requires access controls, document-level permissions,.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deploy an internal RAG assistant in a cloud.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may deploy an internal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may be low risk if it uses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Secure deployment requires access controls,.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deployment begins with environment separation.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Development, testing, staging, and production environments should be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production data should not be copied into lower environments.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deployment begins with environment separation.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Development, testing, staging, and production.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Sensitive production data should not be copied.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Logging and monitoring are central to 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secure deployment readiness worksheet for one real or realistic.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secure deployment readiness worksheet for one real or realistic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secure deployment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secure.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secure deployment readiness worksheet..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secure deployment readiness worksheet. 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secure.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address cloud, containers, and secure.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cloud, containers, and secure deployment.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cloud,.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Cybersecurity Framework and cloud security guidance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2026-07-13T03:27:52Z</dcterms:created>
  <dcterms:modified xsi:type="dcterms:W3CDTF">2026-07-13T03:27:52Z</dcterms:modified>
</cp:coreProperties>
</file>