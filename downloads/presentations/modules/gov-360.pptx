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 rights,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third-party ai risk management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 rights,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ongoing oversight of vendors,.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Third-Party AI Risk Management matters because AI adoption changes how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matters because AI adoption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ongoing oversight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third-party ai risk management artifact for one AI-supported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third-party ai risk management artifact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Third-Party AI Risk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Third-Party AI Risk Management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Third-Party AI Risk Management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Third-Party AI Risk Management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third-party ai risk management has been applied.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third-party ai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2026-07-13T02:24:10Z</dcterms:created>
  <dcterms:modified xsi:type="dcterms:W3CDTF">2026-07-13T02:24:10Z</dcterms:modified>
</cp:coreProperties>
</file>