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 prototyping, and.</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 privacy 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2100" dirty="0"/>
          </a:p>
          <a:p>
            <a:r>
              <a:rPr lang="en-US" sz="2100" dirty="0">
                <a:solidFill>
                  <a:srgbClr val="17364A"/>
                </a:solidFill>
                <a:latin typeface="Aptos" pitchFamily="34" charset="0"/>
                <a:ea typeface="Aptos" pitchFamily="34" charset="-122"/>
                <a:cs typeface="Aptos" pitchFamily="34" charset="-120"/>
              </a:rPr>
              <a:t>The value of synthetic data depends on the purpose.</a:t>
            </a:r>
            <a:endParaRPr lang="en-US" sz="2100" dirty="0"/>
          </a:p>
          <a:p>
            <a:r>
              <a:rPr lang="en-US" sz="2100" dirty="0">
                <a:solidFill>
                  <a:srgbClr val="17364A"/>
                </a:solidFill>
                <a:latin typeface="Aptos" pitchFamily="34" charset="0"/>
                <a:ea typeface="Aptos" pitchFamily="34" charset="-122"/>
                <a:cs typeface="Aptos" pitchFamily="34" charset="-120"/>
              </a:rPr>
              <a:t>A dataset that is useful for training staff on a dashboard may not be valid for evaluating a predictive.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2100" dirty="0"/>
          </a:p>
          <a:p>
            <a:r>
              <a:rPr lang="en-US" sz="2100" dirty="0">
                <a:solidFill>
                  <a:srgbClr val="17364A"/>
                </a:solidFill>
                <a:latin typeface="Aptos" pitchFamily="34" charset="0"/>
                <a:ea typeface="Aptos" pitchFamily="34" charset="-122"/>
                <a:cs typeface="Aptos" pitchFamily="34" charset="-120"/>
              </a:rPr>
              <a:t>The synthetic data should include realistic combinations of symptoms, lab results, demographics, dates,.</a:t>
            </a:r>
            <a:endParaRPr lang="en-US" sz="2100" dirty="0"/>
          </a:p>
          <a:p>
            <a:r>
              <a:rPr lang="en-US" sz="2100" dirty="0">
                <a:solidFill>
                  <a:srgbClr val="17364A"/>
                </a:solidFill>
                <a:latin typeface="Aptos" pitchFamily="34" charset="0"/>
                <a:ea typeface="Aptos" pitchFamily="34" charset="-122"/>
                <a:cs typeface="Aptos" pitchFamily="34" charset="-120"/>
              </a:rPr>
              <a:t>The agency should document that the data are intended for training and testing, not for estimating.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development begins by defining the intended use.</a:t>
            </a:r>
            <a:endParaRPr lang="en-US" sz="2100" dirty="0"/>
          </a:p>
          <a:p>
            <a:r>
              <a:rPr lang="en-US" sz="2100" dirty="0">
                <a:solidFill>
                  <a:srgbClr val="17364A"/>
                </a:solidFill>
                <a:latin typeface="Aptos" pitchFamily="34" charset="0"/>
                <a:ea typeface="Aptos" pitchFamily="34" charset="-122"/>
                <a:cs typeface="Aptos" pitchFamily="34" charset="-120"/>
              </a:rPr>
              <a:t>Training data for staff exercises can be less statistically faithful than data used for system testing.</a:t>
            </a:r>
            <a:endParaRPr lang="en-US" sz="2100" dirty="0"/>
          </a:p>
          <a:p>
            <a:r>
              <a:rPr lang="en-US" sz="2100" dirty="0">
                <a:solidFill>
                  <a:srgbClr val="17364A"/>
                </a:solidFill>
                <a:latin typeface="Aptos" pitchFamily="34" charset="0"/>
                <a:ea typeface="Aptos" pitchFamily="34" charset="-122"/>
                <a:cs typeface="Aptos" pitchFamily="34" charset="-120"/>
              </a:rPr>
              <a:t>Model evaluation data require more rigorous review because the synthetic data must preserve patterns.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development begins by defining the intended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and differential privacy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2026-07-12T20:15:59Z</dcterms:created>
  <dcterms:modified xsi:type="dcterms:W3CDTF">2026-07-12T20:15:59Z</dcterms:modified>
</cp:coreProperties>
</file>