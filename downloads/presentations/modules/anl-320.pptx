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320 Synthetic Data for Public Health AI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operations-data-quality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synthetic data for public health ai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synthetic dataset assessment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Synthetic data are artificially generated data that are designed to resemble real data without directly copying every record from a real person. In public health, synthetic data can support training, software testing, demonstrations, model prototyping, and vendor evaluation when real data are too sensitive or difficult to share. This module helps learners understand both the promise and limitations of synthetic data, including privacy risk, analytic utility, representativeness, and validation.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Synthetic Data for Public Health AI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Synthetic data are generated data designed to preserve selected patterns of a source dataset while reducing reliance on real individual-level records. The value of synthetic data depends on the purpose. A dataset that is useful for training staff on a dashboard may not be valid for evaluating a predictive model or testing equity performance.
Privacy risk does not disappear simply because data are synthetic. If synthetic data are too close to the source data, they may leak information about real individuals or rare cases. If they are too different from the source data, they may be safe but not useful. Public health agencies must evaluate both privacy protection and data utility.
Data utility means the synthetic data are useful for the intended purpose. Utility may involve preserving distributions, relationships between fields, missingness patterns, geographic variation, or time trends. The intended use should be documented before the synthetic data are created or accepted from a vendor.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want synthetic eCR data to train disease investigators and test an AI case summary tool without exposing real case narratives. The synthetic data should include realistic combinations of symptoms, lab results, demographics, dates, and missing fields, but should not reproduce unusual cases in ways that could identify real people. The agency should document that the data are intended for training and testing, not for estimating disease burden or measuring model performance in production.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Synthetic data development begins by defining the intended use. Training data for staff exercises can be less statistically faithful than data used for system testing. Model evaluation data require more rigorous review because the synthetic data must preserve patterns relevant to the model task. Public health teams should define whether synthetic data will be used for demonstration, software testing, integration testing, training, simulation, or model development.
Agencies should evaluate synthetic data for privacy and utility. Privacy review may examine whether rare combinations, dates, locations, or narratives are too similar to real records. Utility review may compare distributions, relationships, missingness, and edge cases against expected patterns. Both reviews should be documented because a dataset can be safe but not useful, or useful but not safe enough for sharing.
Synthetic data are also helpful for vendor evaluation. Agencies can provide vendors with realistic data structures without sharing protected data during early discovery. However, vendors should not use synthetic data performance as proof that a model will work on real public health data. Production readiness still requires validation against appropriate real-world data under approved governance controls.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synthetic dataset assessment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synthetic dataset assessment.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synthetic dataset assessment.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synthetic data for public health ai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Privacy Framework and differential privacy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Synthetic Data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 real data without.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 demonstrations,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 synthetic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Analytics and Modeling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synthetic data for public health ai in public health AI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synthetic data for public health ai in public health AI 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synthetic dataset assessment that can support readiness assessment,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synthetic dataset assessment that can support readiness assessment, governance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synthetic dataset assessment that can support readiness.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artificially generated data that are designed to resemble real data without.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synthetic data can support training, software testing, demonstrations,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learners understand both the promise and limitations of synthetic data,.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are artificially generated data that are designed to resemble real data without directly.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for Public Health AI matters because AI systems are embedded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for Public Health AI matters because AI systems are embedded in public health programs,.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are generated data designed to preserve selected patterns of a source dataset.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value of synthetic data depends on the purpose.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dataset that is useful for training staff on a dashboard may not be valid for evaluating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are generated data designed to preserve selected patterns of a source dataset while.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Synthetic data are generated data designed to preserve selected.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dataset that is useful for training staff on a dashboard may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risk does not disappear simply because data are synthetic.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want synthetic eCR data to train disease investigators and test an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synthetic data should include realistic combinations of symptoms, lab results,.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document that the data are intended for training and testing, not for.</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want synthetic eCR data to train disease investigators and test an AI case.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want synthetic eCR data to train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synthetic data should include realistic combinations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document that the data are intended for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Synthetic data development begins by defining the intended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Training data for staff exercises can be less statistically faithful than data used for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Model evaluation data require more rigorous review because the synthetic data must preserve.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Synthetic data development begins by defining the intended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synthetic dataset assessment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synthetic dataset assessment for one real or realistic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synthetic dataset assessment.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synthetic dataset assessment. It should be specific to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synthetic dataset assessment. It should be specific to a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synthetic dataset assessment.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synthetic data for public health ai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synthetic data for public health ai before.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synthetic data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 and differential privacy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Synthetic Data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privacy, cybersecurity, data governance, procurement, and records management policies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privacy, cybersecurity, data governance, procurement, and records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Synthetic Data for Public Health AI</dc:title>
  <dc:subject>Synthetic Data for Public Health AI learning module</dc:subject>
  <dc:creator>Paula Soper</dc:creator>
  <cp:lastModifiedBy>Paula Soper</cp:lastModifiedBy>
  <cp:revision>1</cp:revision>
  <dcterms:created xsi:type="dcterms:W3CDTF">2026-07-13T02:33:43Z</dcterms:created>
  <dcterms:modified xsi:type="dcterms:W3CDTF">2026-07-13T02:33:43Z</dcterms:modified>
</cp:coreProperties>
</file>