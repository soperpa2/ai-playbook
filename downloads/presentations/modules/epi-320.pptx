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AI-supported prioritization of field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ethical use of ai in resource prioritization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ethical use of ai in resource prioritization and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ethical use of ai 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AI-supported prioritization of field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AI-supported prioritization of field response, outreach,.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Ethical Use of AI in Resource Prioritization and Field Response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 matters because.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Ethical Use of AI in Resource Prioritization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ethical use of ai in resource prioritization and field.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ethical use of ai in resource prioritization and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ethical use of ai in resource.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Ethical Use of AI in Resource Prioritization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ethical use of ai in resource.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ethical use of ai in resource prioritization.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ethical use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2026-07-14T04:35:31Z</dcterms:created>
  <dcterms:modified xsi:type="dcterms:W3CDTF">2026-07-14T04:35:31Z</dcterms:modified>
</cp:coreProperties>
</file>