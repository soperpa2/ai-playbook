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410 AI Portfolio Strategy and Use Case Prioritization
AI opportunities can quickly exceed an agency's capacity to evaluate, implement, and sustain them. Leaders need a portfolio strategy that helps distinguish high-value public health uses from attractive but low-impact experiments. A portfolio approach organizes AI opportunities across programs, risk levels, readiness, equity impact, technical feasibility, expected benefit, and sustainability needs. This module teaches leaders how to create an AI use case intake and prioritization process. The module emphasizes that prioritization should not be based only on novelty or vendor availability. It should be based on mission alignment, public health value, data readiness, workflow fit, risk, equity, staff capacity, cost, and the ability to monitor and sustain the use case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opportunities can quickly exceed an agency's capacity to evaluate, implement, and sustain them. Leaders need a portfolio strategy that helps distinguish high-value public health uses from attractive but low-impact experiments. A portfolio approach organizes AI opportunities across programs, risk levels, readiness, equity impact, technical feasibility, expected benefit, and sustainability needs. This module teaches leaders how to create an AI use case intake and prioritization process. The module emphasizes that prioritization should not be based only on novelty or vendor availability. It should be based on mission alignment, public health value, data readiness, workflow fit, risk, equity, staff capacity, cost, and the ability to monitor and sustain the use case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8: Develop a Funding Strategy - This lesson informs Play 8 by helping learners connect the lesson topic to develop a funding strategy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33: Funding Strategy Checklists (Checklist) - Use this tool to complete or strengthen the practical exercise for the module using fictional, de-identified, or generalized.
Tool 35: AI Total Cost of Ownership and Sustainability Worksheet (Worksheet)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the purpose of an AI portfolio strategy for public health agencies.
Develop criteria for prioritizing AI use cases based on public health value, readiness, risk, and sustainability.
Identify use cases that should be pursued, piloted, deferred, redesigned, or rejected.
Create a portfolio view that balances innovation, risk, equity, and operational capacity.
Produce a use case prioritization rubric for governance or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opportunities can quickly exceed an agency's capacity to evaluate, implement, and sustain them. Leaders need a portfolio strategy that helps distinguish high-value public health uses from attractive but low-impact experiments. A portfolio approach organizes AI opportunities across programs, risk levels, readiness, equity impact, technical feasibility, expected benefit, and sustainability needs.
This module teaches leaders how to create an AI use case intake and prioritization process. The module emphasizes that prioritization should not be based only on novelty or vendor availability. It should be based on mission alignment, public health value, data readiness, workflow fit, risk, equity, staff capacity, cost, and the ability to monitor and sustain the use case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have many possible AI use cases: summarizing case notes, analyzing call logs, drafting messages, identifying data quality gaps, forecasting demand, prioritizing inspections, supporting grants, and improving knowledge management. Without a portfolio strategy, agencies may choose projects because they are visible, easy to demonstrate, or championed by a strong vendor rather than because they advance the public health mission.
A portfolio strategy protects scarce capacity. Technical teams, privacy officers, legal counsel, procurement staff, program leaders, and data stewards cannot review every idea at the same intensity. Prioritization helps the agency focus deep review on use cases with meaningful benefit and material risk while creating faster pathways for low-risk internal productivity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receives proposals for five AI uses: a public chatbot, a staff policy assistant, an outbreak signal detection model, a vendor tool to summarize eCRs, and an internal tool to draft grant narratives. Each proposal has different benefits and risks. A public chatbot may be visible but high-risk if it gives health advice. A staff policy assistant may be lower risk if it uses approved internal documents. An outbreak model may be valuable but require strong data quality and validation.
A portfolio review allows the agency to compare these proposals systematically. The agency may approve a low-risk internal pilot, defer the chatbot until public communication safeguards are developed, require validation planning for the outbreak model, and move the eCR summarization tool into deeper technical review. The result is a balanced portfolio rather than a series of disconnected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 useful portfolio strategy begins with categories. Agencies can classify AI opportunities by function, such as internal productivity, knowledge management, surveillance support, decision support, communication, automation, research, or public-facing service. They can also classify by risk, such as low, moderate, high, or prohibited. These categories help leadership understand where AI activity is concentrated and whether the portfolio reflects agency priorities.
Prioritization criteria should include mission alignment, expected public health benefit, workflow burden reduction, data readiness, legal authority, privacy sensitivity, equity impact, technical feasibility, implementation complexity, vendor dependency, cost, sustainability, and monitoring feasibility. A use case with high potential benefit but weak data readiness may be deferred until modernization work improves. A use case with moderate benefit and low risk may be an appropriate early pilot.
Portfolio governance should include regular review. Some use cases should move from idea to pilot, from pilot to operational use, or from operational use to retirement. Others should be stopped because they lack value, create unacceptable risk, duplicate another effort, or depend on unsustainable funding. A living portfolio helps leadership make these decisions transparently.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major risk is pilot proliferation. Agencies may launch many small AI pilots without a pathway to scale, evaluate, sustain, or retire them. A guardrail is to require every pilot to define success criteria, evaluation evidence, funding assumptions, and an end point.
Another risk is inequitable prioritization. Projects serving better-resourced programs may advance faster than projects addressing underserved communities. A guardrail is to include equity impact and community benefit in the prioritization rubric.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projects may be prioritized for internal knowledge management before public-facing use. Predictive analytics projects may be prioritized only when data and validation plans are mature. Agentic workflows may be deferred until governance has defined decision rights, access controls, and rollback procedures. Portfolio strategy helps leaders sequence AI adoption responsibly.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Develop an AI use case prioritization rubric with criteria, scoring levels, required evidence, and decision categories such as pursue, pilot, redesign, defer, or reject.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Use case intake form; prioritization rubric; sample portfolio view; decision category definitions.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Use case intake form; prioritization rubric; sample portfolio view; decision category definitions.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Portfolio Strategy and Use Case Prioritization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opportunities can quickly exceed an agency's capacity to evaluate, implement, and sustain them.</a:t>
            </a:r>
            <a:endParaRPr lang="en-US" sz="1700" dirty="0"/>
          </a:p>
          <a:p>
            <a:r>
              <a:rPr lang="en-US" sz="1700" dirty="0">
                <a:solidFill>
                  <a:srgbClr val="17364A"/>
                </a:solidFill>
                <a:latin typeface="Aptos" pitchFamily="34" charset="0"/>
                <a:ea typeface="Aptos" pitchFamily="34" charset="-122"/>
                <a:cs typeface="Aptos" pitchFamily="34" charset="-120"/>
              </a:rPr>
              <a:t>Leaders need a portfolio strategy that helps distinguish high-value public health uses from attractive but low-impact experiments.</a:t>
            </a:r>
            <a:endParaRPr lang="en-US" sz="1700" dirty="0"/>
          </a:p>
          <a:p>
            <a:r>
              <a:rPr lang="en-US" sz="1700" dirty="0">
                <a:solidFill>
                  <a:srgbClr val="17364A"/>
                </a:solidFill>
                <a:latin typeface="Aptos" pitchFamily="34" charset="0"/>
                <a:ea typeface="Aptos" pitchFamily="34" charset="-122"/>
                <a:cs typeface="Aptos" pitchFamily="34" charset="-120"/>
              </a:rPr>
              <a:t>A portfolio approach organizes AI opportunities across programs, risk levels, readiness, equity impact, technical feasibility, expected benefit, and.</a:t>
            </a:r>
            <a:endParaRPr lang="en-US" sz="1700" dirty="0"/>
          </a:p>
          <a:p>
            <a:r>
              <a:rPr lang="en-US" sz="1700" dirty="0">
                <a:solidFill>
                  <a:srgbClr val="17364A"/>
                </a:solidFill>
                <a:latin typeface="Aptos" pitchFamily="34" charset="0"/>
                <a:ea typeface="Aptos" pitchFamily="34" charset="-122"/>
                <a:cs typeface="Aptos" pitchFamily="34" charset="-120"/>
              </a:rPr>
              <a:t>This module teaches leaders how to create an AI use case intake and prioritization process.</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advanced/leadership</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Public Health Executive Leadership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governance-security</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 prioritize use cases work.</a:t>
            </a:r>
            <a:endParaRPr lang="en-US" sz="1540" dirty="0"/>
          </a:p>
          <a:p>
            <a:r>
              <a:rPr lang="en-US" sz="1540" dirty="0">
                <a:solidFill>
                  <a:srgbClr val="17364A"/>
                </a:solidFill>
                <a:latin typeface="Aptos" pitchFamily="34" charset="0"/>
                <a:ea typeface="Aptos" pitchFamily="34" charset="-122"/>
                <a:cs typeface="Aptos" pitchFamily="34" charset="-120"/>
              </a:rPr>
              <a:t>Play 8: Develop a Funding Strategy - This lesson informs Play 8 by helping learners connect the lesson topic to develop a funding.</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33: Funding Strategy Checklists (Checklist) - Use this tool to complete or strengthen the practical exercise for the module.</a:t>
            </a:r>
            <a:endParaRPr lang="en-US" sz="1460" dirty="0"/>
          </a:p>
          <a:p>
            <a:r>
              <a:rPr lang="en-US" sz="1460" dirty="0">
                <a:solidFill>
                  <a:srgbClr val="17364A"/>
                </a:solidFill>
                <a:latin typeface="Aptos" pitchFamily="34" charset="0"/>
                <a:ea typeface="Aptos" pitchFamily="34" charset="-122"/>
                <a:cs typeface="Aptos" pitchFamily="34" charset="-120"/>
              </a:rPr>
              <a:t>Tool 35: AI Total Cost of Ownership and Sustainability Worksheet (Worksheet) - Use this tool to complete or strengthen the practical.</a:t>
            </a:r>
            <a:endParaRPr lang="en-US" sz="1460" dirty="0"/>
          </a:p>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 the practical exercise for.</a:t>
            </a:r>
            <a:endParaRPr lang="en-US" sz="1460" dirty="0"/>
          </a:p>
          <a:p>
            <a:r>
              <a:rPr lang="en-US" sz="146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 Checklist to translate this.</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Define the purpose of an AI portfolio strategy for public health agencies.</a:t>
            </a:r>
            <a:endParaRPr lang="en-US" sz="1700" dirty="0"/>
          </a:p>
          <a:p>
            <a:r>
              <a:rPr lang="en-US" sz="1700" dirty="0">
                <a:solidFill>
                  <a:srgbClr val="17364A"/>
                </a:solidFill>
                <a:latin typeface="Aptos" pitchFamily="34" charset="0"/>
                <a:ea typeface="Aptos" pitchFamily="34" charset="-122"/>
                <a:cs typeface="Aptos" pitchFamily="34" charset="-120"/>
              </a:rPr>
              <a:t>Develop criteria for prioritizing AI use cases based on public health value, readiness, risk, and sustainability.</a:t>
            </a:r>
            <a:endParaRPr lang="en-US" sz="1700" dirty="0"/>
          </a:p>
          <a:p>
            <a:r>
              <a:rPr lang="en-US" sz="1700" dirty="0">
                <a:solidFill>
                  <a:srgbClr val="17364A"/>
                </a:solidFill>
                <a:latin typeface="Aptos" pitchFamily="34" charset="0"/>
                <a:ea typeface="Aptos" pitchFamily="34" charset="-122"/>
                <a:cs typeface="Aptos" pitchFamily="34" charset="-120"/>
              </a:rPr>
              <a:t>Identify use cases that should be pursued, piloted, deferred, redesigned, or rejected.</a:t>
            </a:r>
            <a:endParaRPr lang="en-US" sz="1700" dirty="0"/>
          </a:p>
          <a:p>
            <a:r>
              <a:rPr lang="en-US" sz="1700" dirty="0">
                <a:solidFill>
                  <a:srgbClr val="17364A"/>
                </a:solidFill>
                <a:latin typeface="Aptos" pitchFamily="34" charset="0"/>
                <a:ea typeface="Aptos" pitchFamily="34" charset="-122"/>
                <a:cs typeface="Aptos" pitchFamily="34" charset="-120"/>
              </a:rPr>
              <a:t>Create a portfolio view that balances innovation, risk, equity, and operational capacity.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Define the purpose of an AI portfolio strategy for public health agencies.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opportunities can quickly exceed an agency's capacity to evaluate, implement, and sustain them.</a:t>
            </a:r>
            <a:endParaRPr lang="en-US" sz="1700" dirty="0"/>
          </a:p>
          <a:p>
            <a:r>
              <a:rPr lang="en-US" sz="1700" dirty="0">
                <a:solidFill>
                  <a:srgbClr val="17364A"/>
                </a:solidFill>
                <a:latin typeface="Aptos" pitchFamily="34" charset="0"/>
                <a:ea typeface="Aptos" pitchFamily="34" charset="-122"/>
                <a:cs typeface="Aptos" pitchFamily="34" charset="-120"/>
              </a:rPr>
              <a:t>Leaders need a portfolio strategy that helps distinguish high-value public health uses from attractive but low-impact.</a:t>
            </a:r>
            <a:endParaRPr lang="en-US" sz="1700" dirty="0"/>
          </a:p>
          <a:p>
            <a:r>
              <a:rPr lang="en-US" sz="1700" dirty="0">
                <a:solidFill>
                  <a:srgbClr val="17364A"/>
                </a:solidFill>
                <a:latin typeface="Aptos" pitchFamily="34" charset="0"/>
                <a:ea typeface="Aptos" pitchFamily="34" charset="-122"/>
                <a:cs typeface="Aptos" pitchFamily="34" charset="-120"/>
              </a:rPr>
              <a:t>A portfolio approach organizes AI opportunities across programs, risk levels, readiness, equity impact, technical.</a:t>
            </a:r>
            <a:endParaRPr lang="en-US" sz="1700" dirty="0"/>
          </a:p>
          <a:p>
            <a:r>
              <a:rPr lang="en-US" sz="1700" dirty="0">
                <a:solidFill>
                  <a:srgbClr val="17364A"/>
                </a:solidFill>
                <a:latin typeface="Aptos" pitchFamily="34" charset="0"/>
                <a:ea typeface="Aptos" pitchFamily="34" charset="-122"/>
                <a:cs typeface="Aptos" pitchFamily="34" charset="-120"/>
              </a:rPr>
              <a:t>This module teaches leaders how to create an AI use case intake and prioritization process.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opportunities can quickly exceed an agency's capacity to evaluate, implement, and sustain them.</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700" dirty="0"/>
          </a:p>
          <a:p>
            <a:r>
              <a:rPr lang="en-US" sz="17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1700" dirty="0"/>
          </a:p>
          <a:p>
            <a:r>
              <a:rPr lang="en-US" sz="17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 implementing AI-supported.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Public health agencies have many possible AI use cases: summarizing case notes, analyzing call logs, drafting messages,.</a:t>
            </a:r>
            <a:endParaRPr lang="en-US" sz="1700" dirty="0"/>
          </a:p>
          <a:p>
            <a:r>
              <a:rPr lang="en-US" sz="1700" dirty="0">
                <a:solidFill>
                  <a:srgbClr val="17364A"/>
                </a:solidFill>
                <a:latin typeface="Aptos" pitchFamily="34" charset="0"/>
                <a:ea typeface="Aptos" pitchFamily="34" charset="-122"/>
                <a:cs typeface="Aptos" pitchFamily="34" charset="-120"/>
              </a:rPr>
              <a:t>Without a portfolio strategy, agencies may choose projects because they are visible, easy to demonstrate, or championed by.</a:t>
            </a:r>
            <a:endParaRPr lang="en-US" sz="1700" dirty="0"/>
          </a:p>
          <a:p>
            <a:r>
              <a:rPr lang="en-US" sz="1700" dirty="0">
                <a:solidFill>
                  <a:srgbClr val="17364A"/>
                </a:solidFill>
                <a:latin typeface="Aptos" pitchFamily="34" charset="0"/>
                <a:ea typeface="Aptos" pitchFamily="34" charset="-122"/>
                <a:cs typeface="Aptos" pitchFamily="34" charset="-120"/>
              </a:rPr>
              <a:t>A portfolio strategy protects scarce capacity.</a:t>
            </a:r>
            <a:endParaRPr lang="en-US" sz="1700" dirty="0"/>
          </a:p>
          <a:p>
            <a:r>
              <a:rPr lang="en-US" sz="1700" dirty="0">
                <a:solidFill>
                  <a:srgbClr val="17364A"/>
                </a:solidFill>
                <a:latin typeface="Aptos" pitchFamily="34" charset="0"/>
                <a:ea typeface="Aptos" pitchFamily="34" charset="-122"/>
                <a:cs typeface="Aptos" pitchFamily="34" charset="-120"/>
              </a:rPr>
              <a:t>Technical teams, privacy officers, legal counsel, procurement staff, program leaders, and data stewards cannot review every.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Public health agencies have many possible AI use cases: summarizing case notes, analyzing call logs, drafting messages,.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health department receives proposals for five AI uses: a public chatbot, a staff policy assistant, an outbreak signal.</a:t>
            </a:r>
            <a:endParaRPr lang="en-US" sz="1700" dirty="0"/>
          </a:p>
          <a:p>
            <a:r>
              <a:rPr lang="en-US" sz="1700" dirty="0">
                <a:solidFill>
                  <a:srgbClr val="17364A"/>
                </a:solidFill>
                <a:latin typeface="Aptos" pitchFamily="34" charset="0"/>
                <a:ea typeface="Aptos" pitchFamily="34" charset="-122"/>
                <a:cs typeface="Aptos" pitchFamily="34" charset="-120"/>
              </a:rPr>
              <a:t>Each proposal has different benefits and risks.</a:t>
            </a:r>
            <a:endParaRPr lang="en-US" sz="1700" dirty="0"/>
          </a:p>
          <a:p>
            <a:r>
              <a:rPr lang="en-US" sz="1700" dirty="0">
                <a:solidFill>
                  <a:srgbClr val="17364A"/>
                </a:solidFill>
                <a:latin typeface="Aptos" pitchFamily="34" charset="0"/>
                <a:ea typeface="Aptos" pitchFamily="34" charset="-122"/>
                <a:cs typeface="Aptos" pitchFamily="34" charset="-120"/>
              </a:rPr>
              <a:t>A public chatbot may be visible but high-risk if it gives health advice.</a:t>
            </a:r>
            <a:endParaRPr lang="en-US" sz="1700" dirty="0"/>
          </a:p>
          <a:p>
            <a:r>
              <a:rPr lang="en-US" sz="1700" dirty="0">
                <a:solidFill>
                  <a:srgbClr val="17364A"/>
                </a:solidFill>
                <a:latin typeface="Aptos" pitchFamily="34" charset="0"/>
                <a:ea typeface="Aptos" pitchFamily="34" charset="-122"/>
                <a:cs typeface="Aptos" pitchFamily="34" charset="-120"/>
              </a:rPr>
              <a:t>A staff policy assistant may be lower risk if it uses approved internal documents.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health department receives proposals for five AI uses: a public chatbot, a staff policy assistant, an outbreak signal.</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and Governance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useful portfolio strategy begins with categories.</a:t>
            </a:r>
            <a:endParaRPr lang="en-US" sz="1700" dirty="0"/>
          </a:p>
          <a:p>
            <a:r>
              <a:rPr lang="en-US" sz="1700" dirty="0">
                <a:solidFill>
                  <a:srgbClr val="17364A"/>
                </a:solidFill>
                <a:latin typeface="Aptos" pitchFamily="34" charset="0"/>
                <a:ea typeface="Aptos" pitchFamily="34" charset="-122"/>
                <a:cs typeface="Aptos" pitchFamily="34" charset="-120"/>
              </a:rPr>
              <a:t>Agencies can classify AI opportunities by function, such as internal productivity, knowledge management, surveillance.</a:t>
            </a:r>
            <a:endParaRPr lang="en-US" sz="1700" dirty="0"/>
          </a:p>
          <a:p>
            <a:r>
              <a:rPr lang="en-US" sz="1700" dirty="0">
                <a:solidFill>
                  <a:srgbClr val="17364A"/>
                </a:solidFill>
                <a:latin typeface="Aptos" pitchFamily="34" charset="0"/>
                <a:ea typeface="Aptos" pitchFamily="34" charset="-122"/>
                <a:cs typeface="Aptos" pitchFamily="34" charset="-120"/>
              </a:rPr>
              <a:t>They can also classify by risk, such as low, moderate, high, or prohibited.</a:t>
            </a:r>
            <a:endParaRPr lang="en-US" sz="1700" dirty="0"/>
          </a:p>
          <a:p>
            <a:r>
              <a:rPr lang="en-US" sz="1700" dirty="0">
                <a:solidFill>
                  <a:srgbClr val="17364A"/>
                </a:solidFill>
                <a:latin typeface="Aptos" pitchFamily="34" charset="0"/>
                <a:ea typeface="Aptos" pitchFamily="34" charset="-122"/>
                <a:cs typeface="Aptos" pitchFamily="34" charset="-120"/>
              </a:rPr>
              <a:t>These categories help leadership understand where AI activity is concentrated and whether the portfolio reflects agency.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useful portfolio strategy begins with categories.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major risk is pilot proliferation.</a:t>
            </a:r>
            <a:endParaRPr lang="en-US" sz="1700" dirty="0"/>
          </a:p>
          <a:p>
            <a:r>
              <a:rPr lang="en-US" sz="1700" dirty="0">
                <a:solidFill>
                  <a:srgbClr val="17364A"/>
                </a:solidFill>
                <a:latin typeface="Aptos" pitchFamily="34" charset="0"/>
                <a:ea typeface="Aptos" pitchFamily="34" charset="-122"/>
                <a:cs typeface="Aptos" pitchFamily="34" charset="-120"/>
              </a:rPr>
              <a:t>Agencies may launch many small AI pilots without a pathway to scale, evaluate, sustain, or retire them.</a:t>
            </a:r>
            <a:endParaRPr lang="en-US" sz="1700" dirty="0"/>
          </a:p>
          <a:p>
            <a:r>
              <a:rPr lang="en-US" sz="1700" dirty="0">
                <a:solidFill>
                  <a:srgbClr val="17364A"/>
                </a:solidFill>
                <a:latin typeface="Aptos" pitchFamily="34" charset="0"/>
                <a:ea typeface="Aptos" pitchFamily="34" charset="-122"/>
                <a:cs typeface="Aptos" pitchFamily="34" charset="-120"/>
              </a:rPr>
              <a:t>A guardrail is to require every pilot to define success criteria, evaluation evidence, funding assumptions, and an end point.</a:t>
            </a:r>
            <a:endParaRPr lang="en-US" sz="1700" dirty="0"/>
          </a:p>
          <a:p>
            <a:r>
              <a:rPr lang="en-US" sz="1700" dirty="0">
                <a:solidFill>
                  <a:srgbClr val="17364A"/>
                </a:solidFill>
                <a:latin typeface="Aptos" pitchFamily="34" charset="0"/>
                <a:ea typeface="Aptos" pitchFamily="34" charset="-122"/>
                <a:cs typeface="Aptos" pitchFamily="34" charset="-120"/>
              </a:rPr>
              <a:t>Another risk is inequitable prioritization.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major risk is pilot proliferation.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Generative AI projects may be prioritized for internal knowledge management before public-facing use.</a:t>
            </a:r>
            <a:endParaRPr lang="en-US" sz="1700" dirty="0"/>
          </a:p>
          <a:p>
            <a:r>
              <a:rPr lang="en-US" sz="1700" dirty="0">
                <a:solidFill>
                  <a:srgbClr val="17364A"/>
                </a:solidFill>
                <a:latin typeface="Aptos" pitchFamily="34" charset="0"/>
                <a:ea typeface="Aptos" pitchFamily="34" charset="-122"/>
                <a:cs typeface="Aptos" pitchFamily="34" charset="-120"/>
              </a:rPr>
              <a:t>Predictive analytics projects may be prioritized only when data and validation plans are mature.</a:t>
            </a:r>
            <a:endParaRPr lang="en-US" sz="1700" dirty="0"/>
          </a:p>
          <a:p>
            <a:r>
              <a:rPr lang="en-US" sz="1700" dirty="0">
                <a:solidFill>
                  <a:srgbClr val="17364A"/>
                </a:solidFill>
                <a:latin typeface="Aptos" pitchFamily="34" charset="0"/>
                <a:ea typeface="Aptos" pitchFamily="34" charset="-122"/>
                <a:cs typeface="Aptos" pitchFamily="34" charset="-120"/>
              </a:rPr>
              <a:t>Agentic workflows may be deferred until governance has defined decision rights, access controls, and rollback procedures.</a:t>
            </a:r>
            <a:endParaRPr lang="en-US" sz="1700" dirty="0"/>
          </a:p>
          <a:p>
            <a:r>
              <a:rPr lang="en-US" sz="1700" dirty="0">
                <a:solidFill>
                  <a:srgbClr val="17364A"/>
                </a:solidFill>
                <a:latin typeface="Aptos" pitchFamily="34" charset="0"/>
                <a:ea typeface="Aptos" pitchFamily="34" charset="-122"/>
                <a:cs typeface="Aptos" pitchFamily="34" charset="-120"/>
              </a:rPr>
              <a:t>Portfolio strategy helps leaders sequence AI adoption responsibly.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Generative AI projects may be prioritized for internal knowledge management before public-facing use.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 clearly?</a:t>
            </a:r>
            <a:endParaRPr lang="en-US" sz="1700" dirty="0"/>
          </a:p>
          <a:p>
            <a:r>
              <a:rPr lang="en-US" sz="17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1700" dirty="0"/>
          </a:p>
          <a:p>
            <a:r>
              <a:rPr lang="en-US" sz="17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 clearly?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700" dirty="0"/>
          </a:p>
          <a:p>
            <a:r>
              <a:rPr lang="en-US" sz="17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Develop an AI use case prioritization rubric with criteria, scoring levels, required evidence, and decision categories such.</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Develop an AI use case prioritization rubric with criteria, scoring levels, required evidence, and decision categories such.</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Before You Begin</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Choose a real or realistic public health AI use case.</a:t>
            </a:r>
            <a:endParaRPr lang="en-US" sz="1700" dirty="0"/>
          </a:p>
          <a:p>
            <a:r>
              <a:rPr lang="en-US" sz="17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 before it is adopted.</a:t>
            </a:r>
            <a:endParaRPr lang="en-US" sz="1700" dirty="0"/>
          </a:p>
          <a:p>
            <a:r>
              <a:rPr lang="en-US" sz="17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 implementation.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Choose a real or realistic public health AI use case.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Use case intake form; prioritization rubric; sample portfolio view; decision category definitions.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case intake form; prioritization rubric; sample portfolio view; decision category definitions.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Use case intake form; prioritization rubric; sample portfolio view; decision category definitions.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case intake form; prioritization rubric; sample portfolio view; decision category definitions.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700" dirty="0"/>
          </a:p>
          <a:p>
            <a:r>
              <a:rPr lang="en-US" sz="17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1700" dirty="0"/>
          </a:p>
          <a:p>
            <a:r>
              <a:rPr lang="en-US" sz="17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1700" dirty="0"/>
          </a:p>
          <a:p>
            <a:r>
              <a:rPr lang="en-US" sz="1700" dirty="0">
                <a:solidFill>
                  <a:srgbClr val="17364A"/>
                </a:solidFill>
                <a:latin typeface="Aptos" pitchFamily="34" charset="0"/>
                <a:ea typeface="Aptos" pitchFamily="34" charset="-122"/>
                <a:cs typeface="Aptos" pitchFamily="34" charset="-120"/>
              </a:rPr>
              <a:t>4. What is weak evidence of completion for a leadership and governance module?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NIST Artificial Intelligence Risk Management Framework (AI RMF 1.0): https://www.nist.gov/itl/ai-risk-management-framework</a:t>
            </a:r>
            <a:endParaRPr lang="en-US" sz="1700" dirty="0"/>
          </a:p>
          <a:p>
            <a:r>
              <a:rPr lang="en-US" sz="1700" dirty="0">
                <a:solidFill>
                  <a:srgbClr val="17364A"/>
                </a:solidFill>
                <a:latin typeface="Aptos" pitchFamily="34" charset="0"/>
                <a:ea typeface="Aptos" pitchFamily="34" charset="-122"/>
                <a:cs typeface="Aptos" pitchFamily="34" charset="-120"/>
              </a:rPr>
              <a:t>NIST Generative AI Profile:.</a:t>
            </a:r>
            <a:endParaRPr lang="en-US" sz="1700" dirty="0"/>
          </a:p>
          <a:p>
            <a:r>
              <a:rPr lang="en-US" sz="1700" dirty="0">
                <a:solidFill>
                  <a:srgbClr val="17364A"/>
                </a:solidFill>
                <a:latin typeface="Aptos" pitchFamily="34" charset="0"/>
                <a:ea typeface="Aptos" pitchFamily="34" charset="-122"/>
                <a:cs typeface="Aptos" pitchFamily="34" charset="-120"/>
              </a:rPr>
              <a:t>NIST Privacy Framework</a:t>
            </a:r>
            <a:endParaRPr lang="en-US" sz="1700" dirty="0"/>
          </a:p>
          <a:p>
            <a:r>
              <a:rPr lang="en-US" sz="17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NIST Artificial Intelligence Risk Management Framework (AI RMF 1.0): https://www.nist.gov/itl/ai-risk-management-framework</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 public-sector governance.</a:t>
            </a:r>
            <a:endParaRPr lang="en-US" sz="1700" dirty="0"/>
          </a:p>
          <a:p>
            <a:r>
              <a:rPr lang="en-US" sz="1700" dirty="0">
                <a:solidFill>
                  <a:srgbClr val="17364A"/>
                </a:solidFill>
                <a:latin typeface="Aptos" pitchFamily="34" charset="0"/>
                <a:ea typeface="Aptos" pitchFamily="34" charset="-122"/>
                <a:cs typeface="Aptos" pitchFamily="34" charset="-120"/>
              </a:rPr>
              <a:t>Agency strategic plans, procurement policies, privacy policies, cybersecurity policies, records policies, and equity plans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 public-sector governance.</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Portfolio Strategy and Use Case Prioritization</dc:title>
  <dc:subject>AI Portfolio Strategy and Use Case Prioritization learning module</dc:subject>
  <dc:creator>Paula Soper</dc:creator>
  <cp:lastModifiedBy>Paula Soper</cp:lastModifiedBy>
  <cp:revision>1</cp:revision>
  <dcterms:created xsi:type="dcterms:W3CDTF">2026-07-12T18:54:58Z</dcterms:created>
  <dcterms:modified xsi:type="dcterms:W3CDTF">2026-07-12T18:54:58Z</dcterms:modified>
</cp:coreProperties>
</file>