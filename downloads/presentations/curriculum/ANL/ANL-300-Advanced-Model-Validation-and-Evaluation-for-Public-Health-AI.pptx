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Model Validation and Evaluation for Public Health AI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purpose of advanced model validation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sensitivity, specificity, positive predictive value, negative predictive value, precision, recall, F1 score,…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internal validation, external validation, and workflow validation.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when model performance is insufficient for the intended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monitoring for drift, degradation, error patterns, and unintended consequences.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advanced validation plan for an AI-supported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Advanced validation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anl-300-advanced-model-validation-and-evaluation-for-public-health-ai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matters because public health AI tools can appear credible even when they are not fit for operational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dashboard, confident generated text, or high overall accuracy score does not prove that the tool is safe, equitable, or useful.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staff need to evaluate performance in relation to the specific task and the consequences of error.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performance is context-dependent.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performs well in one health system or state may fail in another because of different data sources, coding practices, populations,…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Sensitivity: Sensitivity is the proportion of true positives correctly identified. It is important when missing true…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Specificity: Specificity is the proportion of true negatives correctly identified. It is important when false alarms…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predictive value: Positive predictive value is the proportion of positive model outputs that are truly positive. It depends on…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predictive value: Negative predictive value is the proportion of negative model outputs that are truly negative. It is…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validation: External validation tests performance on data from a different time, place, population, source, or…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may test a model that identifies incoming case reports likely to require expedited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accuracy may be high, but that number alone is not enough.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need to know whether the model misses rare but severe conditions, whether it performs differently across facilities, whether it…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should validate the model on recent local data, review errors with epidemiologists, test the workflow with actual users, and monitor…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validation applies to predictive models, NLP tools, generative summaries, RAG outputs,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generative AI, validation may include factuality, completeness, source grounding, omissions, and harmful output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RAG, validation should test retrieval quality and citation accuracy.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agentic workflows, validation should include action safety, permission boundaries, and rollback procedures.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selection should start with the public health consequence.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may be prioritized when missing a true event is dangerous.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Specificity may be prioritized when false positives create substantial burden or unnecessary intervention.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and positive predictive value matter when staff act on positive flags.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matters when scores are interpreted as probabilities.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matrices are useful because they show true positives, false positives, true negatives, and false negatives.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Misleading aggregate performance.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metrics may hide poor subgroup performance.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subgroup testing and equity review.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mismatch.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metric may not match the public health consequence.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advanced validation plan for one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intended use, validation dataset, comparison standard, performance metrics, subgroup analysis, error review, workflow testing, user…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should clearly explain how validation results will be interpreted and who has authority to approve, limit, pause, or reject the AI use.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validation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and error-consequence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Subgroup performance review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Post-deployment monitoring schedule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Evaluation Framework: https://www.cdc.gov/evaluation/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Guidance on Large Multi-Modal Models:…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can overall accuracy be misleading?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workflow validation?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metric is especially important when missed true events could cause harm?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does external validation test?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an advanced validation plan include?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300: Advanced Model Validation and Evaluation for Public Health AI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