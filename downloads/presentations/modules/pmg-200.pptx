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PMG 200 Business Analysis for AI-Enabled Public Health Systems
Business analysis translates public health needs into clear requirements, workflows, user stories, acceptance criteria, data needs, and implementation decisions. AI projects often fail when technical teams, vendors, and program staff do not share a precise understanding of the problem to be solved. This module gives informaticians and program leads a disciplined approach to defining AI-supported workflows before technology choices are finalized.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applied/foundational
Primary track: Program Management Role-Based Track
Appears in tracks: operations-data-quality
Business analysis translates public health needs into clear requirements, workflows, user stories, acceptance criteria, data needs, and implementation decisions. AI projects often fail when technical teams, vendors, and program staff do not share a precise understanding of the problem to be solved. This module gives informaticians and program leads a disciplined approach to defining AI-supported workflows before technology choices are finalized.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2: Readiness Assessment - This lesson informs Play 2 by helping learners connect the lesson topic to readiness assessment work in the AI Playbook sequence.
Play 3: Establish AI Governance - This lesson informs Play 3 by helping learners connect the lesson topic to establish ai governance work in the AI Playbook sequence.
Play 1: Vision &amp; Guardrails - This lesson informs Play 1 by helping learners connect the lesson topic to vision &amp; guardrails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 AI Policy Landscape Scan (Worksheet) - Use AI Policy Landscape Scan to translate this lesson into a documented public health AI planning, governance, implementation,.
Tool 5: AI Environmental and Resource Impact Review (Checklist) - Use this tool to complete or strengthen the practical exercise for the module using fictional, de-identified, or generalized.
Tool 6: Human-Centered AI Decision Rule Checklist (Checklist) - Use this tool to complete or strengthen the practical exercise for the module using fictional, de-identified, or generalized.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
Tool 10: Tiered Data Classification for AI Use (Worksheet)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the purpose of business analysis for ai-enabled public health systems in public health AI work.
Identify the technical, operational, privacy, security, equity, and governance issues associated with the topic.
Apply the topic to a real or realistic public health workflow, system, or implementation scenario.
Recognize common failure modes that can affect safety, accuracy, trust, workflow fit, or sustainability.
Identify practical guardrails that should be documented before implementation.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Produce a AI business analysis package that can support readiness assessment, governance review, procurement, implementation, or monitoring.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Business analysis translates public health needs into clear requirements, workflows, user stories, acceptance criteria, data needs, and implementation decisions. AI projects often fail when technical teams, vendors, and program staff do not share a precise understanding of the problem to be solved. This module gives informaticians and program leads a disciplined approach to defining AI-supported workflows before technology choices are finalized.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national-level module is intended for training and planning purposes. It does not replace legal, privacy, procurement, civil rights, records, or agency policy review. Learners should confirm applicable requirements in their own jurisdiction and organization before implementing AI-supported workflows.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Business Analysis for AI-Enabled Public Health Systems matters because AI systems are embedded in public health programs, data systems, and decision processes rather than operating in isolation. The topic affects whether AI outputs are accurate, explainable, safe, equitable, secure, and sustainable. Agencies that ignore this area may create tools that work in a demonstration but fail in actual practice.
The topic also affects accountability. Public health agencies must be able to explain how data are used, why a tool was approved, what evidence supports the workflow, who reviews outputs, and what happens when the system fails. These responsibilities become more important as AI tools move from experimentation into operational use.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Business analysis clarifies the problem, workflow, users, requirements, constraints, and success criteria before technology decisions are made. AI projects often fail when teams start with a tool rather than a well-defined public health need.
A user story describes what a user needs to do and why. In AI work, user stories should include human review, data requirements, documentation, and limitations. A user story should not simply say that the user wants AI; it should describe the task the AI is supporting.
Acceptance criteria are testable conditions that determine whether a requirement has been met. For AI systems, acceptance criteria should include accuracy, workflow fit, usability, security, privacy, accessibility, and human oversight.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local health department may want AI to help classify community complaints. A business analyst would clarify whether the real problem is high complaint volume, inconsistent routing, delayed response, lack of category definitions, or insufficient staffing. The resulting requirements may call for classification support with human review rather than fully automated complaint resolution.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Deep Dive
Business analysis begins with problem definition. Teams should document the public health objective, the operational pain point, the affected users, the current workflow, the decision being supported, and the consequences of error. A vague goal such as “use AI to improve efficiency” is not sufficient for implementation.
Requirements should be grounded in workflow. Analysts should define current-state and future-state processes, data inputs, outputs, decision points, exception handling, reporting needs, and approval steps. This helps prevent tools from being procured without a clear implementation pathway.
AI business analysis also requires boundary setting. Teams should define intended uses, prohibited uses, users, data permissions, human review points, and escalation triggers. These boundaries should become requirements, training expectations, and governance criteria.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common failure mode is treating the topic as a technical detail rather than a public health control. When staff do not connect technical decisions to authority, workflow, equity, privacy, security, and accountability, the agency may adopt a tool that appears useful but cannot be sustained or defended.
Another risk is relying on vendor claims without agency-defined evidence. Vendors may provide demonstrations, dashboards, or summary metrics that do not match the agency workflow or data environment. A guardrail is to require documentation, test results, acceptance criteria, and agency-controlled review.
A third risk is failing to plan for change. Public health data, policies, systems, and emergencies change. Any technical approach must include monitoring, review, versioning, escalation, and retirement pathways so the agency can respond when assumptions no longer hold.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Generative AI, predictive analytics, RAG, automation, and agentic workflows all depend on the controls described in this module. The controls should be scaled to the risk of the use case. A tool that drafts internal training text may require lighter review than a tool that updates case records, prioritizes outreach, or supports public communication during an emergency.
The module should be applied during readiness assessment, procurement, implementation planning, pilot testing, and post-deployment monitoring. Learners should document how the topic affects data, systems, users, safeguards, and decision-making for the selected workflow.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Where does this topic appear in one current or proposed AI workflow in your agency?
What decisions, data sources, users, or partners would be affected if this area is poorly designed?
What evidence would governance reviewers need before approving the workflow?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safeguards should be required before pilot testing?
Who owns ongoing monitoring and review?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AI business analysis package for one real or realistic public health AI workflow. The artifact should describe the use case, affected users, data sources, system dependencies, risks, guardrails, review points, and unresolved questions.
The exercise should produce a work product that could be used in a governance meeting, procurement review, implementation planning session, pilot evaluation, or monitoring review. Learners should document assumptions and identify which staff or partners need to be consulted.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The expected artifact is a completed AI business analysis package. It should be specific to a public health workflow and should include technical dependencies, governance questions, human review expectations, monitoring indicators, and unresolved risks.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The expected artifact is a completed AI business analysis package. It should be specific to a public health workflow and should include technical dependencies, governance questions, human review expectations, monitoring indicators, and unresolved risks.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best reason to address business analysis for ai-enabled public health systems before deployment?
2. Which practice best supports responsible implementation?
3. Which statement best describes a common failure mode?
4. What should be included in the practical artifact for this module?
5. When should the issue be escalated for governance or leadership review?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AI Risk Management Framework: https://www.nist.gov/itl/ai-risk-management-framework
NIST Generative AI Profile: https://www.nist.gov/publications/artificial-intelligence-risk-management-framework-generative-artificial-intelligence
CDC Public Health Data Strategy and Data Modernization resources: https://www.cdc.gov/public-health-data-strategy/php/about/index.html
OWASP Top 10 for LLM Applications, when security or AI integrations are relevant
Agency privacy, cybersecurity, data governance, procurement, and records management policies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PMG 200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Business Analysis for AI-Enabled Public Health Systems</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Business Analysis for AI-Enabled Public Health Systems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Business analysis translates public health needs into clear requirements, workflows, user.</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AI projects often fail when technical teams, vendors, and program staff do not share a precise.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This module gives informaticians and program leads a disciplined approach to defining.</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892808"/>
            <a:ext cx="2825496" cy="135331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Level: applied/foundational Primary track: Program Management Role-Based Track Appears in tracks: operations-data-quality</a:t>
            </a:r>
            <a:endParaRPr lang="en-US" sz="13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22192"/>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Learning sequence</a:t>
            </a:r>
            <a:endParaRPr lang="en-US" sz="1300" dirty="0"/>
          </a:p>
        </p:txBody>
      </p:sp>
      <p:sp>
        <p:nvSpPr>
          <p:cNvPr id="15" name="Text 13"/>
          <p:cNvSpPr/>
          <p:nvPr/>
        </p:nvSpPr>
        <p:spPr>
          <a:xfrm>
            <a:off x="8092440" y="4187952"/>
            <a:ext cx="2770632" cy="103327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Read the module for shared vocabulary and context.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Complete the practical exercise to apply the concept.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Use the notes and references for deeper review.</a:t>
            </a:r>
            <a:endParaRPr lang="en-US" sz="122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Business Analysis for AI-Enabled Public Health Systems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 helping learners.</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2: Readiness Assessment - This lesson informs Play 2 by helping learners connect the.</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3: Establish AI Governance - This lesson informs Play 3 by helping learners connect the.</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 Vision &amp; Guardrails - This lesson informs Play 1 by helping learners connect the.</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892808"/>
            <a:ext cx="2734056" cy="153619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a:t>
            </a:r>
            <a:endParaRPr lang="en-US" sz="13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play links to</a:t>
            </a:r>
            <a:endParaRPr lang="en-US" sz="1300" dirty="0"/>
          </a:p>
        </p:txBody>
      </p:sp>
      <p:sp>
        <p:nvSpPr>
          <p:cNvPr id="15" name="Text 13"/>
          <p:cNvSpPr/>
          <p:nvPr/>
        </p:nvSpPr>
        <p:spPr>
          <a:xfrm>
            <a:off x="8229600" y="4306824"/>
            <a:ext cx="2679192" cy="94183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Locate the decision point in the playbook sequence.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Identify who should participate in the work.</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Document the review, approval, or implementation step.</a:t>
            </a:r>
            <a:endParaRPr lang="en-US" sz="122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Business Analysis for AI-Enabled Public Health Systems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4: AI Policy Landscape Scan (Worksheet) - Use AI Policy Landscape Scan to translate this.</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5: AI Environmental and Resource Impact Review (Checklist) - Use this tool to complete or.</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6: Human-Centered AI Decision Rule Checklist (Checklist) - Use this tool to complete or.</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8: AI Project Charter (Planning) - Use AI Project Charter to translate this lesson into a.</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892808"/>
            <a:ext cx="2734056" cy="153619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a:t>
            </a:r>
            <a:endParaRPr lang="en-US" sz="13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Tool selection cues</a:t>
            </a:r>
            <a:endParaRPr lang="en-US" sz="1300" dirty="0"/>
          </a:p>
        </p:txBody>
      </p:sp>
      <p:sp>
        <p:nvSpPr>
          <p:cNvPr id="15" name="Text 13"/>
          <p:cNvSpPr/>
          <p:nvPr/>
        </p:nvSpPr>
        <p:spPr>
          <a:xfrm>
            <a:off x="8229600" y="4306824"/>
            <a:ext cx="2679192" cy="94183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a tool when no comparable local process exists.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Adapt existing department templates when they already fit the.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Save the completed artifact as evidence of the decision.</a:t>
            </a:r>
            <a:endParaRPr lang="en-US" sz="122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Business Analysis for AI-Enabled Public Health Systems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Explain the purpose of business analysis for ai-enabled public health systems in public health.</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Identify the technical, operational, privacy, security, equity, and governance issues.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Apply the topic to a real or realistic public health workflow, system, or implementation.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Explain the purpose of business analysis for ai-enabled public health systems in public health AI work.</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the technical, operational, privacy, security, equity,.</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Recognize common failure modes that can affect safety, accuracy,.</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Identify practical guardrails that should be documented before.</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Business Analysis for AI-Enabled Public Health Systems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Produce a AI business analysis package that can support readiness assessment, governance.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Produce a AI business analysis package that can support readiness assessment, governance review,.</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Produce a AI business analysis package that can support readiness.</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Business Analysis for AI-Enabled Public Health Systems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Business analysis translates public health needs into clear requirements, workflows, user.</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AI projects often fail when technical teams, vendors, and program staff do not share a precise.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This module gives informaticians and program leads a disciplined approach to defining.</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Business analysis translates public health needs into clear requirements, workflows, user stories,.</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Business analysis translates public health needs into clear.</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AI projects often fail when technical teams, vendors, and program.</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This module gives informaticians and program leads a disciplined.</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Business Analysis for AI-Enabled Public Health Systems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This national-level module is intended for training and planning purposes.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It does not replace legal, privacy, procurement, civil rights, records, or agency policy review.</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Learners should confirm applicable requirements in their own jurisdiction and organization.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This national-level module is intended for training and planning purposes.</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This national-level module is intended for training and planning.</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It does not replace legal, privacy, procurement, civil rights,.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Learners should confirm applicable requirements in their own.</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a:t>
            </a:r>
            <a:endParaRPr lang="en-US" sz="13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Business Analysis for AI-Enabled Public Health Systems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Business Analysis for AI-Enabled Public Health Systems matters because AI systems are embedded.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topic affects whether AI outputs are accurate, explainable, safe, equitable, secure, and.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Agencies that ignore this area may create tools that work in a demonstration but fail in.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Business Analysis for AI-Enabled Public Health Systems matters because AI systems are embedded in.</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Business Analysis for AI-Enabled Public Health Systems matters.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topic also affects accountability.</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Public health agencies must be able to explain how data are used,.</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Business Analysis for AI-Enabled Public Health Systems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Core Concepts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Business analysis clarifies the problem, workflow, users, requirements, constraints, and.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AI projects often fail when teams start with a tool rather than a well-defined public health.</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 user story describes what a user needs to do and why.</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Business analysis clarifies the problem, workflow, users, requirements, constraints, and success.</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Business analysis clarifies the problem, workflow, users,.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In AI work, user stories should include human review, data.</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 user story should not simply say that the user wants AI; it.</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Business Analysis for AI-Enabled Public Health Systems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 local health department may want AI to help classify community complaints.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 business analyst would clarify whether the real problem is high complaint volume,.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resulting requirements may call for classification support with human review rather than.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 local health department may want AI to help classify community complaints.</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business analyst would clarify whether the real problem is high.</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resulting requirements may call for classification support.</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Business Analysis for AI-Enabled Public Health Systems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Topic Deep Dive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Business analysis begins with problem definition.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Teams should document the public health objective, the operational pain point, the affected.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 vague goal such as “use AI to improve efficiency” is not sufficient for implementation.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Business analysis begins with problem definition.</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Teams should document the public health objective, the operational.</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Requirements should be grounded in workflow.</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Analysts should define current-state and future-state processes,.</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Business Analysis for AI-Enabled Public Health Systems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 common failure mode is treating the topic as a technical detail rather than a public health.</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When staff do not connect technical decisions to authority, workflow, equity, privacy,.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Another risk is relying on vendor claims without agency-defined evidence.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 common failure mode is treating the topic as a technical detail rather than a public health control.</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When staff do not connect technical decisions to authority,.</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Vendors may provide demonstrations, dashboards, or summary metrics.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 guardrail is to require documentation, test results, acceptance.</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a:t>
            </a:r>
            <a:endParaRPr lang="en-US" sz="13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Business Analysis for AI-Enabled Public Health Systems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Generative AI, predictive analytics, RAG, automation, and agentic workflows all depend on the.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controls should be scaled to the risk of the use case.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 tool that drafts internal training text may require lighter review than a tool that updates.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Generative AI, predictive analytics, RAG, automation, and agentic workflows all depend on the controls.</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Generative AI, predictive analytics, RAG, automation, and agentic.</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 tool that drafts internal training text may require lighter.</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module should be applied during readiness assessment,.</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a:t>
            </a:r>
            <a:endParaRPr lang="en-US" sz="13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Business Analysis for AI-Enabled Public Health Systems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Where does this topic appear in one current or proposed AI workflow in your agency?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What decisions, data sources, users, or partners would be affected if this area is poorly.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What evidence would governance reviewers need before approving the workflow?</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Where does this topic appear in one current or proposed AI workflow in your agency?</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Where does this topic appear in one current or proposed AI.</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What decisions, data sources, users, or partners would be affected.</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What evidence would governance reviewers need before approving the.</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Business Analysis for AI-Enabled Public Health Systems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Which safeguards should be required before pilot testing?</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Who owns ongoing monitoring and review?</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Which safeguards should be required before pilot testing?</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Which safeguards should be required before pilot testing?</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Who owns ongoing monitoring and review?</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Business Analysis for AI-Enabled Public Health Systems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Create a AI business analysis package for one real or realistic public health AI workflow.</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artifact should describe the use case, affected users, data sources, system dependencies,.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exercise should produce a work product that could be used in a governance meeting,.</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Create a AI business analysis package for one real or realistic public health AI workflow.</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The artifact should describe the use case, affected users, data.</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exercise should produce a work product that could be used in a.</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Learners should document assumptions and identify which staff or.</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Business Analysis for AI-Enabled Public Health Systems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The expected artifact is a completed AI business analysis package.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It should be specific to a public health workflow and should include technical dependencies,.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The expected artifact is a completed AI business analysis package.</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The expected artifact is a completed AI business analysis package.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It should be specific to a public health workflow and should.</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Business Analysis for AI-Enabled Public Health Systems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The expected artifact is a completed AI business analysis package. It should be specific to a.</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The expected artifact is a completed AI business analysis package. It should be specific to a public.</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The expected artifact is a completed AI business analysis package.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It should be specific to a public health workflow and should.</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Business Analysis for AI-Enabled Public Health Systems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1. What is the best reason to address business analysis for ai-enabled public health systems.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2. Which practice best supports responsible implementation?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3. Which statement best describes a common failure mode?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1. What is the best reason to address business analysis for ai-enabled public health systems before.</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1.</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What is the best reason to address business analysis for.</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2.</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Business Analysis for AI-Enabled Public Health Systems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NIST AI Risk Management Framework: https://www.nist.gov/itl/ai-risk-management-framework</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NIST Generative AI Profile:.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CDC Public Health Data Strategy and Data Modernization resources:.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NIST AI Risk Management Framework: https://www.nist.gov/itl/ai-risk-management-framework</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OWASP Top 10 for LLM Applications, when security or AI.</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Agency privacy, cybersecurity, data governance, procurement, and.</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Business Analysis for AI-Enabled Public Health Systems</dc:title>
  <dc:subject>Business Analysis for AI-Enabled Public Health Systems learning module</dc:subject>
  <dc:creator>Paula Soper</dc:creator>
  <cp:lastModifiedBy>Paula Soper</cp:lastModifiedBy>
  <cp:revision>1</cp:revision>
  <dcterms:created xsi:type="dcterms:W3CDTF">2026-07-13T02:24:10Z</dcterms:created>
  <dcterms:modified xsi:type="dcterms:W3CDTF">2026-07-13T02:24:10Z</dcterms:modified>
</cp:coreProperties>
</file>