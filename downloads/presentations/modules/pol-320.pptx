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authority, liability, and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legal authority, delegated responsibility,.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module focuses on legal authority, delegated.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legal.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authority, liability, and public health decision-making.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authority, liability,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authority, liability, and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authority, liability, and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authority,.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2026-07-14T04:35:33Z</dcterms:created>
  <dcterms:modified xsi:type="dcterms:W3CDTF">2026-07-14T04:35:33Z</dcterms:modified>
</cp:coreProperties>
</file>