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340 AI Audit Readiness and Evidence Management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governance-and-security, policy, program-management, public-health-executive-leadership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systems require lifecycle evidence management.
Identify the core records that support AI audit readiness.
Distinguish between approval evidence, validation evidence, operational evidence, and incident evidence.
Create an AI evidence inventory for an approved or proposed use case.
Develop retention, ownership, and review expectations for AI governance artifacts.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audit readiness is the agency’s ability to show what AI systems are used, why they were approved, what data they rely on, how they were evaluated, who is accountable, what safeguards are in place, and how issues are monitored and corrected. Public health agencies may need this evidence for internal oversight, public records requests, legal review, grant reporting, procurement monitoring, incident response, or public accountability.
This module teaches governance, compliance, program, and leadership staff how to manage evidence across the AI lifecycle. The emphasis is practical: if a concern arises six months after deployment, the agency should be able to reconstruct the decision pathway, validation evidence, user guidance, vendor commitments, incidents, and changes over time.
Audit readiness does not mean creating paperwork for its own sake. It means preserving enough evidence to demonstrate responsible decision-making, support improvement, and protect public trust.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uses an AI tool to help classify public inquiries. Six months later, a concern is raised that the tool may be misclassifying language access requests. Audit-ready evidence would include the approved use case, validation plan, subgroup review, SOP, training records, user override logs, incident reports, vendor documentation, and monitoring results. This evidence allows the agency to investigate the concern and decide whether to modify, pause, or retire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evidence begins at intake. The agency should preserve the use case description, risk triage, required reviewers, approval conditions, and rationale for the decision. If a use case is rejected or deferred, that decision should also be documented. These early records help explain why a tool exists and what limits were placed on its use.
Validation evidence should show how the agency determined whether the AI-supported workflow was fit for purpose. This may include test datasets, evaluation rubrics, accuracy measures, subgroup performance, user acceptance testing, security review, privacy review, accessibility review, and pilot findings. Validation evidence should be understandable to decision-makers, not only technical staff.
Operational evidence should show what happened after deployment. This may include monitoring dashboards, user override rates, error reports, support tickets, incident records, model or prompt changes, vendor updates, SOP revisions, training completion, and governance meeting minutes. Operational evidence is especially important because AI performance and workflow use can change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Evidence management requires ownership and retention rules. Governance bodies should define who stores each artifact, where it is stored, how long it is retained, who can access it, and how evidence is updated when tools change. Audit readiness depends on consistent records, not scattered files and informal emails.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Approvals without records of conditions or rationale.
Validation results stored informally or not retained.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 documentation accepted without agency review or local evidence.
Incidents that cannot be reconstructed because logs or decisions were not preserved.
Public records or audit responses delayed because artifacts are scattered.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Maintain an AI evidence inventory for each approved AI use.
Use decision logs for approvals, deferrals, conditions, changes, and retirement.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Preserve validation, testing, monitoring, training, SOP, and incident records.
Assign artifact ownership and retention expectations.
Review evidence completeness during periodic governance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audit readiness evidence inventory for one AI use case. Identify required artifacts from intake through retirement, the owner of each artifact, storage location, retention expectation, update trigger, and current status.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evidence inventory
Decision log template
Artifact ownership and retention table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Gap list for missing evidence
Review schedule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evidence inventory
Decision log template
Artifact ownership and retention table
Gap list for missing evidence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AI audit readiness?
2. Which record should be preserved from AI governance review?
3. What is validation evidence?
4. Why is operational evidence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Audit Readiness and Evidence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 why they were.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 records requests,.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 how to manage.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governance-and-security, policy, program-management, public-health-executive-leadership</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 complete or strengthen.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Plain-Language AI Public.</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systems require lifecycle evidence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core records that support AI audit readiness.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approval evidence, validation evidence, operational evidence, and incident.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systems require lifecycle evidence management.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evidence inventory for an approved or proposed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Develop retention, ownership, and review expectations for AI.</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audit readiness is the agency’s ability to show what AI systems are used, why they were.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may need this evidence for internal oversight, public records requests,.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governance, compliance, program, and leadership staff how to manage.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audit readiness is the agency’s ability to show what AI systems are used, why they were approved,.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audit readiness is the agency’s ability to show what AI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may need this evidence for internal.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governance, compliance, program,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uses an AI tool to help classify public inquiries.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Six months later, a concern is raised that the tool may be misclassifying language access.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Audit-ready evidence would include the approved use case, validation plan, subgroup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uses an AI tool to help classify public inquiries.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Audit-ready evidence would include the approved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evidence allows the agency to investigate the concern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begins at intake.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preserve the use case description, risk triage, required reviewers,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 use case is rejected or deferred, that decision should also be documented.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begins at intake.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agency should preserve the use case description, risk triage,.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These early records help explain why a tool exists and what limits.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Validation evidence should show how the agency determined whether.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Evidence management requires ownership and retention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Governance bodies should define who stores each artifact, where it is stored, how long it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 readiness depends on consistent records, not scattered files and informal emails.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Evidence management requires ownership and retention rules.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Evidence management requires ownership and retention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Governance bodies should define who stores each artifact, where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readiness depends on consistent records, not scattered files.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Approvals without records of conditions or rationale.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Validation results stored informally or not retained.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Vendor documentation accepted without agency review or local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Incidents that cannot be reconstructed because logs or decisions were not preserved.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records or audit responses delayed because artifacts are scattered.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Vendor documentation accepted without agency review or local evidence.</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an AI evidence inventory for each approved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decision logs for approvals, deferrals, conditions, changes, and retirement.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an AI evidence inventory for each approved AI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decision logs for approvals, deferrals, conditions, changes,.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Preserve validation, testing, monitoring, training, SOP, and incident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Assign artifact ownership and retention expectations.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evidence completeness during periodic governance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Preserve validation, testing, monitoring, training, SOP, and incident records.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Preserve validation, testing, monitoring, training, SOP,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Assign artifact ownership and retention expectations.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evidence completeness during periodic governance review.</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audit readiness evidence inventory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required artifacts from intake through retirement, the owner of each artifact, storage.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audit readiness evidence inventory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required artifacts from intake through retirement,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Artifact ownership and retention table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inventory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evidence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Decision log template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Artifact ownership and retention table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Gap list for missing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Review schedule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Gap list for missing evidence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schedule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evidence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Decision log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Artifact ownership and retention table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evidence inventory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Gap list for missing evidence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Review schedule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AI audit readiness?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record should be preserved from AI governance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validation evidence?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AI audit readiness?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AI audit readiness?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Audit Readiness and Evidence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Audit Readiness and Evidence Management</dc:title>
  <dc:subject>AI Audit Readiness and Evidence Management learning module</dc:subject>
  <dc:creator>Paula Soper</dc:creator>
  <cp:lastModifiedBy>Paula Soper</cp:lastModifiedBy>
  <cp:revision>1</cp:revision>
  <dcterms:created xsi:type="dcterms:W3CDTF">2026-07-13T02:33:45Z</dcterms:created>
  <dcterms:modified xsi:type="dcterms:W3CDTF">2026-07-13T02:33:45Z</dcterms:modified>
</cp:coreProperties>
</file>