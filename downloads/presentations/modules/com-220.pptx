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ethical analysis of public comments, social listening.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public comment, social listening, and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public comment, social listening, and community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public comment, social.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ethical analysis of public comments, social listening.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ethical analysis of public comments, social listening.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matters.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matters.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ethical.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public comment, social listening, and community feedback.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public comment, social listening, and community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public comment, social.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Comment, Social Listening, and Community.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public comment, social listening,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public comment, social listening,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2026-07-13T03:02:46Z</dcterms:created>
  <dcterms:modified xsi:type="dcterms:W3CDTF">2026-07-13T03:02:46Z</dcterms:modified>
</cp:coreProperties>
</file>