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 allocation,.</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47: Equity &amp; Disparity Impact Monitoring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community oversight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AI use cases that warrant community engagement or participatory governance.</a:t>
            </a:r>
            <a:endParaRPr lang="en-US" sz="2100" dirty="0"/>
          </a:p>
          <a:p>
            <a:r>
              <a:rPr lang="en-US" sz="2100" dirty="0">
                <a:solidFill>
                  <a:srgbClr val="17364A"/>
                </a:solidFill>
                <a:latin typeface="Aptos" pitchFamily="34" charset="0"/>
                <a:ea typeface="Aptos" pitchFamily="34" charset="-122"/>
                <a:cs typeface="Aptos" pitchFamily="34" charset="-120"/>
              </a:rPr>
              <a:t>Design a community engagement approach matched to risk, impact, and community context.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community oversight matters for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2100" dirty="0"/>
          </a:p>
          <a:p>
            <a:r>
              <a:rPr lang="en-US" sz="2100" dirty="0">
                <a:solidFill>
                  <a:srgbClr val="17364A"/>
                </a:solidFill>
                <a:latin typeface="Aptos" pitchFamily="34" charset="0"/>
                <a:ea typeface="Aptos" pitchFamily="34" charset="-122"/>
                <a:cs typeface="Aptos" pitchFamily="34" charset="-120"/>
              </a:rPr>
              <a:t>AI can intensify concerns about surveillance, bias, exclusion, language access, disability access, and.</a:t>
            </a:r>
            <a:endParaRPr lang="en-US" sz="2100" dirty="0"/>
          </a:p>
          <a:p>
            <a:r>
              <a:rPr lang="en-US" sz="2100" dirty="0">
                <a:solidFill>
                  <a:srgbClr val="17364A"/>
                </a:solidFill>
                <a:latin typeface="Aptos" pitchFamily="34" charset="0"/>
                <a:ea typeface="Aptos" pitchFamily="34" charset="-122"/>
                <a:cs typeface="Aptos" pitchFamily="34" charset="-120"/>
              </a:rPr>
              <a:t>Community oversight helps agencies identify concerns that may not be visible through technical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2100" dirty="0"/>
          </a:p>
          <a:p>
            <a:r>
              <a:rPr lang="en-US" sz="2100" dirty="0">
                <a:solidFill>
                  <a:srgbClr val="17364A"/>
                </a:solidFill>
                <a:latin typeface="Aptos" pitchFamily="34" charset="0"/>
                <a:ea typeface="Aptos" pitchFamily="34" charset="-122"/>
                <a:cs typeface="Aptos" pitchFamily="34" charset="-120"/>
              </a:rPr>
              <a:t>The model would use program, demographic, and service utilization data to identify neighborhoods where.</a:t>
            </a:r>
            <a:endParaRPr lang="en-US" sz="2100" dirty="0"/>
          </a:p>
          <a:p>
            <a:r>
              <a:rPr lang="en-US" sz="2100" dirty="0">
                <a:solidFill>
                  <a:srgbClr val="17364A"/>
                </a:solidFill>
                <a:latin typeface="Aptos" pitchFamily="34" charset="0"/>
                <a:ea typeface="Aptos" pitchFamily="34" charset="-122"/>
                <a:cs typeface="Aptos" pitchFamily="34" charset="-120"/>
              </a:rPr>
              <a:t>Although the goal is supportive, communities may worry that the tool could stigmatize neighborhoods,.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2100" dirty="0"/>
          </a:p>
          <a:p>
            <a:r>
              <a:rPr lang="en-US" sz="2100" dirty="0">
                <a:solidFill>
                  <a:srgbClr val="17364A"/>
                </a:solidFill>
                <a:latin typeface="Aptos" pitchFamily="34" charset="0"/>
                <a:ea typeface="Aptos" pitchFamily="34" charset="-122"/>
                <a:cs typeface="Aptos" pitchFamily="34" charset="-120"/>
              </a:rPr>
              <a:t>Internal productivity tools may not require community oversight, although they still require policy and.</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service access, enforcement, prioritization, outreach,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tokenistic engagement.</a:t>
            </a:r>
            <a:endParaRPr lang="en-US" sz="2100" dirty="0"/>
          </a:p>
          <a:p>
            <a:r>
              <a:rPr lang="en-US" sz="2100" dirty="0">
                <a:solidFill>
                  <a:srgbClr val="17364A"/>
                </a:solidFill>
                <a:latin typeface="Aptos" pitchFamily="34" charset="0"/>
                <a:ea typeface="Aptos" pitchFamily="34" charset="-122"/>
                <a:cs typeface="Aptos" pitchFamily="34" charset="-120"/>
              </a:rPr>
              <a:t>Agencies may seek community input after key decisions have already been made.</a:t>
            </a:r>
            <a:endParaRPr lang="en-US" sz="2100" dirty="0"/>
          </a:p>
          <a:p>
            <a:r>
              <a:rPr lang="en-US" sz="2100" dirty="0">
                <a:solidFill>
                  <a:srgbClr val="17364A"/>
                </a:solidFill>
                <a:latin typeface="Aptos" pitchFamily="34" charset="0"/>
                <a:ea typeface="Aptos" pitchFamily="34" charset="-122"/>
                <a:cs typeface="Aptos" pitchFamily="34" charset="-120"/>
              </a:rPr>
              <a:t>A guardrail is to engage before requirements, safeguards, and success measures are finalized.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tokenistic engagement.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outreach or allocation should include review of data representativeness and.</a:t>
            </a:r>
            <a:endParaRPr lang="en-US" sz="2100" dirty="0"/>
          </a:p>
          <a:p>
            <a:r>
              <a:rPr lang="en-US" sz="2100" dirty="0">
                <a:solidFill>
                  <a:srgbClr val="17364A"/>
                </a:solidFill>
                <a:latin typeface="Aptos" pitchFamily="34" charset="0"/>
                <a:ea typeface="Aptos" pitchFamily="34" charset="-122"/>
                <a:cs typeface="Aptos" pitchFamily="34" charset="-120"/>
              </a:rPr>
              <a:t>Agentic tools that trigger actions affecting residents should have clear community-informed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Develop a participatory governance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affected groups, engagement purpose, timing, materials, questions, accessibility supports,.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Develop a participatory governance plan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2026-07-12T20:16:00Z</dcterms:created>
  <dcterms:modified xsi:type="dcterms:W3CDTF">2026-07-12T20:16:00Z</dcterms:modified>
</cp:coreProperties>
</file>