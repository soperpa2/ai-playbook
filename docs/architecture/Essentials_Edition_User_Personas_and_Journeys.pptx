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c2db7a04849cb" /><Relationship Type="http://schemas.openxmlformats.org/officeDocument/2006/relationships/extended-properties" Target="/docProps/app.xml" Id="R23e4e8c75d4745dc" /><Relationship Type="http://schemas.openxmlformats.org/officeDocument/2006/relationships/officeDocument" Target="/ppt/presentation.xml" Id="R41ec4261d00344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a40dfc4184295"/>
  </p:sldMasterIdLst>
  <p:notesMasterIdLst>
    <p:notesMasterId xmlns:r="http://schemas.openxmlformats.org/officeDocument/2006/relationships" r:id="R183bb3cee24b4cf1"/>
  </p:notesMasterIdLst>
  <p:sldIdLst>
    <p:sldId xmlns:r="http://schemas.openxmlformats.org/officeDocument/2006/relationships" id="256" r:id="Rcbeced89990549e4"/>
    <p:sldId xmlns:r="http://schemas.openxmlformats.org/officeDocument/2006/relationships" id="257" r:id="R89cd2bfcc45542f2"/>
    <p:sldId xmlns:r="http://schemas.openxmlformats.org/officeDocument/2006/relationships" id="258" r:id="Ra2a263bd50aa4e8a"/>
    <p:sldId xmlns:r="http://schemas.openxmlformats.org/officeDocument/2006/relationships" id="259" r:id="R9d82f3ae604e4258"/>
    <p:sldId xmlns:r="http://schemas.openxmlformats.org/officeDocument/2006/relationships" id="260" r:id="R810b314bdb53442c"/>
    <p:sldId xmlns:r="http://schemas.openxmlformats.org/officeDocument/2006/relationships" id="261" r:id="R47dc5368b0eb4286"/>
    <p:sldId xmlns:r="http://schemas.openxmlformats.org/officeDocument/2006/relationships" id="262" r:id="Ra19bbb0560584316"/>
    <p:sldId xmlns:r="http://schemas.openxmlformats.org/officeDocument/2006/relationships" id="263" r:id="R9ef4c1c2da3e4e59"/>
    <p:sldId xmlns:r="http://schemas.openxmlformats.org/officeDocument/2006/relationships" id="264" r:id="R94cdcfa6f4264348"/>
    <p:sldId xmlns:r="http://schemas.openxmlformats.org/officeDocument/2006/relationships" id="265" r:id="Re4efa52fc33a430a"/>
    <p:sldId xmlns:r="http://schemas.openxmlformats.org/officeDocument/2006/relationships" id="266" r:id="R44f1e49e12e44997"/>
    <p:sldId xmlns:r="http://schemas.openxmlformats.org/officeDocument/2006/relationships" id="267" r:id="R98fdda3827124a93"/>
    <p:sldId xmlns:r="http://schemas.openxmlformats.org/officeDocument/2006/relationships" id="268" r:id="R515bed3ddcbf445b"/>
    <p:sldId xmlns:r="http://schemas.openxmlformats.org/officeDocument/2006/relationships" id="269" r:id="R3c7a8f26ecc649c3"/>
    <p:sldId xmlns:r="http://schemas.openxmlformats.org/officeDocument/2006/relationships" id="270" r:id="R239e3bbcc9bb4864"/>
    <p:sldId xmlns:r="http://schemas.openxmlformats.org/officeDocument/2006/relationships" id="271" r:id="R4ab0075516c24419"/>
    <p:sldId xmlns:r="http://schemas.openxmlformats.org/officeDocument/2006/relationships" id="272" r:id="R6a1927d7417c40c6"/>
    <p:sldId xmlns:r="http://schemas.openxmlformats.org/officeDocument/2006/relationships" id="273" r:id="R8a413e96375a4712"/>
    <p:sldId xmlns:r="http://schemas.openxmlformats.org/officeDocument/2006/relationships" id="274" r:id="R79827f9b1d71495e"/>
    <p:sldId xmlns:r="http://schemas.openxmlformats.org/officeDocument/2006/relationships" id="275" r:id="R7a689150d83443eb"/>
    <p:sldId xmlns:r="http://schemas.openxmlformats.org/officeDocument/2006/relationships" id="276" r:id="Rc126636f09344b0f"/>
    <p:sldId xmlns:r="http://schemas.openxmlformats.org/officeDocument/2006/relationships" id="277" r:id="R9391d6542aaf4c2f"/>
    <p:sldId xmlns:r="http://schemas.openxmlformats.org/officeDocument/2006/relationships" id="278" r:id="R100b43b9d376445d"/>
    <p:sldId xmlns:r="http://schemas.openxmlformats.org/officeDocument/2006/relationships" id="279" r:id="R5e6d7d56a0bf4406"/>
    <p:sldId xmlns:r="http://schemas.openxmlformats.org/officeDocument/2006/relationships" id="280" r:id="Rad67544b49254420"/>
    <p:sldId xmlns:r="http://schemas.openxmlformats.org/officeDocument/2006/relationships" id="281" r:id="R898e88d98a0843e0"/>
    <p:sldId xmlns:r="http://schemas.openxmlformats.org/officeDocument/2006/relationships" id="282" r:id="Rbc974d7c14d14ae9"/>
    <p:sldId xmlns:r="http://schemas.openxmlformats.org/officeDocument/2006/relationships" id="283" r:id="Rdb6a859d2ad5479b"/>
    <p:sldId xmlns:r="http://schemas.openxmlformats.org/officeDocument/2006/relationships" id="284" r:id="R53f6367c7a164416"/>
    <p:sldId xmlns:r="http://schemas.openxmlformats.org/officeDocument/2006/relationships" id="285" r:id="R8c0eaac183b644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fd9da44d5a462c" /><Relationship Type="http://schemas.openxmlformats.org/officeDocument/2006/relationships/slideMaster" Target="/ppt/slideMasters/slideMaster1.xml" Id="Rdf2a40dfc4184295" /><Relationship Type="http://schemas.openxmlformats.org/officeDocument/2006/relationships/notesMaster" Target="/ppt/notesMasters/notesMaster1.xml" Id="R183bb3cee24b4cf1" /><Relationship Type="http://schemas.openxmlformats.org/officeDocument/2006/relationships/presProps" Target="/ppt/presProps.xml" Id="R1067a7e5ee934814" /><Relationship Type="http://schemas.openxmlformats.org/officeDocument/2006/relationships/tableStyles" Target="/ppt/tableStyles.xml" Id="R156bf7d2fb834907" /><Relationship Type="http://schemas.openxmlformats.org/officeDocument/2006/relationships/slide" Target="/ppt/slides/slide1.xml" Id="Rcbeced89990549e4" /><Relationship Type="http://schemas.openxmlformats.org/officeDocument/2006/relationships/slide" Target="/ppt/slides/slide2.xml" Id="R89cd2bfcc45542f2" /><Relationship Type="http://schemas.openxmlformats.org/officeDocument/2006/relationships/slide" Target="/ppt/slides/slide3.xml" Id="Ra2a263bd50aa4e8a" /><Relationship Type="http://schemas.openxmlformats.org/officeDocument/2006/relationships/slide" Target="/ppt/slides/slide4.xml" Id="R9d82f3ae604e4258" /><Relationship Type="http://schemas.openxmlformats.org/officeDocument/2006/relationships/slide" Target="/ppt/slides/slide5.xml" Id="R810b314bdb53442c" /><Relationship Type="http://schemas.openxmlformats.org/officeDocument/2006/relationships/slide" Target="/ppt/slides/slide6.xml" Id="R47dc5368b0eb4286" /><Relationship Type="http://schemas.openxmlformats.org/officeDocument/2006/relationships/slide" Target="/ppt/slides/slide7.xml" Id="Ra19bbb0560584316" /><Relationship Type="http://schemas.openxmlformats.org/officeDocument/2006/relationships/slide" Target="/ppt/slides/slide8.xml" Id="R9ef4c1c2da3e4e59" /><Relationship Type="http://schemas.openxmlformats.org/officeDocument/2006/relationships/slide" Target="/ppt/slides/slide9.xml" Id="R94cdcfa6f4264348" /><Relationship Type="http://schemas.openxmlformats.org/officeDocument/2006/relationships/slide" Target="/ppt/slides/slide10.xml" Id="Re4efa52fc33a430a" /><Relationship Type="http://schemas.openxmlformats.org/officeDocument/2006/relationships/slide" Target="/ppt/slides/slide11.xml" Id="R44f1e49e12e44997" /><Relationship Type="http://schemas.openxmlformats.org/officeDocument/2006/relationships/slide" Target="/ppt/slides/slide12.xml" Id="R98fdda3827124a93" /><Relationship Type="http://schemas.openxmlformats.org/officeDocument/2006/relationships/slide" Target="/ppt/slides/slide13.xml" Id="R515bed3ddcbf445b" /><Relationship Type="http://schemas.openxmlformats.org/officeDocument/2006/relationships/slide" Target="/ppt/slides/slide14.xml" Id="R3c7a8f26ecc649c3" /><Relationship Type="http://schemas.openxmlformats.org/officeDocument/2006/relationships/slide" Target="/ppt/slides/slide15.xml" Id="R239e3bbcc9bb4864" /><Relationship Type="http://schemas.openxmlformats.org/officeDocument/2006/relationships/slide" Target="/ppt/slides/slide16.xml" Id="R4ab0075516c24419" /><Relationship Type="http://schemas.openxmlformats.org/officeDocument/2006/relationships/slide" Target="/ppt/slides/slide17.xml" Id="R6a1927d7417c40c6" /><Relationship Type="http://schemas.openxmlformats.org/officeDocument/2006/relationships/slide" Target="/ppt/slides/slide18.xml" Id="R8a413e96375a4712" /><Relationship Type="http://schemas.openxmlformats.org/officeDocument/2006/relationships/slide" Target="/ppt/slides/slide19.xml" Id="R79827f9b1d71495e" /><Relationship Type="http://schemas.openxmlformats.org/officeDocument/2006/relationships/slide" Target="/ppt/slides/slide20.xml" Id="R7a689150d83443eb" /><Relationship Type="http://schemas.openxmlformats.org/officeDocument/2006/relationships/slide" Target="/ppt/slides/slide21.xml" Id="Rc126636f09344b0f" /><Relationship Type="http://schemas.openxmlformats.org/officeDocument/2006/relationships/slide" Target="/ppt/slides/slide22.xml" Id="R9391d6542aaf4c2f" /><Relationship Type="http://schemas.openxmlformats.org/officeDocument/2006/relationships/slide" Target="/ppt/slides/slide23.xml" Id="R100b43b9d376445d" /><Relationship Type="http://schemas.openxmlformats.org/officeDocument/2006/relationships/slide" Target="/ppt/slides/slide24.xml" Id="R5e6d7d56a0bf4406" /><Relationship Type="http://schemas.openxmlformats.org/officeDocument/2006/relationships/slide" Target="/ppt/slides/slide25.xml" Id="Rad67544b49254420" /><Relationship Type="http://schemas.openxmlformats.org/officeDocument/2006/relationships/slide" Target="/ppt/slides/slide26.xml" Id="R898e88d98a0843e0" /><Relationship Type="http://schemas.openxmlformats.org/officeDocument/2006/relationships/slide" Target="/ppt/slides/slide27.xml" Id="Rbc974d7c14d14ae9" /><Relationship Type="http://schemas.openxmlformats.org/officeDocument/2006/relationships/slide" Target="/ppt/slides/slide28.xml" Id="Rdb6a859d2ad5479b" /><Relationship Type="http://schemas.openxmlformats.org/officeDocument/2006/relationships/slide" Target="/ppt/slides/slide29.xml" Id="R53f6367c7a164416" /><Relationship Type="http://schemas.openxmlformats.org/officeDocument/2006/relationships/slide" Target="/ppt/slides/slide30.xml" Id="R8c0eaac183b644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a21fa74755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5c0e9cd0a4ee5" /><Relationship Type="http://schemas.openxmlformats.org/officeDocument/2006/relationships/notesMaster" Target="/ppt/notesMasters/notesMaster1.xml" Id="R3db2fcf6173c43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426f0086794fb4" /><Relationship Type="http://schemas.openxmlformats.org/officeDocument/2006/relationships/notesMaster" Target="/ppt/notesMasters/notesMaster1.xml" Id="R2102abd0b50a4d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dd506db4f44bae" /><Relationship Type="http://schemas.openxmlformats.org/officeDocument/2006/relationships/notesMaster" Target="/ppt/notesMasters/notesMaster1.xml" Id="Rcdda58fc626d4f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a0747f39794f94" /><Relationship Type="http://schemas.openxmlformats.org/officeDocument/2006/relationships/notesMaster" Target="/ppt/notesMasters/notesMaster1.xml" Id="Reaf5df2b0bf447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7628006f234eff" /><Relationship Type="http://schemas.openxmlformats.org/officeDocument/2006/relationships/notesMaster" Target="/ppt/notesMasters/notesMaster1.xml" Id="R3a55d1d5bdf5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8b248614bf43e1" /><Relationship Type="http://schemas.openxmlformats.org/officeDocument/2006/relationships/notesMaster" Target="/ppt/notesMasters/notesMaster1.xml" Id="R99b06d87a5ce49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9fc0204b3b49f2" /><Relationship Type="http://schemas.openxmlformats.org/officeDocument/2006/relationships/notesMaster" Target="/ppt/notesMasters/notesMaster1.xml" Id="R71aab38bc08d40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21c8ac78f4527" /><Relationship Type="http://schemas.openxmlformats.org/officeDocument/2006/relationships/notesMaster" Target="/ppt/notesMasters/notesMaster1.xml" Id="R0c127c5dff3a4d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ab7dd93c294017" /><Relationship Type="http://schemas.openxmlformats.org/officeDocument/2006/relationships/notesMaster" Target="/ppt/notesMasters/notesMaster1.xml" Id="R7ac0ddfcd94a44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973bbf28ac43b9" /><Relationship Type="http://schemas.openxmlformats.org/officeDocument/2006/relationships/notesMaster" Target="/ppt/notesMasters/notesMaster1.xml" Id="R737b2b8c80364c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45aa6fa0984b2f" /><Relationship Type="http://schemas.openxmlformats.org/officeDocument/2006/relationships/notesMaster" Target="/ppt/notesMasters/notesMaster1.xml" Id="Rb39b9088ca334a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e4e3c4a5f54b93" /><Relationship Type="http://schemas.openxmlformats.org/officeDocument/2006/relationships/notesMaster" Target="/ppt/notesMasters/notesMaster1.xml" Id="R5fe219ac4ccb4f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f07543df264a05" /><Relationship Type="http://schemas.openxmlformats.org/officeDocument/2006/relationships/notesMaster" Target="/ppt/notesMasters/notesMaster1.xml" Id="Reb3e8e58900449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ad5c4c33d1460b" /><Relationship Type="http://schemas.openxmlformats.org/officeDocument/2006/relationships/notesMaster" Target="/ppt/notesMasters/notesMaster1.xml" Id="Rf7e2433dc33c4d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a5ea8504e14a1e" /><Relationship Type="http://schemas.openxmlformats.org/officeDocument/2006/relationships/notesMaster" Target="/ppt/notesMasters/notesMaster1.xml" Id="R735c98f16c5a40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e790b17b454aba" /><Relationship Type="http://schemas.openxmlformats.org/officeDocument/2006/relationships/notesMaster" Target="/ppt/notesMasters/notesMaster1.xml" Id="R41d1bc27d81c48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52920555474345" /><Relationship Type="http://schemas.openxmlformats.org/officeDocument/2006/relationships/notesMaster" Target="/ppt/notesMasters/notesMaster1.xml" Id="Re0b3cacfeace41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0e94e829234f3e" /><Relationship Type="http://schemas.openxmlformats.org/officeDocument/2006/relationships/notesMaster" Target="/ppt/notesMasters/notesMaster1.xml" Id="R3c43d7e9e07649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502a16cdd14d6e" /><Relationship Type="http://schemas.openxmlformats.org/officeDocument/2006/relationships/notesMaster" Target="/ppt/notesMasters/notesMaster1.xml" Id="Rbc44171e1d4448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410865d92947c2" /><Relationship Type="http://schemas.openxmlformats.org/officeDocument/2006/relationships/notesMaster" Target="/ppt/notesMasters/notesMaster1.xml" Id="Rbaf35c1baa0d43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22f35dfb5174335" /><Relationship Type="http://schemas.openxmlformats.org/officeDocument/2006/relationships/notesMaster" Target="/ppt/notesMasters/notesMaster1.xml" Id="R4bc420a68c9a4d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77e0418c50469b" /><Relationship Type="http://schemas.openxmlformats.org/officeDocument/2006/relationships/notesMaster" Target="/ppt/notesMasters/notesMaster1.xml" Id="R882edf8ed4734ba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1f72c6cb904770" /><Relationship Type="http://schemas.openxmlformats.org/officeDocument/2006/relationships/notesMaster" Target="/ppt/notesMasters/notesMaster1.xml" Id="R6506d79ac63742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21cfc21dc34a77" /><Relationship Type="http://schemas.openxmlformats.org/officeDocument/2006/relationships/notesMaster" Target="/ppt/notesMasters/notesMaster1.xml" Id="R27f1295f5a2743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99bce93c834f4a" /><Relationship Type="http://schemas.openxmlformats.org/officeDocument/2006/relationships/notesMaster" Target="/ppt/notesMasters/notesMaster1.xml" Id="Ra93108fce09141d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df9af82b664149" /><Relationship Type="http://schemas.openxmlformats.org/officeDocument/2006/relationships/notesMaster" Target="/ppt/notesMasters/notesMaster1.xml" Id="R7a6bb504b71c43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73df47b33014e5f" /><Relationship Type="http://schemas.openxmlformats.org/officeDocument/2006/relationships/notesMaster" Target="/ppt/notesMasters/notesMaster1.xml" Id="Rd6b4053ab92641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6e2ee1176b040f9" /><Relationship Type="http://schemas.openxmlformats.org/officeDocument/2006/relationships/notesMaster" Target="/ppt/notesMasters/notesMaster1.xml" Id="R1e5c8ec9d367468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078b5a193e448ea" /><Relationship Type="http://schemas.openxmlformats.org/officeDocument/2006/relationships/notesMaster" Target="/ppt/notesMasters/notesMaster1.xml" Id="Rda7debe3384548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2e51a3414eb47b9" /><Relationship Type="http://schemas.openxmlformats.org/officeDocument/2006/relationships/notesMaster" Target="/ppt/notesMasters/notesMaster1.xml" Id="R077aec21b9ac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CDC Public Health Workforce Taxonomy and public health competency frameworks: https://www.cdc.gov/public-health-gateway/php/our-work/public-health-professionals-competencies.html</a:t>
            </a:r>
          </a:p>
          <a:p xmlns:a="http://schemas.openxmlformats.org/drawingml/2006/main">
            <a:r>
              <a:t>- User-provided persona and journey-map visual references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4429084d4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0698472094f15" /><Relationship Type="http://schemas.openxmlformats.org/officeDocument/2006/relationships/slideLayout" Target="/ppt/slideLayouts/slideLayout1.xml" Id="Rd057938ab0c148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7938ab0c148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2e3f73fe5402b" /><Relationship Type="http://schemas.openxmlformats.org/officeDocument/2006/relationships/notesSlide" Target="/ppt/notesSlides/notesSlide1.xml" Id="R44e210323bf94c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61bbd804f4165" /><Relationship Type="http://schemas.openxmlformats.org/officeDocument/2006/relationships/notesSlide" Target="/ppt/notesSlides/notesSlide2.xml" Id="R6a06a9c2f94d46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b91a6f93f4285" /><Relationship Type="http://schemas.openxmlformats.org/officeDocument/2006/relationships/notesSlide" Target="/ppt/notesSlides/notesSlide3.xml" Id="R8675dbc2610b41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c31c229db42e8" /><Relationship Type="http://schemas.openxmlformats.org/officeDocument/2006/relationships/notesSlide" Target="/ppt/notesSlides/notesSlide4.xml" Id="R1a81cb55047d49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4971c9d9d4d05" /><Relationship Type="http://schemas.openxmlformats.org/officeDocument/2006/relationships/notesSlide" Target="/ppt/notesSlides/notesSlide5.xml" Id="R147e90750ddb4b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bf5b9f5fb4feb" /><Relationship Type="http://schemas.openxmlformats.org/officeDocument/2006/relationships/notesSlide" Target="/ppt/notesSlides/notesSlide6.xml" Id="R6ba4b52c9680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d4c84f0be40c9" /><Relationship Type="http://schemas.openxmlformats.org/officeDocument/2006/relationships/notesSlide" Target="/ppt/notesSlides/notesSlide7.xml" Id="Ra0ec2e56b6f94c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f60f47f2f4bf4" /><Relationship Type="http://schemas.openxmlformats.org/officeDocument/2006/relationships/notesSlide" Target="/ppt/notesSlides/notesSlide8.xml" Id="R0f7bde15de984b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4e19b55a14131" /><Relationship Type="http://schemas.openxmlformats.org/officeDocument/2006/relationships/notesSlide" Target="/ppt/notesSlides/notesSlide9.xml" Id="R5cacdc0684af4f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2d75ebf9a4126" /><Relationship Type="http://schemas.openxmlformats.org/officeDocument/2006/relationships/notesSlide" Target="/ppt/notesSlides/notesSlide10.xml" Id="Rbadc3012e15a40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e7170f7f43b1" /><Relationship Type="http://schemas.openxmlformats.org/officeDocument/2006/relationships/notesSlide" Target="/ppt/notesSlides/notesSlide11.xml" Id="R32d04b09786240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68d394fcb4227" /><Relationship Type="http://schemas.openxmlformats.org/officeDocument/2006/relationships/notesSlide" Target="/ppt/notesSlides/notesSlide12.xml" Id="Rdfb36632a12b46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975d6750e41a0" /><Relationship Type="http://schemas.openxmlformats.org/officeDocument/2006/relationships/notesSlide" Target="/ppt/notesSlides/notesSlide13.xml" Id="Rffab113ed67249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e8945c7374646" /><Relationship Type="http://schemas.openxmlformats.org/officeDocument/2006/relationships/notesSlide" Target="/ppt/notesSlides/notesSlide14.xml" Id="R517e454e344d48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0059ad4ac4ea7" /><Relationship Type="http://schemas.openxmlformats.org/officeDocument/2006/relationships/notesSlide" Target="/ppt/notesSlides/notesSlide15.xml" Id="R3d37fdcb2d8f42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95acac45e4e5f" /><Relationship Type="http://schemas.openxmlformats.org/officeDocument/2006/relationships/notesSlide" Target="/ppt/notesSlides/notesSlide16.xml" Id="R6356bba95a5645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ba3bd15e949e6" /><Relationship Type="http://schemas.openxmlformats.org/officeDocument/2006/relationships/notesSlide" Target="/ppt/notesSlides/notesSlide17.xml" Id="Rc91df2dcfb604c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6d6e9d6224a79" /><Relationship Type="http://schemas.openxmlformats.org/officeDocument/2006/relationships/notesSlide" Target="/ppt/notesSlides/notesSlide18.xml" Id="R8f0ac28be7f846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4b3c77e574918" /><Relationship Type="http://schemas.openxmlformats.org/officeDocument/2006/relationships/notesSlide" Target="/ppt/notesSlides/notesSlide19.xml" Id="R5f88ff99000943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1351f637c4142" /><Relationship Type="http://schemas.openxmlformats.org/officeDocument/2006/relationships/notesSlide" Target="/ppt/notesSlides/notesSlide20.xml" Id="Re9870256cb2b40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29b5f00ab490d" /><Relationship Type="http://schemas.openxmlformats.org/officeDocument/2006/relationships/notesSlide" Target="/ppt/notesSlides/notesSlide21.xml" Id="Ra8b237609e0c4e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7d7164c024801" /><Relationship Type="http://schemas.openxmlformats.org/officeDocument/2006/relationships/notesSlide" Target="/ppt/notesSlides/notesSlide22.xml" Id="Reb0bb4369a9141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24945e04f456a" /><Relationship Type="http://schemas.openxmlformats.org/officeDocument/2006/relationships/notesSlide" Target="/ppt/notesSlides/notesSlide23.xml" Id="R3828561f4dde4c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822d94be149a1" /><Relationship Type="http://schemas.openxmlformats.org/officeDocument/2006/relationships/notesSlide" Target="/ppt/notesSlides/notesSlide24.xml" Id="Ra1f2eec257bf49e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4f0bf4344464f" /><Relationship Type="http://schemas.openxmlformats.org/officeDocument/2006/relationships/notesSlide" Target="/ppt/notesSlides/notesSlide25.xml" Id="Rece53d5cb12449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aa3468e347c4" /><Relationship Type="http://schemas.openxmlformats.org/officeDocument/2006/relationships/notesSlide" Target="/ppt/notesSlides/notesSlide26.xml" Id="Rcda653f1e137424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d985ea2514045" /><Relationship Type="http://schemas.openxmlformats.org/officeDocument/2006/relationships/notesSlide" Target="/ppt/notesSlides/notesSlide27.xml" Id="R9d8481bfcc5644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ef9e68c9448a8" /><Relationship Type="http://schemas.openxmlformats.org/officeDocument/2006/relationships/notesSlide" Target="/ppt/notesSlides/notesSlide28.xml" Id="R2f62021db54047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9f4a8d9b94c47" /><Relationship Type="http://schemas.openxmlformats.org/officeDocument/2006/relationships/notesSlide" Target="/ppt/notesSlides/notesSlide29.xml" Id="Rfa63dbf4c7ae4ee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0a39c4c04514" /><Relationship Type="http://schemas.openxmlformats.org/officeDocument/2006/relationships/notesSlide" Target="/ppt/notesSlides/notesSlide30.xml" Id="R959e4c93e04048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62D65-7743-4774-B464-C4D7D303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02722-2BC6-4155-A23D-68601D99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PLAYBOOK FOR PUBLIC 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C4B52-380A-4B29-AA70-6871E11F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personas and journey maps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16352-C93D-4427-BFDB-9748B94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Essentials Edition product design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A6EB0-2692-41D7-A7E4-384BA3C9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13 role-based personas · 13 end-to-end journeys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E668B-72DF-4A3C-A0E9-B7E7FA43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776A5-0D65-44DA-8CE2-1BD8D862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4D206-0BF4-4D0D-9970-20D0059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PUBLIC HEALTH</a:t>
            </a:r>
          </a:p>
          <a:p xmlns:a="http://schemas.openxmlformats.org/drawingml/2006/main">
            <a:pPr algn="ctr">
              <a:defRPr sz="18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5EE8B-2E33-4585-9934-FF90D876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BB40D-842F-4135-BCF1-17167EAE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7048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1F01F-911F-429F-91BC-1275DC0F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How to use this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BE1DB-6501-436C-9B95-59B5DEFC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Personas clarify who the product serves. Journey maps show where the experience succeeds or breaks.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4FA99-D9C7-4CCF-8CDB-C69BFC1D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1049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584B1-C051-4304-953D-D853312B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09D16-6C6A-426C-8C73-3B89FEB9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Use the goals, frustrations, motivations, and needs to guide content, design, and prioritization.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14C1F-8E69-40DF-AD66-7C373A3D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11049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3160E-5C82-44E3-8C88-EF398068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772FB-0B4C-48BA-B729-B6EC0C90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Follow the role through five stages; validate touchpoints, actions, pain points, emotions, and opportunities.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165EC-F0C4-4753-9FF2-047CF68E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1049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EBC41-D689-4FF0-84AA-CF2CDAD4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2D540-4F8E-417B-8CE4-AF9B7C76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Treat every persona as a hypothesis. Test with agency size, jurisdiction, authority, accessibility, and AI-experience variants.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0D99A-AE0A-4476-A66B-42C33CE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D3FA1-5EE3-4278-AC6F-3DF7CCBE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1112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AF3183-E1D9-4414-A079-3C3A3353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9281D-9664-42BD-9688-B18C3B8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 Officer / Executive Sponsor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484DA-3966-46BE-9C16-0EA41982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1788F-EBDE-4E99-A03C-DCB6370C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BCDF3-9EE9-4581-8B04-66C316A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1368C-A410-44CA-AC29-158637A8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50670-AFF2-48D8-B2DE-280C55E4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3624A-8A03-478F-89F4-F50285C1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C87C9-FA17-4FAC-A23F-7220CBEA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39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“I need a defensible next decision, not another AI demonstration.”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22F20-FF74-4BAE-ADA0-BBAAEE3C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92C72-3F7A-4220-93C1-C5EBF9B8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82910-9EC6-446B-8949-61C553F0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Health Officer / Executive Sponsor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4EBB0-ED4F-4E19-AE90-0F85C05B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26AD7-21F8-4AB9-AF1C-6E5B8B2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Accountable decision-maker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F2D65-4715-4B73-B01C-F36156C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CEA0F-96BF-4087-A083-3A58B033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Strategic  •  Time-limited  •  Risk-aware  •  Mission-led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8A136-CEB9-459E-9D68-6864F065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0C509-DCC9-4547-8BA8-59870762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Set vision and guardrails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C1A41-8659-4B9A-BA3C-69DB1B63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Authorize a realistic pathway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417CF-53F1-4E45-82A2-29BBFE2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Protect trust and resources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7B6E2-F3B6-4486-A9D2-E5E0E2F9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97668-E24C-4090-825F-82914183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Fragmented pilots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82607-031A-47EB-A43D-7461286F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Unclear 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483B9-C28B-46C3-8F4A-6D02A479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Technical detail without a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B9ADD-887F-4522-A3EF-6F9AEE5E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593D7-3E5E-4955-B05E-83A85F3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24BD8-7516-4DEE-990D-12E32E18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Leads a public health department and remains accountable for mission, authority, resources, and public trust. She needs concise evidence and explicit decisions without becoming an AI specialist.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F54C4F-AEF6-4D3B-AB9F-D37AB15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822A1-BAB5-4D90-A2BB-90CEEDD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59EAE-C747-40ED-9C95-C353B6C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A13934-B430-4BF3-807D-E99145F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2288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88DCC4-D9B9-4E87-B215-265D5EA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F95368-296F-4C4D-A906-E0BBE111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F52E48-C6BF-4BD8-BF3A-B3E8DACD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866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25314C-5103-46AA-842F-00E058C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D7B3D4-E14C-4BE6-B3C3-AAEA517F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F033C2-61AD-47B9-A93C-70C8823D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17830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60E58B-798B-4E35-8E7B-4DBD4CED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8AAAF6-73FF-4A81-857B-0DA0B89E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A55FB6-63C9-42D5-A258-9D10982F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0307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B32F2D-74CD-421A-9C4D-4C26164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CA89CD-9F6B-4295-B99C-AC18C85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ED4B95-C91C-487B-832E-06089F2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6840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42EE2B-C9BC-42A9-B2E4-8E8B1CF7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8BF95C-566B-44DA-BB90-4A9A24AC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Executive summaries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1BEF72-701C-4CEE-B84A-847CD9F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Evidence labels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A3C37E-0F56-4FD6-AA3D-E1641179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Clear approvals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90916E-7807-4C6A-93F2-8E9D57D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75A97-7DD2-49F0-B570-70478D90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Briefings  •  Dashboards  •  Peer networks</a:t>
            </a:r>
          </a:p>
        </p:txBody>
      </p:sp>
    </p:spTree>
    <p:extLst>
      <p:ext uri="{BB962C8B-B14F-4D97-AF65-F5344CB8AC3E}">
        <p14:creationId xmlns:p14="http://schemas.microsoft.com/office/powerpoint/2010/main" val="1120517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1E0D84-FDBE-4581-B90C-7CB71465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15F78-85AC-450E-B0FB-BA2352DD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Health Officer / Executive Sponsor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EA0B0-EFA4-48D1-86ED-CE74952F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D1FD6-A083-4117-80A5-119DC0F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Dr. Elena Rivera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0F94A-3A99-4F37-8034-69591FC8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EFCB2-CC8B-4E4E-BDAC-DF927C5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793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Competing AI proposals arrive without shared guardrails.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953F1-1C96-4932-BCE6-6A5FF5FB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7AE5F-DBB3-4DCE-9B42-01E8CFE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227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short, evidence-informed path with named owners and next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6AB03-6FC3-439A-B256-8F56E62B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3A8CE-67E4-472F-95F6-43D03A63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FB154-8E67-4E4F-80E7-56423C81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E02D8-571D-4EC8-A55C-C7AFCD6F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Home + journey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02A30-A64E-4B49-91E9-1A605B4A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2C60B-5799-428D-BCA8-0536B3C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Understand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19085-3637-44E2-B8C7-B950CD25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97340-DE42-42FB-9D0D-3FA12F0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AI hype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09521-9A5D-4C18-A91E-DD83EC2B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A227B-ECA6-420A-BE03-B1539BF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34868-E692-459B-A3F9-07D28D1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E7C26-A7CF-4D8D-9DA2-6BC9A4D6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10-minute start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DB016-5657-4314-AF6C-54C4FFE3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D54D7-CC69-4C9C-B594-87A686C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4A5D9-8F61-4460-B2B8-F18381CB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848C1-74B0-4C55-8FA5-EDDC1B4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Readiness 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37623-F20F-46CC-95F6-967AB62E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DEE47-226C-4AD2-8243-D166396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 gaps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B4D71-3125-4364-97AE-E6DBB00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7ECE6-E76B-4254-9F32-373EC727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Limited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E5DEF-9C44-4387-AA60-7C6EDC2B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D1A75-0A82-41AA-86A9-9008722C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B7E30-EC76-40CE-B332-6C5343E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41F69-AC79-4878-BB90-05539D4B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Ranked pathway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36E79A-3AC2-47E4-8152-49D231B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2C6E6-5554-44DC-BEA6-187EBCB3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AUTHORIZE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567932-4483-4706-BDC7-E9868C76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59DD30-302F-491E-AB56-D1C486C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Plays 1-3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6985FA-0B58-4C00-8890-CFB81F00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119E75-A9BA-46EA-A35C-67D0F09E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FD4D73-AD70-44E2-BB87-94D2DD6F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9615EA-7DA1-4367-BFA5-DF588A20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 unclear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CCCD5D-C646-4879-ACFB-CBC38F3F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13CFA5-3108-4804-A2FD-41C732D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BB24E3-D534-46E0-95B9-2D5C74F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CA2EA7-BC66-43E3-B316-BDC9E7A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Decision brief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5E26BF-22E1-4F35-8D71-F4154A2F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7704CB-27AD-4627-B85C-061CA11F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27B1EB-7B58-47A0-86EF-591BE08B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C9DA89-45B2-4221-BCE7-B6A78B7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My Account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9982B9-D0C0-41DF-9464-EE50B3FF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B5B7A8-A505-4D7C-A84B-1B13699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Check outcomes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FD1B56-7E36-46F6-A458-9ABC404A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15C6B2-83D6-4ECC-85E2-5DC4E2EF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Weak measures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03CA87-9E29-4645-88EB-93A1EC78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C97E43-F07A-4401-A096-C7D903B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56B4B6-4A8C-4E9A-A5D0-3319C024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23BFE4-96FE-467A-9FFA-B8B7C89C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Aggregate status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312914-ED97-40AD-9E9D-A87817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4FCDDA-7B4F-43CF-BB54-24433AE5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0D5472-1B5C-47D3-A647-55E1DE32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8CA879-4CF7-4A8E-95A7-25B0A48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Progress brief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0D7A1B-1214-4DA9-8FD9-ED37A9B8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BF1E04-8F40-43C0-A02A-129B6CFA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Revisit portfolio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586204-E56F-44B4-88D5-AA6AAAFB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D88084-DBCC-485A-BC7D-CE2F7025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Sustainment risk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583DE7-E476-4444-8690-4E527F74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8ACEC3-3166-4BC7-A86C-EF1D1AFE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0722EF-8109-45B8-A390-F7656BA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555C15-3A73-4015-8EBA-EBB4964A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Lifecycle review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6FE276-4915-47E1-BC85-1666CD3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414B0C-672B-4D4E-9950-C3E57F1E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92AA9B-CACC-446B-B7AE-677CFA0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EE5DFC-E641-452C-A35E-60E79C6E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9A97C9-5CC5-477B-863B-7A6B026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CF84FE-51B7-47AD-9736-01592DF9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039032-5BC2-41A5-A0AF-ECB1D8D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6010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AFE430-887D-4459-911C-17975D4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548F8-EE6D-4233-8CE3-B3620973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08C9B-DB6C-44F2-B685-DE7DD582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9D158-775C-4AC3-9A94-96B2284B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9B120-46C4-4F32-B58D-D0341354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84B29-F329-48B9-A49A-099FC029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42897-B361-4E72-9C70-EB442A9A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CC4D7-4FB4-4C8D-91DA-C81A76E4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13C7C-1D3A-4062-A6A7-469AB9C2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“A faster signal is useful only if we understand its errors.”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E07C3-3EA4-488F-9F35-E842A298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FC40A-5A26-4DAE-B20E-0D4EB562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8A89E-E019-4BA1-9EEE-7E4AB359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D1826-9E8E-42A3-9350-93E5530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87A51-D6CF-4A74-A1BA-41FEFE9F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Evidence and surveillance practitioner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8DC88-35FF-4CB0-AE2B-66942304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46C81-8235-4A92-987A-E3D1922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Analytical  •  Skeptical  •  Methodical  •  Mission-led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CE098-955C-453D-B481-8F38F1F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F492F-F724-49EE-B317-2013067B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Protect validity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7375D-8D1C-4C8D-AAD4-08628EBA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Reduce analytical burden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5E91C-623B-41CE-9802-5C713B57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Preserve human judgment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B0B52-7980-4193-8398-3A0ABB16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262B5-29C6-4AF7-AF7A-B5D55C2C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False alerts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332F7-47D2-425A-8971-62AD6D0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Poor data 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78FC0-5F92-4B8E-ABE6-0E64B174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Opaque model performance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32598-1BD4-4B76-8F5F-81544064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5E7BD-8BC9-4615-885A-C731270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EE218-C1C6-4AB9-9DA7-D9882149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Works with sensitive, time-dependent surveillance data. He evaluates whether an AI-supported workflow is scientifically valid, operationally useful, and appropriate for a bounded pilot.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0F9A-D147-4AE6-B12E-08915AC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36BCC-A692-4336-87C0-5AB65447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99A3A1-22C5-47EE-B125-CCF0B76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11F441-82B6-4A10-9781-034B57D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19316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8AE97C-8957-47F9-85EA-3F8607ED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7C07EE-7CE6-4FA9-856B-2BA1A26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F6F184-B437-4853-9DD1-E711162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362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1E49A8-00D9-4E70-BBC9-4958345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0372B6-3178-4EE4-A311-66849046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E8AC5C-1678-44A1-8D85-ABA7B91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1297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585C09-8B77-4A77-9BD6-94D4C12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3E99BC-90DD-4B33-844C-08487FC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F00A73-07F8-43D0-B080-0D00DDC6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84201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4B26EF-B842-45A2-957E-415F83F4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857013-D27F-4AD0-8B53-14DFE06A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4B3ACC-BEA8-470F-A200-E60B820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4363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2119DE-B327-4912-B9A4-9766DF5D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8C5057-DADD-49C1-88EE-31529B11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Validation guidance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8595EA-C9A6-40DD-A058-93989A0F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Subgroup measures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D068C5-AA16-4AF4-BCCF-B158FBD3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Reproducible sources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13426F-8B4A-464C-B0B4-C56692F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B05B89-81DA-4ABD-AB04-A7289B1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Technical guidance  •  Peer review  •  Checklists</a:t>
            </a:r>
          </a:p>
        </p:txBody>
      </p:sp>
    </p:spTree>
    <p:extLst>
      <p:ext uri="{BB962C8B-B14F-4D97-AF65-F5344CB8AC3E}">
        <p14:creationId xmlns:p14="http://schemas.microsoft.com/office/powerpoint/2010/main" val="1953739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D7144D-2C22-479A-912E-A140BE51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5E618-6E75-4A85-836F-5A35E07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96EEA-B883-42FC-93D0-12CEEE04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8DD9F-2734-43C4-9B80-59F3239D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Marcus Chen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4F431-AB03-4929-9A21-C5FA260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8B179-FA72-42A4-99D2-DDA14C9F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117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program proposes AI-assisted surveillance with uncertain error rates.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07436-1274-4B97-B2A9-632D706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88295-5667-4173-9E77-DA0CBAC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Validation, equity, and monitoring guidance tied to the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A7FCD-2A52-434C-80E0-BD34F94A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C96A8-239C-460C-AC03-6F3E9DC9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78D67-F1AB-42BB-8B46-0FEF2625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42368-ED44-4414-A7E8-76E1E5A0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6A11D-4319-4391-AABC-606A46E5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2AE47-22AE-48AA-90D7-A06A2ED9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Frame use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BC1D5-75AD-4923-979A-FE0093E2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1E395-13FD-4225-9AF8-5AA5BABE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Vague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CC80E-5A32-456A-9C57-5419A46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191A2-AD98-4846-86F4-4A4BA262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2D081-4D91-40F3-B11B-7B136562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40D2C-EC51-476C-80B9-66D8C59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Scenario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C141D-2E18-49B9-81BD-408071B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602FC-BF93-4770-BFCB-081B1285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B501A-9ED9-4697-BB79-71777E89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EDB01-4D53-48DF-BF40-F102DDCF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97527-EDD9-450D-8A07-1EF4DCC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A3970-4439-41B4-89F3-0065B1D5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Trace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E44B3F-AF2D-432E-AB4F-2702DA30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5B2B6-1288-4B33-B9DB-8CBD8B60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Stale 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FF8FA-6354-427D-8239-391751E0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711A5-4353-4266-BA3B-65B84879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E7A382-CADD-4EAF-A7C9-14B278D2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E5CA4-EB0B-4D30-9307-B2DDF556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Evidence 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9CBEFF-CFC2-4EEA-B332-99AC7FCD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AC9FF6-5E6C-4AD8-87E5-CD42BA09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5E7123-2E08-459E-982F-B73C2FD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E1625C-0E90-4164-B45B-61CF7744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B13D06-560A-4C30-8BAA-94737EEF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35C3BF-2691-4327-A743-D38C3DE5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thresholds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70AFC7-2A04-4660-BB0D-2573C3B0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72605B-1E8F-46D0-9EB8-CE5013E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baseline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789910-0C5F-418C-B781-D3F1688A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E4F31B-43ED-41BE-B164-9B1DE7D8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9E33FC-C805-4C86-9B9D-E9B91C7E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710E92-4E6D-491E-935D-F9D4182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Custom metrics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5F909C-89B0-445E-8C5B-BE29D5CB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0FCC01-3323-4224-98C2-190AF23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6CFF10-1EA0-4786-A9B1-B35F7775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6779C1-C099-4BB8-A4CD-9EA185CC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Task tracker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CDA350-55C1-4939-A19C-7EEFDB97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891BAC-A19F-4A3B-914B-203D6E99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Document oversight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37409F-ABE5-4DA7-9E98-8861FB01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A81172-0B16-441F-A123-9F35DA0C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Automation pressure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B9F6E3-89D1-4B0D-B3E8-5B98FA10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486A33-A5C0-4AF2-95DF-18FD1FF7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20C83C-6B4F-44B6-8F39-EBBD358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6EBB2B-0F74-45FA-A390-E3C5A6A2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Human gates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20CDFB-9081-4B52-9E61-F7E3A8E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67BA01-5BE3-42BE-8C5D-0466143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6AE591-E7C5-4774-B3AE-C901E876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05A9DC-BEAE-44BF-9A2F-3E1F60FF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Monitoring play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8384E1-20E5-49A7-BFB3-C3E76E61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F0CD02-6C7F-431C-AA56-DBF345A2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 drift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427AE3-D0BF-4145-968E-3F589A47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9FB432-D1D9-4F26-9AF7-AD3C677F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Alert fatigue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320FF6-AB75-4EC7-A18C-819FCFD2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E8551B-D452-4FF7-8C75-0FE7D3BC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4AB4EA-C99C-4641-A56D-C227FEA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1D65AB-20E0-48A3-8418-115865A0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Incident triggers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41DE20-C64E-43DF-8CA6-7A126A8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C6F7F6-8541-4D27-9A4A-5B99300E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806219-B108-4983-9D27-EE5D7A3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359567-EE0C-4DB2-83F7-5289505B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4D7497B-7C61-43F9-8EE7-A5F93DD5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8267A2-8F1B-4250-B403-B9DB072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23EAF18-2886-48AE-8ACC-C3446C4E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7430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B37691-6809-4BE9-8BED-5EC06920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4B009-65F8-43AD-8586-886419E4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072B9-E65B-4494-97E0-05951B11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75F96-18B9-4233-A1C6-2A114625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2FF85-85D9-45E9-AF81-8D2ECA02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83936-6219-4E5E-BC57-BE985055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230B9-06A7-491B-B665-D645E84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7F3AF-95EF-48E9-84FF-D60F580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B3096-7FC1-49C0-B657-09FB89BB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“Every use case must connect to the systems and governance we already have.”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A888D-1D07-4F5C-87F8-15135864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43EB8-12C8-4CC8-A035-BC40E58B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C49AE-FA13-4655-8D11-A32EF940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84574-6F16-4C9F-8389-0F418C43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E542A-EB04-47BF-9AE3-C7F1B8A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Programs-data-governance bridge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FDC7A-FDC1-41BA-B75D-2340C6E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230E9-7021-4FF1-8F93-88B981C2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Systems thinker  •  Collaborative  •  Standards-led  •  Pragmatic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807FF-B68E-4F9E-A43A-075E31A8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240E6-5834-426E-AF54-D0F1527D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Reuse infrastructure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4ADED-2630-4FAE-BABE-AFC2977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Sequence dependencies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8A282-4130-43CA-8139-7BB99781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Avoid isolated solutions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38B57-5125-4321-A632-D60749EB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F1532-F7D3-49AC-893E-D7027CB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Duplicated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21675-EE0A-4813-9B4D-5BA395D0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Vendor lock-in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187FF-B8DA-4501-857F-7F8D3AB0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Missing 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94609-BB1A-4759-A008-5541E15B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04643-1C3F-46E9-9B07-65A57B08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016E1-F4E2-4A62-81D0-2862BD12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Coordinates data modernization, interoperability, architecture, governance, analytics, and program requirements across the agency.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74A66-7C50-45E7-BC14-7F4AE83A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51CAF-E98D-4472-BF8C-370FB255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DE384-45B4-46ED-BA89-2508475F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0B248-1120-4EFD-94B5-F368546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0307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FE18E-026A-4787-B98F-A2E3D4F7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397713-E2D6-4B8F-A769-C0AD8988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5FA085-DF8A-49DB-80A9-154E4B45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9410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2E06A1-F11D-442B-B0B4-CA542344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A46110-DF1C-4734-BEF1-F7B0A569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5B02DA-4761-42ED-811C-02AA2031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25361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CBCEF0-99BE-42DB-B1C4-F93F280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F302B5-A39E-4221-B4E9-1095E33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486A0C-676C-4414-9DCE-C8C7B2A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56019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282A16-C59F-42E9-A093-723BC47A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948C52-8EC8-475F-BBDA-8B9CD92A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A1490D-E87A-4679-8467-32AE6C80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83261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D5D849-8EAF-4564-B2E2-3C799560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D3A9D4-E52F-4FD3-8341-FF319A24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Dependency maps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5D9E19-B05F-4BE8-B47F-D45B1A7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Stable content IDs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21D436-8D8D-4EB4-94C2-98C5AD10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Standards mappings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39CC3A-2AD9-4FFB-B3F0-8436D697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F7D7AF-0FEE-48F0-B282-5C5C6CB0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Architecture reviews  •  Working groups  •  Exports</a:t>
            </a:r>
          </a:p>
        </p:txBody>
      </p:sp>
    </p:spTree>
    <p:extLst>
      <p:ext uri="{BB962C8B-B14F-4D97-AF65-F5344CB8AC3E}">
        <p14:creationId xmlns:p14="http://schemas.microsoft.com/office/powerpoint/2010/main" val="268742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C3CE68-550D-432E-AF12-26AB7FC4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9EEC3-DF9D-4841-91AA-F3310999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39EA6-0856-45A8-B68F-D3045DA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B93-D60D-4033-AF55-4B2031F7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Priya Nair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A0C11-509F-418D-AAA9-DBEA3DA4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D3756-CB7A-44D2-958C-E9350286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47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Programs are evaluating AI independently and duplicating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5D8DC-83ED-4140-A417-45092B1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8E25B-FB13-4C56-B011-7574E499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common pathway linking use cases to data, governance, workforce, and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1ABFE-1DCE-4061-9148-B214159B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D302E-826C-48EB-A928-6529E9E8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3EE44-A72D-4009-950D-21BBEB8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F10EC-5F15-4FCD-BD34-306C3B72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4BF4F-BD65-4F3F-A6DC-C62EADC2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327B0-6F50-4976-8DCF-6BB4382F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Find overlaps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DBDF0-6FA3-44DF-A035-3A5C2598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66E17-6D31-4759-879C-ED13D413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Silos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FD3AB-A382-4FBE-9917-ABB2F8E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612CC-AB84-4A70-88AC-29791AD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80860-9E23-4A30-9E24-5D204611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49BD9-472F-411F-8BCF-58133FB9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Portfolio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CFBB9-4B2A-46B9-85DC-77CE4C32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B54E2-F3E3-4779-9CF6-09376C5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72886-C1E6-4B63-AC65-D79B14D6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C66AC-9CCA-4365-98D4-AEAA709A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13 plays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C5AB6-C252-4E9A-AE6D-C97214B6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1D162-1161-44D9-9474-41424359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Identify gaps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54DF8-91E1-40AA-815E-A075F6A7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2AC0C1-80F8-4F6A-A528-A31289F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Unknown readiness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DA890-A736-4ABF-8EE3-4AA528C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7E642-B9A4-41C9-8992-A4B5D9E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252473-BB10-4161-B571-F0B50034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CAC20-C5BE-4DD8-81A4-51174AB6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Ordered results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39C2F-C689-4155-BA90-4D20483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D8E42-E30F-4318-8761-E3DF2685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9D736D-2380-42B4-AF00-A82C8BEF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F3BCCC-92A6-4EC3-A711-652441F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Toolkit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08A130-F27B-4384-8B7F-AE40DD72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EF1B6C-2A56-4388-8E73-DCBD065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Map dependencies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066AD7-E39E-4FA4-B0B3-A9190294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94B9C5-F575-478F-B9E4-31E9272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Broken handoffs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9998D-07B7-4B5B-BBD6-257F51D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0A3206-B450-430A-8AC2-6ADBAD7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6A2E1D-D38B-4D0C-B1B6-1ACC7C83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C44261-6230-4166-9DD8-538C4A7A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Relationship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361F71-6971-47CF-8EEF-8A36F10E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3ED6D8-4FC9-436B-B694-B66BF23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792011-F6F5-4382-AFBB-CA9095E8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4EF020-5C9B-49DD-85F5-15AF5317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E8389D-7241-4047-A86E-91223164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C87AA2-E1DE-44C4-9FCA-36C2B6A7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order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FE2F5E-0DC6-4776-B29A-C3E668BE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E12077-F7FA-41A9-BB77-E66ED86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Competing priorities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5609A2-05DA-4985-A574-FC59B54C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630BC8-C785-4766-A8FB-D1F588DC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4C3701-125C-4F80-9351-41D9194F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D4FF92-8205-4B81-913A-1221ED3D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Shared tasks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7F1B89-9B94-479B-A986-4E1A0ED2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4CF149-7307-4C09-9D8E-724A2D8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EC5AC4-8459-410A-ADBD-A3E2F09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F9AA24-5F8E-4165-BA16-65B60DD6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Saved work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98AD07-4839-4946-9A71-AF920323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F00E2E-7656-48B8-8293-904DDE09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Publish pattern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25C64D-2368-4D86-A345-D66D965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68E921-8DE7-4E15-9F2F-76B6C495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reuse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201AB0-543F-4C49-BFFF-AC82D0A2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DCBB68-CF0D-4CD9-8850-9AB82B9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CF188E-1EFD-4447-B510-76F2E89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E905A9-B568-49DE-8266-BDAFD2F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Reference pattern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0FE3BD-2026-47EF-A86C-0EBA63F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382A2D-4064-43A2-B751-5BA0067B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636CFA-02DF-4429-A8C3-A8AE9158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C1A3A3-D9F6-412D-9274-AD38003B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F7CB99-282A-4824-A165-1B40F96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FA9297-745B-4276-8B12-843910D5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C99587-4494-42C4-83BC-6672B039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9639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FAE64D-5443-4F86-815D-F15D066A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1CA15-2C19-44CF-B4D9-6DF8A930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D1CDC-3F26-4B1F-A2BD-CCE43AC6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19430-C186-4C94-81BE-067DBCC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4DF4C-B246-4052-B3CD-C7AC441E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0913E-1B56-41BB-A467-B94F03DB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3C60E-922F-4811-8E75-B2AD1710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6514F-EAB5-41D6-BFF8-DF6438CA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CBDC4-3EC3-481B-ABF2-CA7146F5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281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“Help me turn a service problem into something leadership can review.”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E9EAC-3538-422F-9F44-59CA9A1D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721B0-23D8-4D9B-AEA2-6553F38C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B0E5C-A425-4E28-98D3-A26BBFF0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939A0-909A-494F-9775-ACC336A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5888E-C291-4325-8DE0-9F416AF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Outcome and workflow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DE74C-7179-4BA1-B255-E4DD03F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97A47-7EED-4DF3-A51D-451E1AC7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Outcome-focused  •  Practical  •  Collaborative  •  Resource-aware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2C769-D63B-4FFA-8EEB-A276DC01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84E0A-E612-45D9-B67A-4D4250A2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Clarify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D1653-F7FB-4A67-9E26-CD2624C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Plan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C7704-BAB6-427D-A2CF-57AE01F3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Measure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DF47D-946B-475C-AC37-BD843401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71CB8-443B-42DD-80C7-04FE630E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Abstract AI language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1F589-39ED-4595-984A-9EBA65CB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Hidden staff burden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04B92-AC8F-4360-830A-6A74C3CA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Pilots that do not scale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3FA0D-3298-48C4-8015-A6818C4E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EC39C-2CE7-4283-9D4A-8354F2B5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E6406-AFE8-4337-A488-261C30F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Owns services, grants, staff workflows, performance, and partner commitments. AI is one possible response to an operational need, not the starting assumption.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75A7E-C820-48CB-B764-3B4AD01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B9984E-230C-4AE8-B9EE-642E7EE6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8A806-DD9F-42EB-AA04-A2745EE1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8BCA34-282E-44A9-8117-7FE21CF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1297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C33B2-EFCE-42F6-8D21-0522136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BCDA5-696B-45D7-BD66-C6823E12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568A2-0D95-452F-9ED5-FD33C6FC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0896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0DD02-DD2F-4596-A5BC-A7ACBD5A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6220B6-5C57-4500-95EC-736C3E8B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417924-9D92-4679-AA57-2817EE5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190690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919F0-A5DB-471C-AB06-141A5172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37A625-D03F-4319-BD4A-2C0300A7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E7F0A0-6041-4AED-B6FC-7266EA14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21348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33971C-11F5-4757-8198-549F0AD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0D4A9-A0AE-4E8C-AEDE-31413529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9FD399-34FB-45F5-B146-DC602454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00596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62AA56-3BBC-437A-8ACD-004EFAD8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B84459-87A1-434F-85C9-1FECC61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Guided fields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CB7AD3-A73A-4CC8-8EA2-1240C1D4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Public health examples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293928-6A05-4B5F-9D7E-45A7D68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Clear handoffs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737253-D9E2-4ADD-91B8-E25CE78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AB54A4-7D2D-4F77-ABC8-0115D3C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Templates  •  Team meetings  •  Email</a:t>
            </a:r>
          </a:p>
        </p:txBody>
      </p:sp>
    </p:spTree>
    <p:extLst>
      <p:ext uri="{BB962C8B-B14F-4D97-AF65-F5344CB8AC3E}">
        <p14:creationId xmlns:p14="http://schemas.microsoft.com/office/powerpoint/2010/main" val="600957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3C2126-D3F2-403C-99FD-D7458252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1EE71-B680-4C73-B825-1D4731D8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3094D-2FC8-48D1-8877-24A49F4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03630-AEF7-4A8F-9C83-478FA33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Jordan Brooks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4FC84-4E2A-47C7-B52E-6F4AEDB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18C9B-500A-465D-B0A3-5DE4621D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service bottleneck prompts pressure to adopt AI quickly.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18A21-433F-4E9E-B90B-991D9700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1050C-4BCD-40D1-8E64-CC7120DE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109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guided, review-ready use case with owners, measures, risks, and 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9B6A5-33C1-42E2-B064-6EC1D69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30A2A-F7D1-4809-A8C7-A2348D87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A8139-4C43-45FF-A5BF-98B607D8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C593C-07B9-44F5-92A4-E07418E3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3B0D5-6DD5-4FAA-9A9B-75DC2BA5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B7EB0-2328-4B78-9F43-7A92B851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Describe need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B9EE1-F507-45A6-880C-13E40A83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8C0CF-862B-4DAA-A6B1-C9442075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Solution-first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C179E-86AC-41BE-A922-7CC5B57D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8AA56-9E37-4581-9A0B-D1B9226E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4F7DD-B110-4794-BF63-BA7FD6F0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0EE74-AD6E-4A78-B532-772D932A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When-not-to-use cues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C6D9F-8CB8-4E61-8087-FFC9C426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E593B-FEDB-4BA4-98AB-B5B0DA6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77AA4-765A-4D6D-86E4-C842481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61AC0-2FAC-411D-A830-83277363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95AAF-6E7D-4A8C-A287-2A1C78F3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C650B-F0A7-4B2B-BB12-04A594A5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Consider fit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1B2E5-A81F-4501-AD51-C1602678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AA05A-E615-4161-B44E-5EFE447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Jargon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6B384-E8C1-4737-ACA3-6F90425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C098C4-C54A-4EBD-8986-6C22817D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7BA6B-69A9-46C7-A386-438D594A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35A9E7-B6F4-498E-A1A1-A8C1104F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Plain language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7F665A-B83A-4237-8132-46D358D8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B363DC-C8A6-4282-A111-4DFC37F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3759F6-FDAF-45E0-989C-2736FFAE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B2E482-41D3-47E6-BF82-458DBCDB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19A1B8-33A8-41FA-9998-6D6FA67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00B313-9E39-479B-B857-190DE894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Complete fields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11E78A-DE86-48B7-8BC9-8625913D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C5156D-CCCF-4DB5-87EC-E2CFB6F1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Missing voices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00091-05FF-4F75-8947-5FED04C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E22C47-40D2-468C-864B-0A0C1D9D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EF8BF5-02B2-484B-89E1-4FFC2B16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C5E903-F967-4A7A-A00D-0B7868F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Dynamic fields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F5FEA2-351E-4A78-98CA-2DC833F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D07910-3BF8-4A56-8D23-18579FC7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B155CE-FB69-402A-B8C1-1B238E79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3FB8E8-2321-420B-B40D-552BA68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RASCI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FDEEDD-1116-4590-BCA8-CB99193E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E6B1BB-26D4-4954-9AB6-47F02CF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Route review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A9B314-CD77-46FC-9052-2D0B7C46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00CFBC-3D1F-41C8-870B-EF2ED93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 delays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37559D-B07E-46CD-81CE-8AB458F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DC1118-3CC8-4E5F-9182-8C7F885F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AFA865-84D6-4A87-AB0D-F8FB03B4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898DF1-A800-4203-9BD0-4E5CE42F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Compact RASCI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28C5FF-EEC3-4037-B5AF-D667AFD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E95A57-BB03-4853-BF39-9D3E6CB5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7DC18E-731A-4B97-8334-E438BD43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518CBA-D029-449F-8F3D-61D7F911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256350-DC34-4D4F-B454-3B3BA3C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4240DD-17DA-43CF-92E2-25038626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Assign actions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BE8121-6A94-42B8-816E-D5DF8FD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3E8D02-1D71-46EB-B169-CC32FE8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Scope creep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4B9D53-DBCD-4ED1-8A47-4448249C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72DA80-BC74-4A28-A320-BBF33F9F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F40A7B-70FA-41D0-8D37-01994BF6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A87DA0-1A99-47EF-A4A4-6C46EE3A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Add-task rows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39AE08-3E7D-499C-BF1D-261B14F7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C398AC-6BC7-45E5-B665-3D418259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2C60DC-FDA6-4D43-A0EE-374FB85C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1CBEE9-89C6-47D1-992A-A075C046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D18973-BC12-4ED2-9734-4B5E63A2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AE0508-7255-4919-AA91-83963B2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6D36523-ACBC-4D52-BD34-F222E62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6653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89EA28-B5A4-46B2-B24A-F56FB56D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7CCEA-1EAC-4DD3-8778-612DF8B5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7C236-F6D1-418B-BF32-2A43CBE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CC0DB-CF24-4609-89FC-783CF53B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F3041-86C5-4901-865D-AB8709F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33B4F-4352-4F4D-AEEA-AE775D3E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8D31F-8627-4A6C-9704-5927F0C0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5C127-760E-472B-849D-D13F381E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25DC8-0025-4AB9-B7D4-6C718847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986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“Approved does not mean deployable until controls and rollback are clear.”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DDC01-5255-4BE9-BEE9-69527BAE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F5D7F-69E3-4AB1-A02F-BD61C0E9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F3CD2-2731-4480-9A4F-9F07562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E43CD-AA24-4301-908F-DF52A882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4F8FB-06ED-4205-AF1C-93761C7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Secure implementer and operator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2BECD-C181-460C-BA9D-47CC53B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6583D-1A23-44D5-802C-DC36C4A1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Security-minded  •  Detailed  •  Operational  •  Direct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303F6-A953-4733-A0E9-7212AA48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AB675-CAC3-46F9-8365-056D029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Bound data 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B5D39-C904-4721-90A7-BD616459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Verify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99FE5-F7F3-44DF-A6F6-A011B3D4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Operate sustainably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9AAA1-01BE-4111-B2FA-6F377286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12664-3AD5-4EF8-ABF2-CF91A41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Shadow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5F987-3C24-43B4-B71E-8081052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Weak requirements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158CC-6E14-4C30-82AA-C311C90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No exit criteria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BD775-6D64-4C4D-BE99-A5C4F28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82486-4849-422A-824C-9DC7C03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02012-21D8-4B37-BB1E-ECD7355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Evaluates architecture, integration, identity, security, vendors, deployment, monitoring, support, and incident response.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4F4B8-3EDD-4E3F-B8AF-591B367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69D18-E27B-49DF-A4CE-F2175524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4E745-F83C-4975-8DC4-14B941A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FFADC-003C-4267-942B-E74D268B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18573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8DEE2F-6525-4D35-BE84-90892109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5610A6-725A-40FB-AB2E-B06ED1E0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FA707B-9066-46B0-AEDD-01F7205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51066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9C417-F001-4C0E-B247-E6CCB421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A78F1-0BB8-4E62-AA88-E4F46CB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2C6587-2195-46B8-9176-1DDAFEF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0802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EAD751-3DB7-413A-AB02-8DAF4D6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61C8D1-3249-4456-A11D-B3F08319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7426CB-A460-4446-AD32-E314705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1391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4A172C-37D9-418B-90BF-BFC7742B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43CF2D-9022-41F4-9CB3-BF8A5B83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A042F-B093-47BB-9840-726A58BD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41160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4D8AC4-B74A-4A04-80DB-2F9F3EEC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C76EC-9EE1-446F-B0AD-C06BF8CB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Control mappings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F56FE1-E67D-4330-9F45-197077F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Data-flow expectations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BD2685-2308-4507-8CBA-8E9014C8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Rollback criteria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1E18ED-5FAD-455F-857C-225B705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1EE576-9EA1-40AE-8748-23F008B4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Technical reviews  •  Tickets  •  Runbooks</a:t>
            </a:r>
          </a:p>
        </p:txBody>
      </p:sp>
    </p:spTree>
    <p:extLst>
      <p:ext uri="{BB962C8B-B14F-4D97-AF65-F5344CB8AC3E}">
        <p14:creationId xmlns:p14="http://schemas.microsoft.com/office/powerpoint/2010/main" val="1558073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733727C-1562-497F-8BAE-17934033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6657E-A0C4-4EB2-91FA-24B7E1AD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199E0-5C5B-44AE-930C-F745B787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CBE05-1828-4FF0-81D2-E51493E0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Sam Okafor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F84B0-6940-4096-B7A8-58EBD3D8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A0E4E-094C-43E8-B70A-1EE45A6E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604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An approved use case lacks technical controls and operational ownership.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7D2EF-AD8D-4624-A8EF-A3A3A84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64D38-8335-4714-9713-D601DE7F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Minimum conditions for a safe pilot and supportable service.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1D6C2-6998-4B29-8205-0E4A103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4B405-4C9E-4740-A191-33507A2D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14BB6-4279-4ACD-AFAC-639691FF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AAADE-CFCB-4774-A462-FC2AC78B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86345-BF1C-4D46-84A4-D68B810F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57A70-68CD-468B-94D8-63E38784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3C7EB-3542-44C7-9C12-3B4DA86C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A3324-467D-434A-ACB9-6AEAD7C8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Unclear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9530A-25B9-4EF8-A7A5-85ACD6B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22065-1089-4E13-9D77-813A23EB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0283E-F716-4006-B2AB-244EF7A9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F3167-2A8C-468C-8320-4FDB9791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Data boundary prompts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C2108-5607-419B-B84C-09AF5F77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FFBB7-D4E5-4605-BFAE-2AEE177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D073D-0A2F-4FA0-BF37-1307EBA5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CBCEB-6276-4592-A67A-7DB354BF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Privacy 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D390B-B6F7-4444-A5E4-5CB4B23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274CB-D00B-4F5F-B370-B22DB20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Classify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D81E9-33B9-43C1-89B0-EED9644B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1DE7C-CFAC-4FC8-9D1B-5A3A50A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Sensitive data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EDF4F0-4F00-42D5-8F13-1FA8B8AD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7A786-766D-4B6C-B724-4367FE52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6306CE-140E-4BF4-8206-12DA1C55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E8AEB-63E5-4088-9291-11359475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HIPAA applicability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021C0F-2099-4E72-A2DB-1263D847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DA730D-8A50-4EB2-8060-25E10ED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65B20-BAA5-4318-A98A-CCF4A76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C2497C-3CB7-46FA-A0F8-E1E74D8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Vendor tool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29EC33-5620-42A8-8F8A-9EB1649D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D326C3-645F-48E8-B005-FD99016A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Map controls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AF3223-5B2A-464D-BC3F-BBE32004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839F15-242E-4F7D-B275-35511EF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Vendor opacity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13F2E0-E3B7-4242-BB4E-7BE170FC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F53918-93FF-48EC-A2F8-91B86360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5037DE-35A9-4A48-8D3D-1F42CE96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40974E-3515-4BBF-A24F-EE905663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Evidence requests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B672B6-9A32-498A-B3CB-A697BC1E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279DA2-534F-47D8-9278-99FE5930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92DE3A-9456-4A8C-8594-312E928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70930C-9909-420D-B8FD-96D0512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Validation tool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F14117-F71E-4011-9A21-FCCB609B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259D24-99DC-4BCD-9159-BB26A19B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Test failures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345569-A935-45AD-B501-01749F9E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99A464-E94A-45B0-A4A9-07C9973C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rollback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5462C8-1BAD-42AE-AAB6-34C22818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631372-DFE9-4063-A5E6-E6824C6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295F00-ED8C-43EE-949F-56F93644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795E7C-2879-4E62-8AFE-A94771F2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Exit criteria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6FA14D-4605-4868-AC00-F186A475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851474-40FD-48F7-8F44-AAFCAF50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FB5282-FA4D-490C-9ED8-D558F138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203050-89EB-4215-A92F-9660D9E5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Incident log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F6D46C-ACED-46E8-ABB8-C40B8EF2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D261FA-1DD5-45E3-9A82-B294A63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Monitor service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AB0ABF-5DFC-45D6-8DBD-C3D9BFB3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5A2077-DAD4-42EB-9460-5B181B7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Support burden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2752E7-5B12-4AD1-BF4B-2987AEA9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6F2775-E3C9-487E-ADF7-948D0BB0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567D59-5D6F-4C04-9966-DDEB573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D804A0-BAE4-4CA9-A12D-21DD9172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Task integration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3DF341-D9BF-4821-8D02-7A79C679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862E2A-BA3C-4106-A9E1-992951C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4899B2-81B8-4F17-9BC1-AA5B2BC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CBE474-4538-46ED-B03C-DA4AA97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47F381A-3CB3-45C5-BDF8-BE46007D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D62D75-FF61-49A0-845F-13558BDE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D8BE9E-9A2E-4AA1-A85A-24B20C4D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52782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F753F2-87D9-45DE-BFEA-6AC30007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65153-D920-49E5-80B2-44F214E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Communications Professional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1A215-5BFA-4387-A6AC-98425C23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A77DD-0618-4097-9C40-C01E79D0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D4519-CB38-48D1-BA47-4FB68AC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35D08-E296-4AD0-BE2D-E6B153F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5E155-11C6-40A2-87CD-13CB2D2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E8871-51DA-4F20-A7E1-C9CD6860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2A2B8-104C-47CF-BDA3-19B3F27F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“Speed matters, but trust is the deliverable.”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CF940-919D-437F-8FCA-706AD455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C201D-069F-49CF-8C4A-87F048DD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1231C-F761-4827-AED0-5E22D21E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Communications Professional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E2A01-D2EF-4528-8BDD-4874EBEF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15AC7-E7D3-4A79-93EA-FECBB5EE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910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Trusted public translator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591AC-F93B-498A-BD9C-45999504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699A4-7FEC-492B-A17B-BB92B0B7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Audience-aware  •  Creative  •  Cautious  •  Deadline-driven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E3941-ACFF-4BAE-A7C5-59C3668F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42612-5EAC-4374-9F26-DAEB786F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Draft efficiently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504F2-4E25-477F-8B42-7618D10D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Protect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F09A1-2743-44B5-8474-0DCE5D7C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Meet access needs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47038-A062-4BA6-B007-55D252AA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BFBE0-AF40-4F67-8E91-7CF8A466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Hallucinations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63FF2-DCF2-4390-801E-EBE57FEF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Weak disclosure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10302-0568-4866-ABF3-6D87887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Inconsistent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10899-D3BA-432E-8140-51DEC576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5BF5B-D210-4136-9ED6-EBC7D8D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CB8DA-A092-44CE-B60D-3874E46C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Creates staff, partner, media, emergency, and public information under accuracy, accessibility, language-access, and trust constraints.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FD2D0A-49D0-4E23-B0C2-CD98A120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FE8FF-2812-4590-A845-0196ADD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94BDD-49B1-4725-880C-4756B11D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65489D-E6DA-4D86-81F5-A5F82B15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00596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BD12A3-F5C6-4CD0-A664-C1B38E38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1034AE-EE3F-4C83-843F-8329D1BB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F04B6-B5A4-4711-A003-69FE3F4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4363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897D3F-362B-481B-8816-134C1FB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80D11-2251-4B51-BFBE-396B1A40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A52B9-FD32-423C-A1B5-3FF2B58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1981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5A3743-48C5-4B93-9FAB-4D5D7FD8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266EA7-AA91-4FC9-9851-7DD557A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DE4D72-AB6F-4DC2-BD90-57581D6E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0401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056272-C1D9-4432-BF89-A3D99CF8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D1219D-E965-49CF-A8ED-85110198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652D43-5916-4364-A090-80258BD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25361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0B3E6B-CDBB-488D-8C6E-BBE280A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202E33-C155-47F6-9BE5-6832CD21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Approved examples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A0A702-5F63-4DF2-A043-F981878F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Review checklist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EFB047-291B-4A45-8E2D-CF07009D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Disclosure guidance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1736A0-0F86-423F-B3F6-502AE48B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6AD952-85FB-4F72-A31D-645BEC86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Templates  •  Editorial review  •  Training modules</a:t>
            </a:r>
          </a:p>
        </p:txBody>
      </p:sp>
    </p:spTree>
    <p:extLst>
      <p:ext uri="{BB962C8B-B14F-4D97-AF65-F5344CB8AC3E}">
        <p14:creationId xmlns:p14="http://schemas.microsoft.com/office/powerpoint/2010/main" val="12606634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7F9C828-6E7E-4376-BEBD-B804B74D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076C-BFB6-4C83-AE86-A4FAC1A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Communications Professional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B0CA3-47D0-4804-91F4-2283F97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F0F97-DB5F-40E9-A327-D280C976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Alicia Gomez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8769C-6BC2-4977-A67B-87E0ECC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CB8C0-7F29-4F27-8298-73FC80E4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123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Staff want generative AI help during a fast-moving health advisory.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EF7BC-A2E1-4C6D-A56E-15A62048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B27A-0434-4751-9164-A44A5002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361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bounded drafting and review path with source and release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9F332-A62C-4CD1-AB03-F13D94CD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C8938-B628-4F81-A177-4A43933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33E78-5404-488E-B8AA-03644A6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1D479-ECA2-4601-915E-68A129B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Learning module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E1135-AABE-4700-9B85-13647A70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F0499-F438-4565-BC3E-5C33A0B1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boundaries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BA6F7-E69E-4C26-B668-37387EA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5A6DE-F85E-4B17-B779-644F99D1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Time pressure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3DD2B-30A2-4A6B-A9B1-A10BF80C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5FFE3-A0C4-40BC-85A4-281B3FA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FC5ED-F221-49E5-9533-D4F28952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08982-7ED1-49CF-9DE9-7B41D4ED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Safe prompts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9D938-A5C3-4EBA-9D06-030ECC83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4F17E-028C-426B-8A42-5B030CFE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C0A02-1D2A-4C16-BF54-D99DBFA0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CE85C-93E5-483B-B49E-70A375CF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 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46328-C4E8-4521-8E6C-BA913BBE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C638B2-F9DD-481A-B60D-6FF4E2A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Create draft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51C81-4393-4D0D-8EF2-01218108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3E528-602C-4B54-9D4C-6631FFD8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Sensitive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2C9BE-B340-4EC4-BAAD-4DDABFE5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B1EB9A-3DEB-4CF2-8C4B-8990455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CF432-7253-4E12-928D-B5F67789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F43C2-7AEA-4D87-AB5E-B7FE6D7C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Data warnings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3C6C17-C07F-4AE6-BD5D-2CFB69B4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046597-499D-454F-A6CF-1BE25C8C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D7B246-88A4-4179-9EE5-B8DDFC90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2FAC98-B768-4647-8B9A-5B4EE5FB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Prompt guidance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8D1E5B-7887-4B87-B0E0-AD804986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1AA98C-D99D-42B4-835E-365A031B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Check sources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A4D9AA-8312-4EC9-A5B0-9B00461E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2B10A-76E5-42AE-AA51-4A6B05CB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Fabricated claims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5CB683-0666-426C-86CC-0A1AADE6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1BC800-F06F-4592-AFBD-C0C0A047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B887AC-7386-4D52-9D9B-89955CBB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EE65E0-4B4B-4C30-AA93-FD70CED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Source checklist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9FB6E6-D204-47B9-AF3F-3A9035CD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319AB5-F527-41CF-ADE4-7B98E2B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7F3CB2-1A4A-4DDA-84B2-A78C1F2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4DBD42-6B4C-4B3E-90C0-3920C829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RASCI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33262E-D40A-4580-A788-274B1D95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38D1D3-AD12-460E-ACB3-D24F14C5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Route review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562F1F-D358-4892-946A-2BD4ACD3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79F8FD-251F-46A5-8F99-A38B9B1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Reviewer ambiguity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75FBDC-3369-4F2B-A898-3B77501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A70A0E-CD72-4B43-8A78-7471090D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820097-6801-4F5E-AC87-7B32C212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D7A84D-56B1-42A2-AF03-14CEDD00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Named approver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43C7C9-7B47-4F35-9B78-4481AA26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BDD26B-EFB0-4D9A-A9EC-AC3F4F2F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4DC985-CB93-474E-9E75-A69AB93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3C8259-46D7-4DD3-8CC1-9EBC01BA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Decision record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9E5FD2-C657-42B3-AFC0-AE8EC1F0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8D94B5-EE19-4DF3-B16E-71ABA107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Release accessibly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E9CB2B-96AB-4E21-AAA9-A7C32BE2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9B30AF-DE50-4FE1-805B-437514E2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Language gaps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08ACDF-7E0F-41AB-9C6B-0578C428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14E6AB-EB00-4D87-9EAA-A68607C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F09301-9330-4F4D-8F4F-7989BDD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585722-CEF0-4EC1-B6CC-28F65739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Accessibility checks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ED7AB0-0215-4CCA-9B84-3B4B7055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1402AA-EA82-475B-B7B1-41A4130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19BF384-5A75-427C-9E0C-C33F5A3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9B82F2-1F69-487B-8D88-F1B2855E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7247C0-C013-44B5-8D26-7122FF21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AE0542-F2AF-4726-9F34-BF4236E2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81FF12-FCEE-4EFD-8C49-15273ADB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65204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6534A4-6EF0-49AD-B680-E8005075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DD664-304B-4082-BD15-5E2DDCAB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FCE15-5B8F-4423-B96B-C65FC7E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54AEC-9601-40E0-825E-EBDFD48C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BC98A-7B78-42ED-8C20-A9701BC3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6B0B3-27E2-4ADA-8030-5B301FE8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2636B-3AEF-486B-AC0F-1BA8B214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DNW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B84B5-3E46-47E1-82D2-1484E6EA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C7F68-5F92-43A1-B4B1-7414510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496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“If the evidence trail cannot be reproduced, the claim is not ready.”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2DFD4-16D1-4C72-A254-B95154A2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67F7E-D363-4E0D-AFE8-CC0C156A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58F7B-0562-4CC9-B606-EF0B73A8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D4754-C75A-4D6D-9544-654DA39E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49FF9-556A-4662-8BFB-A4EFB494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Evidence builder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CAA5D-1947-42B6-80EF-CE0E0922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89A76-6DD0-42A4-906B-403D454D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Curious  •  Rigorous  •  Independent  •  Equity-aware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ABC93-6352-46D7-BEFF-840713DC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EA176-F1CC-4CF7-A1D1-16D25175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Trace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84553-4B1D-4283-9268-E18A7E02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Define measures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F539C-B2D3-4569-9EFB-823D584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Test benefits and harms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CAA75-34A3-4E3B-BB94-84461ECA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89FD7-4FBD-4B0E-B469-4FCEC135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Vendor claims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E452C-7A0F-4D37-8AB8-37CD1CBC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Missing methods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C7697-DD59-49C7-A3A9-21B8DE0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Stale citations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02348-97E3-4E9C-9C92-0FBEBFF1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961B3-94FE-486C-805D-1BDE69F7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3C95D-EA60-4D55-ABAE-A922D8B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Designs studies, evaluates pilots, synthesizes literature, and distinguishes evidence from promotional claims.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7896F-EC87-43BC-B67E-1E2FC636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0517B-6CF7-4C5C-9C55-05E78500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C8258-1EF0-4EA2-B46E-9E53C36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8F658-C27F-401E-B8A1-E9BB216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18821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01464A-9796-40E8-AC5B-5227D22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D78B02-9154-4F1F-A872-878497F2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AE898-76AC-4D0C-B41F-603EE4ED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0401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4CC8DC-4A05-4C2E-AE06-31E124AE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3B9934-9275-4692-A30F-5C7AECB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0046A9-BD2C-4E9D-890B-61D405D4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352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CFDFB4-E85B-4D2C-884C-C5AD9E8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58768C-38C4-419D-80AB-33505605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A97392-AEB8-4B18-8CEF-B5182069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76771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DD170-DC5B-4CC0-96BD-556C268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8CA20E-D087-445D-9BD0-91DDA329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66CF39-A3BF-4D50-813A-310E15E0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4859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703C17-41BA-489F-8E9A-15BA106A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FC8373-D063-47BC-BFF3-4F6AA31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Provenance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3A6BBC-87AB-4030-9812-E2CB532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Evidence status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267ABA-F495-4687-A6EB-64803265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Structured measures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A6BF3D-F1FC-4F73-8F73-66537AC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E1885D-D77E-402C-B7FC-FDE404E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References  •  Project summaries  •  Exports</a:t>
            </a:r>
          </a:p>
        </p:txBody>
      </p:sp>
    </p:spTree>
    <p:extLst>
      <p:ext uri="{BB962C8B-B14F-4D97-AF65-F5344CB8AC3E}">
        <p14:creationId xmlns:p14="http://schemas.microsoft.com/office/powerpoint/2010/main" val="410153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455E3C-66B1-4C7A-8A06-5023D2AC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92E7B-A628-4D4F-A4ED-9AC37E50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CED8C-DC8A-49D4-821B-3523173A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FBAD1-878C-4146-B16C-5AFDB6C4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29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Dr. Noah Williams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9FA2-74AD-4C76-9A5A-688EE266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A7446-ED98-46D8-AE31-B8C647F8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promising pilot claim lacks methods, limitations, and subgroup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BC8FC-AB09-4A9B-9AE8-59E00A8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0BCB6-26DD-4F79-AA97-1DD54B3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Traceable sources and a complete evaluation frame.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DD4D2-CF08-4C7F-A579-03A33169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9834C-BAC4-4930-B8C8-19FE913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F7E0-AD97-4930-824D-2C01628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51E96-B2CD-457C-8D68-90EF5983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748C0-97BF-4892-9966-2D7D8F8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D7FB9-E13C-4977-A362-4531B036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Find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4AAE7-852B-4EDB-A4C9-4C72D19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E2ADF-A116-49C2-AA3A-B5E20D7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Search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F055C-1A3B-47D1-A58C-596DCBFC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196E8-2809-4CCB-99FE-783A279E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B8A7C-4F9B-422A-8FA4-5A35E21C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E0CDC-C766-4C82-9622-5D9DE07A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Filters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80D63-331E-4D06-A2A1-96776E93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C55FA-3177-4D1F-8950-E5996DF2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APPRAISE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27EAD-AAB5-47F7-A600-83B5A4E6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28B57-8380-411A-81E4-45101F39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Case studies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4E97F-DACE-490A-95C1-7522836F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FF1D3-2FEA-47AC-B1EA-59702B5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Check methods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B002E-0DE8-45E4-9BE1-BD2736A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6717E-4E83-4FB5-AB70-CD51904D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Paywalls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8A34E2-B375-4511-A0AC-55D74B3A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B08E3-FDB7-4C70-9BBA-36698293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09D9E7-0E4C-41C1-9FD7-13F7BFCC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29856-9CE2-46EA-9FF0-AD3A5F2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Evidence labels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13288A-E105-492E-AAA7-4E8A89DB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752115-8516-404A-9084-D5F8336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C946E-DD1E-4627-B3EE-4B70D0C2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D1E9CD-5CD1-4C22-857F-460B924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Evaluation play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C41075-4F52-482A-9C56-725E5747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9E617D-2D27-450C-B0FF-957223E4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Define outcomes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878FE3-1C7C-4A0F-8EAA-7C6530A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C5A1D1-7596-43BF-95D7-C0EBC2D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comparator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60612-43D0-4A82-8773-4D192C77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12B334-3462-41DF-BEE1-A6DD2356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909776-5C84-453E-B51F-935FE2DE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547EE1-C070-4EF9-8807-87A6FB03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Logic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54032A-4FCA-49CD-9A24-15657C2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81096D-89F5-48F2-B7EC-12207DB8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DCC8FB-FB42-40B6-A2D2-1BDD3B7B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585108-C7C3-46B8-AACD-9B77FDE3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8E8F92-8B75-4D6F-9A7E-727565F7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FAD793-E21F-4DD1-B0EF-4279D255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Assess harms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5BC208-90E5-4AE5-95EB-53BEE4CF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B9D708-165A-4F1C-96D7-787089C3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Missing subgroups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84A20A-79A6-45D7-8D1B-1E68982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CCF083-E441-4F50-9025-FCEB5558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67D734-EA5E-452E-A183-58C43EAE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04DDAE-D815-475D-B8BA-A006685B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Custom measures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4BCC17-B460-4DCA-80BC-F5CF26D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893DFA-AD55-4424-9E17-991AA78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7D98B2-5038-4288-A5B4-D3639598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ACF923-97F6-493E-A705-FC4BC1F0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Download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3C12DC-6752-4F87-B2F7-4348EA19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3AB7DB-597E-4514-A68A-E177C0C6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Report limits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86C95B-38FF-4208-A237-C0FE841A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F7578F-0A25-4E6B-85FD-5A1EBDB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Claim inflation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720D76-64A1-414E-BA3D-73F54B7A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BDC826-80B7-4BC0-9B3D-F99BED3B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9648DC-0506-4065-A379-5861664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A93831-7A90-45C0-BFB2-43EBE7E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Citation export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1893BC-FAA0-40AB-A963-37E4B5CE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2D1EBA-AB98-41AF-A6A9-546F022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21E231-C211-41AF-B38F-2DDE0A61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5A7D9D-8A7D-425E-8FDF-EFC49BAA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0334AB1-BFBE-4D9F-808F-7D7AB60B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85FD606-E483-4A2F-B6CF-7B228E40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5E5037-B9EC-4AF1-BB4B-1E98F10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17956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E2022B-F56D-42CD-9258-2151C86D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650B7-537A-4480-9C59-B4CB963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10C81-BB10-4D17-AC4F-11E6C5A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401E0-4EF7-469D-94E3-CE77B38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B1476-101F-4737-938F-8E156B6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91626-3979-4988-8148-7F8B4637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48E6F-5D56-42FF-8F9D-125CBA59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F8247-5B4C-455C-A967-3394A735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B861C-8D1A-46E2-A0EA-87AAB64C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“Tell me where to start and why it matters to my role.”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F92B2-DFF8-427F-AAE5-E81FD83A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39B05-7845-4EB1-82C6-68866B8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165F8-77E1-443E-8489-E92C3D8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791F-1D6D-494A-B8D8-8883B04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10B35-5BF7-47B2-BABC-9C50F50F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Guided newcomer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5679D-4B41-4647-A560-4691DFF2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FEE0A-CA74-43F2-939A-594817E8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Curious  •  Cautious  •  Independent  •  Developing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76248-FB00-4815-A42D-42ABD682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AC432-0CCE-4C9E-A2EC-16DAC68F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Build literacy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1D483-296F-460B-B2C2-E3E5C146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Practice safely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FEFA3-5EA6-4C2D-8610-444EE49A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Know when to escalate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F2F5E-634C-4F89-8613-A362C0F1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46469-A05D-4D62-9A23-A5360DF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Jargon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85D1F-5460-436A-B8F0-B9C0D61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Too many entry 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72593-D931-422B-81C0-8C24DE9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Generic learning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66440-7740-409A-9165-C8A7B534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2CEE2-40E9-414F-B356-3057A213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84E591-39AD-4345-BEEA-93DBFA6B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May be a student, new employee, or practitioner building AI literacy. Needs a role-aware path without assumed technical expertise.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8B119-44E3-473A-BF5A-E78E7CB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72BC7-DABB-4AF0-96EE-ED677C08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969AB-DE5B-483D-B73E-489028A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897AF6-1D93-4C3C-8D46-A4B07637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170878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1E6365-2E7C-430E-A432-47E958CA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FE6B13-3C6A-4FD0-B7AC-73E809F0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B07DE7-37EC-4986-A172-91FD1BD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5849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EFE87F-2CDD-466A-99FF-5CF2BDF6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C2A991-D36F-424D-8D2A-73B6CA34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86E018-DDE1-41E5-A3E7-8E4DB2E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32791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5711E3-0837-4602-8ADE-1A7C16F5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AF56A1-892B-4C2D-9F3E-0ACED035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FEF168-B69C-4197-BF23-FDA32DC6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6191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94CDFC-227C-49C8-8F23-2175229C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35FAE1-F2E4-439D-87AA-6B9942B9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1987A3-38F4-43AA-9184-32C0440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7830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6A3C73-D4B8-457F-8B66-8C8BE1CE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A50202-225C-4F89-BA58-3E513F0F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Plain language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F8A75D-FF00-45D3-A8B4-182EEC2B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Clear prerequisites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2489B9-955C-420D-B2CA-1DDAD622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Visible progress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E9CD0A-7002-461A-8857-2FF94B0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E0037A-B050-4A0F-B23E-DA4D22A4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Learning modules  •  Examples  •  My Account</a:t>
            </a:r>
          </a:p>
        </p:txBody>
      </p:sp>
    </p:spTree>
    <p:extLst>
      <p:ext uri="{BB962C8B-B14F-4D97-AF65-F5344CB8AC3E}">
        <p14:creationId xmlns:p14="http://schemas.microsoft.com/office/powerpoint/2010/main" val="5458856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C18BBCC-C891-4253-810C-66F7A3E7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F5030-A267-4837-82BA-DA22C9DE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1E321-D9AF-441B-BB69-7F2455E2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F2C53-9314-4C6C-93C0-FFD1EFCA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Taylor Kim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5689E-7629-472D-B894-5F4B0D6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B030E-05FC-4E27-8C9D-D57C5C2E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604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newcomer is unsure which competencies and modules apply to their 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A90FF-AC6F-4808-908D-E72ACCFA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D49F2-DDF3-4F2B-A8DB-928B419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86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personalized, saved sequence beginning with accessible foundations.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3FEB0-635C-41EF-AB2D-D52397D6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B5A81-E6A5-423B-B184-AB4B3818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93660-0CBD-4113-97B8-9FDB0ACF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E4928-3E30-43EC-BF1D-7AEAFC3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Free account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0E7C0-7B9B-4041-91D8-8148F05C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26948-6C9E-42F4-A419-CB2D925F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Create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A5525-F632-4CEC-87F1-0F6D51FC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CD305-65F6-4965-B5B7-5CFB8FBE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Account 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36AA7-4457-40D8-9781-EABF5B18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BB7A5-5EF3-45B1-ADAC-D481DEE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EA1A1-CBC9-44D1-9CB5-2687369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2AA97-013B-4A27-A51A-A8F65D38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Clear value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8F526-B012-4B8C-83E4-3BA68BD6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0DC29-E7C6-4B8F-8218-E2FFC775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SELF-ASSESS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4674D-87E8-4A63-85FD-7D762C1D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25FBD-CD5A-45F9-9769-6B8560C7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Learning 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B865B-E80F-482F-8DF3-F13A9EED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3237C-7222-43B1-AF1F-F12F0BE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Choose 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DA1B5C-16E2-4891-AC80-1A5B0DB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C97B17-953F-4B80-ABD2-D6613752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Hard questions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D79CD-414D-4AB7-BA26-672A2CB1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6D0D25-3A02-4826-8667-DE10A9DE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1566A-9EE4-4C65-9364-957917C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1608F8-EA69-4F95-991D-24F3B683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Scaled competencies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6F9752-F316-4D06-83F6-657FA910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F90EDC-8E8F-4DA1-A4A0-2B3D657D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581074-597A-4675-BA54-AD026174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B5219F-1567-4B55-91BE-B77CFB26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Pathway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F96CDE-44CF-4DD4-A6D2-F315BD5E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35D553-80F3-4515-A8F5-BDD88D51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Follow order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ECB3CA-0285-44E7-BE7E-BD1D7AC0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5DFE1D-80DD-48AD-A3E8-D15A5F2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Too much choice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3DA5DB-1BD9-411B-BCDD-CBEAA8FF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E8BCF-9B1B-452C-A328-E65AB000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DF5DF3-D8A6-485A-812C-C05CAA7E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3D80DC-41DF-426D-A14C-53AF75BE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Ordered modules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E12D77-3AFA-4DF1-B8B4-0A94CDB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050C39-10AC-4B18-9026-3A444B57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F673FB-3CF2-4884-AD09-FD423B8A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360B30-C3DC-46F5-B717-DD5214AD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58C816-6E80-4590-B471-200A815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8338D9-DDD5-4604-BC31-9E5BEEBD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Try exercise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F36929-347D-4A8F-967D-D9B9D03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078F79-2CE2-4623-AC0A-66236559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feedback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F6C2C8-42A0-4E48-8473-1799585A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330C6B-1D2D-4AC3-8AC9-4A7C1BA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6A2AAA-150B-43EC-AE28-23F79D1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1D871D-311D-44B6-BFCE-A094BAB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Low-risk examples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6FC415-F09D-4BFB-B765-B9B23152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C1DD81-B78E-41DF-9E36-6F950E3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776553-CC8A-4F2C-B72C-1988AFA9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9401DE-4E88-4096-928D-05220C7E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My Account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55D6B3-9C27-4918-9F18-D45F825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2F346A-9419-48C6-887D-D1649CC9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Save progress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0FDE14-6DE1-4FA7-90EF-0D606619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E1DCF3-1857-431C-A532-BFAEF0A6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Lost progress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FAD40E-5F30-405D-8007-D5DDBB5E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168AF2-D534-4981-9028-50A1C8C5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A872CD-AB8D-4D90-AA82-4B990FB0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13ED2C-F0DD-42BA-A8B4-58AF43C8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Saved recommendations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3223BC-E270-421B-8219-19DA16C3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FF06FD4-EA0E-47DB-AFE8-EC753809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9EB573-8927-4CFC-904C-CE6D72E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4CBB6D-65D8-4573-A33B-D7FE55D0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AEF723-7C80-4182-8CFE-566336B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66319A-1323-4E3B-B96C-482C4E00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D5CD631-6284-448B-BC80-AB153E65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589665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660F8D-6313-469B-8AF0-336F1E64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259FC-D1E0-4E48-8C84-7BE73C06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Governance / Privacy / Legal / Security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87BB7-D9AE-42D4-8E97-14CD48D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652FA-25F4-4B50-8899-A920E84A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38664-267D-456A-88CC-084D746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14747-73BF-4D3C-917B-741D2DEC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21690-1D9D-4664-A736-A6FA4E2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6B8C1-5C64-4F4B-ABB6-7167F53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7DCBA-9EDF-4BBA-8642-9B61D0F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281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“Governance must work before a committee exists, not after a failure.”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B62B0-50B0-48CA-9812-3736B77F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6E921-8E22-4279-84ED-98F44EEE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2CC44-967A-48F5-BB7B-53044146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Governance / Privacy / Legal / Security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CF68C-3F4B-46B0-B240-54CBD4E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BF4FD-EB82-46C7-B6A9-6347C9DD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Control and accountability steward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DA110-70E5-402C-8B51-16439D51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D1ABB-84C9-4690-A8E3-0B1CBD18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Accountable  •  Risk-tiered  •  Evidence-led  •  Collaborative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747D1-57D3-4E14-970F-CA94FB2D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E62B4-3ADF-4328-9626-1EDE9DE8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Define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F987E-E1A6-4583-BE14-BE4920F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Apply review tiers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86215-C022-4AD1-A45A-EC708393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Document decisions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B6324-B949-4BDE-85F3-6404F31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6F44E-51D1-43DD-A7D8-649A4639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Late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F130F-AA5A-4BD2-B3DE-74F52F6D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Overlapping reviews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9052D-1ADD-4827-8392-B64B86C8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Untraceable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0CF3A-92CB-4E47-A2BD-B28668F5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32CEE-B6BF-4647-9ED4-AC70787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F8530-E535-48EB-A266-13F837FF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Establishes policy, decision rights, review pathways, inventory, monitoring, and incident accountability across existing agency structures.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A30A4-32B4-47F0-9E70-944EFF27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D3CC1C-44C3-4790-B79E-C5EFC2DC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432BB-7474-4F04-AFB5-86C0C406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C237F-6233-4552-AC78-396E8F0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1793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7EA590-3829-499C-9CF4-5D8C736A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6A3532-D15D-42F5-81AF-24867859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81AFF9-5EDF-42FC-8C9B-4648F95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7830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B0C101-03B5-449B-AAE8-C33044C9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45629B-79E6-4000-A2F6-7E47626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2982C1-51E9-423F-8684-77457524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195643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E931E6-FF97-421B-A6D0-2912FCE0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5C6ED0-247E-4933-8338-C516A42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2D9F06-74F9-4362-B953-DD263A2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9316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CEB301-6799-48B5-9EBE-AA1F9579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C460C3-4CE2-4615-AA7E-911615B0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FBA9C8-B6B4-469B-8CE0-7BCD1BC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238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2DC0C1-0A0B-4CC5-8595-C8016A79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502BE7-58AA-47ED-BB6D-B3285780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Named roles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3D5958-D831-4106-81FE-F9F379E5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Audit history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1462A2-8C82-4B7D-9F4A-5B8CB11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Applicability guidance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9DE9E3-3BD3-4C24-A21B-7E2D3C28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A82ABE-B008-4631-AC7C-A66BC5A4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Policies  •  Governance meetings  •  Decision logs</a:t>
            </a:r>
          </a:p>
        </p:txBody>
      </p:sp>
    </p:spTree>
    <p:extLst>
      <p:ext uri="{BB962C8B-B14F-4D97-AF65-F5344CB8AC3E}">
        <p14:creationId xmlns:p14="http://schemas.microsoft.com/office/powerpoint/2010/main" val="20945381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AF0F80-CA01-4D63-9110-F8C2A15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B67F9-39D1-4329-92EF-F44AB41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Governance / Privacy / Legal / Security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2AE56-53F4-4489-935A-FF6D9905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D5B4C-C734-478F-8239-45674D4D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Morgan Lee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B0645-F953-4C3B-BE2F-24F2141A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C2D49-F2D0-4E57-AEB9-2BF21F99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694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AI review is inconsistent and no formal AI committee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4FA3F-119D-41E7-A1B7-A7552B8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75E8B-1BBB-491C-88CD-215758B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862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path to establish decision rights using existing governance where possible.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5CECA-093F-4F34-A5AD-8F97F5A8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4D856-FCC7-4421-AD3F-D89CFD6C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RECOGNIZE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65E85-AE55-4538-A490-6A552753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6C354-A3C3-415A-BD01-305A6F8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C2293-4790-4403-8428-3CDC845D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D5F79-96DE-480D-A22D-FD428205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Identify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F0073-0EAB-4C57-83A3-E9464C8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2FCA9-A939-413C-A3B4-5E47A8B3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9C986-4D78-4A92-917C-E7A6B630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D2C38-ADFE-41A0-A419-9F8B12FB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22461-F156-49B4-86F0-30FDB75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DB7E3-4B42-4C9C-A40C-35E5C92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Trigger guidance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AE62A-192B-4706-AC64-B95B40F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7BB80-1BFE-4234-8B83-1554700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ESTABLISH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F7EC2-5B95-4C8D-B667-7A6023BF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2337A-19AF-45AE-AD5B-65D7D9D4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8C055-67A0-4C29-83B0-2076EDFB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48FB4-BBAB-40AF-A381-4F3C951A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Name authority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70CED7-2D5A-4287-980F-9CD42D77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3C658-C826-4D48-A121-A3A831B0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Vague departments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E122A-EB4B-4448-828E-D3277B3E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CA0D4-F5A5-4B9D-8960-6F1B3E42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5D227-F614-467A-9332-E049C75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1CBC2-3665-4DB1-894E-5A95EF35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Role-level RASCI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DF1E3-45C6-4A6A-A5E3-27C8EE0E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767EC7-EB28-48D7-99C5-1CF503F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4377FB-2D05-4580-A010-5A87EA8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C0AEFD-78C9-4AF6-9E96-632620C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Charter tool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D7EF1-0958-4630-8A71-365E6D3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093B2B-F80B-4A7F-BE2C-FBC43D1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Apply criteria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AF0967-617F-495A-98AB-686AE721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29FCB9-6BF5-45FF-9448-51F794F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Parallel governance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CD71EA-A22C-4346-B0E4-B552233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1529FB-C028-4FE7-A60F-FAA9C4D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E7F629-71CF-4F7B-9A6B-28E0AEAD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0ECC88-CFBA-4365-A147-6711220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Reuse pathways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EEEA66-765B-4B05-91A9-D3377D4C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27B722-3012-4AB1-BB20-68EFE33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B44B6C-526C-43EF-A3CF-E9C0712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3AACFE-2572-4EAE-84E1-25A8ABA3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RASCI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14C5BD-C08A-4B17-8EFC-CF7BDC47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7DBE04-245B-412F-BF24-E5526DAD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Record approval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7F9AC6-25AB-4C9D-A59F-93D5FE7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472D13-64E4-4F66-9E93-EB554060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Missing record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76D596-78FE-4C74-BB5E-AF608945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EBBCD0-800B-4896-8C60-40269DB6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DCAA3C-A787-4847-BCD2-E88B3EA2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C8760E-B4A9-4051-9B62-7EB90258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Decision log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CF8BF2-E2DD-4153-82BC-38784B0B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7B6DC3-A296-4147-AC35-0A45E12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OVERSEE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B4FD67-5206-442C-9DDE-8E40F1C1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003618-A63F-455D-8E92-575720A9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 12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003B4B-3E68-45D9-8C90-FBD4C017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2AACB2-CBC2-4F95-AAB6-2D263BF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 incidents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5E9E79-8B17-45F0-ACAF-8DE430A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EE06E6-FEA3-4CEA-BEB5-68B942B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Policy drift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33F38C-B6DF-45B4-BF72-79A0F943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1BEDB7-A2C4-4CBB-A6A3-EDE69071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AB27D1-8E41-406E-84AE-756FA3E8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F2261E-1BC1-4D86-9CDD-B6842979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 cadence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74F263-D863-4B6D-8653-24754B30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311261-0113-40A7-8542-AB50BB7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29C66CC-DCD1-4DF6-B3B8-C7064F7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295339-86A9-4DFE-8646-A9C961D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A018F0-FBB1-4735-AF8C-B0C09B51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FBBE257-EEEB-4E0B-970D-114F82A7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F5C1DA-6BA5-49CB-9D60-C1B303B6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409585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02E2A1-64AF-4664-891B-B10AB24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1F541-93DC-4629-B589-ADB0479E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Equity &amp; Community Engagement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3BEB3-9107-48A6-B256-561AD476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004AE-A9CF-43DD-8B0C-25926B9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6FE83-66B8-4476-9E01-DD0E644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B825D-447B-4FC5-93A1-EB8C6D71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3FC19-FC8D-46AB-902F-33EFD39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32E45-6D09-4FCD-9E0A-9431FAAB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F5043-EE9B-472E-9B9B-12BB83AC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“Community input must change the decision, not decorate it.”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A1111-5F79-47DE-BB1B-6BB26E3B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E291C-80AB-497D-BDA3-77E0EEBE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1F601-AAA7-46F6-86BB-77688BCD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Equity &amp; Community Engagement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81902-A87E-4E7C-A315-5BA4B74A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18A0B-A492-4767-9603-217BCE0C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73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Missing-voices advocate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690E6-4150-4E4F-92BD-8BE2C50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B5F3A-A5E6-4747-AD14-F07FC9C3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Relational  •  Equity-centered  •  Persistent  •  Context-aware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7E86D-435D-4AF5-89BF-FDB75FBD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C8DF0-13E4-4DF1-9EA7-D4751A38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Identify affected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39246-D789-46B2-A671-D201D23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Surface harms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C585E-C0E0-4C75-8DFD-CEDC19B3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Document influence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C9055-0E98-4DFB-8078-A7CF00E4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CA87C-CC8C-4A5B-AC91-565C098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Late engagement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8EFA2-B317-4257-9C29-43DD84F9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Extractive consultation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86F1E-85D0-49AF-B36F-41296070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Inaccessible materials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3F091-0225-46DE-8902-C2ECABDE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2BF7F-F231-4D1B-83EB-2466691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3F468-3CB3-4591-9E2D-8CE90B43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Represents equity, accessibility, community partnership, and—where appropriate—Tribal data governance needs in AI decisions.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88A3D-4BF3-46BE-A1EC-98C81F17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7763EB-AFD6-4333-AEA3-A17CDD5E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57DDC-B8F7-4495-A8CA-AEA434A3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DFA76-41E5-48B4-B1A4-771FEED4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0802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CB657C-6B9D-41A2-B3B8-AA9FFE57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C62C9-9BCD-46CD-A4D2-EAD0A09F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ABBEE5-524C-4DD5-BCEC-87494EA6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65925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A6764F-5E10-4A28-B262-654B793E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4C72C1-23B3-4E3F-8B10-8FF225DD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B8FCB5-CB65-4721-9334-AE7CC18B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20408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22624F-D3CB-45B2-9E98-A0536D6D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17EB54-1CD7-4614-88E4-797A8D2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B93B2F-F787-4A4F-B613-65795E4D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866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B91E3-1126-4465-ADD1-EE546632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FF559-B877-4200-8C2E-48EFF83A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2BFBC8-C288-46F3-AA70-6AAFB6E8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377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8AD410-1023-4051-A759-92D5F35F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A197DA-5644-4DDC-BD9F-C4EBECDC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Accessible materials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6F7446-7755-439C-BB12-4D39CDC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Community categories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18351B-1C99-4D39-A87D-D31AC44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Decision feedback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40B0C5-E3F1-47C0-B8C3-DA6A8DC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A98C8A-A674-44EB-9E78-6FD003E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Listening sessions  •  Plain-language briefs  •  Community partners</a:t>
            </a:r>
          </a:p>
        </p:txBody>
      </p:sp>
    </p:spTree>
    <p:extLst>
      <p:ext uri="{BB962C8B-B14F-4D97-AF65-F5344CB8AC3E}">
        <p14:creationId xmlns:p14="http://schemas.microsoft.com/office/powerpoint/2010/main" val="4020484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42765A-5180-4F19-B431-6B43113A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B879D-82AF-478A-9A6B-D00F6E1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Equity &amp; Community Engagement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817C0-8016-4DF6-B7C5-9967CFDD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2DFCE-4378-4561-B2A7-741221F4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Aiyana Thomas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A37C2-FB3D-4CB3-AA73-DE06C802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59C71-E6AB-4996-9B28-DCC1D00C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An AI workflow affecting communities is nearly selected before engagement begins.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4ED0C-6758-4760-9F54-4215DBD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5C530-8D0B-4F86-95A1-A3E8B060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Early participation, documented concerns, mitigations, and decision influence.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DCFA5-C83B-4D07-8C62-D3F45B84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9E0DA-145F-4C73-BA7E-4F1FF59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36D63-8D24-4593-8D8E-5B9D6A8B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B44D9-92D7-444E-B5EA-595C81B4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Stakeholder tool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E3426-B090-4F65-9697-E459F90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1D2C1-2FDE-4680-8746-E497E1B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Map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9B952-13B8-423F-A9E0-30FD65CC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7C996-3105-4373-8F40-44F97B4C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Missing voices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589FF-BB52-47A6-9BBC-8849B9E1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370B7-50FE-451B-9281-EBF5AD2A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1F7BD-EA60-433D-ACC7-65120576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A6EA1-5ADC-47B7-92D5-E3CF69AD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Custom categories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09012-E9BF-42E5-88C7-F6B1DFFB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8FC56-805E-47A4-B0E0-448437A5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78D6F-2C4F-4402-90CD-FB4EC001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AB495-A918-4C03-9E79-906EC994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Equity 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A33A4-C0DC-49A3-9D59-223D5EA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2002E-203F-46C9-91FB-934BB046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Plan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2E9AB-5D90-4E3B-B374-A84E4D59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12AB91-5E54-4FBD-B512-02A2E7BA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Participation barriers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FD28EC-0A8E-4870-B39F-A756751D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6983D-F435-4283-8FF7-316FD282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CE5D0-AFA7-4446-9B2B-47F2F6A4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EA2D8A-BCEF-4947-BB7B-B956D31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Language 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E19B5-37DC-4E66-A4EB-DF2DAA60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C2285F-F8A4-48EA-AD96-4864909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04D6A3-C7B6-4132-BC27-9DAB73A9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30766-4F8C-467A-89B5-C4F9DEC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Engagement tool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84FD48-2512-417E-AD09-36C3D41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ACC8F-A525-47B6-ACC6-9CD6B15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Capture concerns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EE38F-4781-4BB6-90E3-A8B69DE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CD0071-FCE4-41CF-8CC9-1B7D98B4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Tokenism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1CC215-AB42-4034-8F49-1F5EF8E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568EF8-6541-4D7D-86C0-81C4F31C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FCA341-FAE1-4FA7-9304-0075CED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F19F33-BA40-44E0-B35D-08223FFC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Dynamic records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DBDD60-85A2-4225-A1AD-F8E46E21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8F1BBD-067A-4BA7-BBF9-47FB1DD6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INFLUENCE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7900E6-3EAE-4C41-B4DC-E4C86F51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A7D9E9-517D-42FD-B4B4-ED16157C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Decision log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407BF8-63CD-4F6D-89BB-2C0F2FD8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429982-EB2E-4252-9283-B35EF3E6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Change design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AC7159-4DC1-4B12-AC4B-8C3BAC6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9EB1EC-5410-4863-80CF-061E19A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authority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E1748B-B656-4DAC-AC60-98992AF5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9F0767-BFB0-46DF-922D-1A627A6F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168C13-C597-4F4F-A75B-BDDF867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E6888A-D1DD-4C93-816C-2D4DAE93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Escalation route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B25B89-EE4A-4366-92A1-D3CFD137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1CEDD9-E8D0-4936-9127-2683FDDE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BACK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F3AE61-6852-49C9-8223-699A5C94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C8B76E-FBE4-4613-834A-A8EC1CB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Community page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E367DB-44BB-405B-9EAA-875ECCA7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04AE84-FF21-42DC-8B22-1A27A40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Close loop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B81A6F-76E2-466D-889B-F8CD1BF2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8C4D8B-DF17-4D85-86E9-C3820AAA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feedback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6B3B03-D5BA-491B-96B2-42187B90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CFA8CB-DAC5-48F2-B01E-23A2199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525998-2756-4FAC-9722-8674BDF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75158F-86AE-4694-BEAF-A7B5BD11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Public summary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142AB8-E945-4207-A15A-B524D96C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66A8A2-FD67-4042-9C43-153BF396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20EA31-351E-49A2-BFE9-CB6D10F2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2A1B48-D977-494D-A98F-BB82179F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07AE51-A7C7-4762-816A-F06FFC61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F3B401-991E-4FDC-B0F8-77EFCB41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E8ADED-83A5-4AD3-99AA-FBDE6C41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479974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2AB98F-9D80-4851-8929-35CCAFD5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E79C1-BD43-4407-BE1D-F0AEFBFF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Procurement / Finance / Grants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2D4C5-2642-49E9-9831-57DA3F1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E6D51-2628-4877-9911-58F9E4FB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046A1-9B9C-4533-A3B9-447AC50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0D91B-45AF-4AB8-B213-DD208667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70ED8-6706-4D23-B5DA-CD5D772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DD6AC-3A99-40C6-91B3-CD442BE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9ECEE-66B9-4E29-B89F-361F7765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“The real price includes controls, evaluation, operations, and exit.”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1FD35-046D-45DA-BB39-134149A1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74481-7B64-42D8-AF82-BCEB87B6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C2DBB-E838-42F9-9FC1-8263619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Procurement / Finance / Grants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1FB8A-E892-4301-BE15-FB6F661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A9B82-D629-4938-8B77-34B6D531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Commercial and sustainability gatekeeper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8E113-AE2F-456B-BFD1-AEA108EE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3F863-0B58-4ECC-BB84-AEF93FE1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Commercial  •  Detail-oriented  •  Skeptical  •  Sustainability-minded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9E60F-BAFA-4EFF-A668-4E430241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87ECC-2A84-4DEA-B266-15AC70DF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Test vendor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9D04A-98A5-45B9-80BD-AD206C7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Protect data rights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D8B0A-51E6-4E6A-95ED-08BE518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Fund the lifecycle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9A8A6-0883-4D02-AE35-7ADEDA1E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687A1-D90C-4665-9E7E-9CBDD6E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License-only budgets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4A44E-8183-44A4-88DF-12334287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Vague AI features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66D9A-C710-4D54-86C3-D8A4158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No exit terms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F1D05-04AD-4136-A8E6-B3506EAC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C2C61-10FD-4864-820D-D423797E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55413-7398-48C5-9BE3-EA1BBBDB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Evaluates total cost, allowable funding, contractual controls, evidence, accessibility, auditability, and transition obligations.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F1478-3344-4824-B6BB-C853839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23222-9349-4D9A-A410-92C0837C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20F8E-D35A-4C20-B3C6-3C38453B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558E8C-98B4-42C7-A91E-07F4BF37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05549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E28ED0-C5F5-48D7-8F94-97F8D402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9EA8F-66B3-4167-9333-6B2AAF8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E99ED-44F2-4901-A646-CFD675E5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31254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B51E42-D27E-4D8B-9ADE-41C20005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1233C9-4D3C-4609-80C0-569134F3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A162A8-D985-48EE-9E34-CD8ED33C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18821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AAE305-BCAE-4D93-B570-6B457EF1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69E9EC-9EC0-47BD-A994-D739B0C9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EF5A22-ABF5-49A1-A0B3-6D89CFEC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6097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23FD69-F4F6-4452-AB9D-CF22B6E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36CA5B-9E51-4913-9D42-E63B3E8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7B1ED7-ECA7-4675-9611-B58B8F1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16395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E9D7B5-0370-40D1-89D3-DFBABFC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92D8F3-59E8-4218-8460-11CBC34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Requirement checklists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6F750F-1D71-4EEC-9F32-11835C2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Cost categories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83FBBD-1FD3-42CF-BE4A-B1C752D8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Contract controls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576EFE-3992-4669-B8AF-26D2037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8C0B02-615E-4B3A-BB59-34C45E0D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Solicitations  •  Evaluation panels  •  Spreadsheets</a:t>
            </a:r>
          </a:p>
        </p:txBody>
      </p:sp>
    </p:spTree>
    <p:extLst>
      <p:ext uri="{BB962C8B-B14F-4D97-AF65-F5344CB8AC3E}">
        <p14:creationId xmlns:p14="http://schemas.microsoft.com/office/powerpoint/2010/main" val="17995743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6A0EFDA-0982-43E7-AF61-2BBB650D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FADF8-3527-47B1-9A0F-074A369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Procurement / Finance / Grants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BF7E4-4220-471D-B25A-486FC10F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BF248-8071-4E78-9907-DA8D03EF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Daniel Foster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FB3CD-87DB-4DB8-BD7F-2CC1274A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0966B-0C4D-41C1-99EA-D5FBB2F3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vendor proposal emphasizes features but omits evidence and lifecycle obligations.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6FE02-EEDA-4E64-9CEC-14C90A2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BB4B2-1080-41B4-9A55-33A701ED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structured review spanning evidence, data rights, accessibility, cost, and exit.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77F87-ACBD-4511-B313-0255E09D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B4962-BA72-45A3-82D5-A1CBE6F7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23C0B-75A4-47DD-A39F-DA8778FD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C0114-CDC8-4696-9A1D-16877C81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Play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40343-3251-4E16-A0BB-9908B38D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3F0D8-8FD0-4D15-94D2-CB79F91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Write needs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4C22F-91EB-4654-8BBF-B98A5110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5975A-AA46-4396-808E-8EDCA6E1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Weak requirements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D1380-F5F5-4A0C-972D-F62B4AD7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65C3E-336C-43B8-B9C1-CEB949B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6C6C9-82B8-4729-8752-6441462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C74B1-5F11-4120-A5CC-E4EDFA62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Outcome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04C1F-EBDD-41D8-833E-0677DDE1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3164B-7B72-40C5-890E-48053E4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966D85-1A6C-42F3-B9DD-8FF3AF87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7F2F6-2CB9-4583-8DEA-A717A57C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Requirements module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57754-A32C-445C-BF7E-319B97ED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4374E-6634-4E46-8FE2-9FE15BD9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Issue 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8AA9C-DBB5-446F-B590-F93E42E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B9030-40AE-4413-9DD8-CD81D524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Marketing claims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9D47B-0FFE-4C3B-94C4-3C3AE0F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A4B6E-6E68-4543-97BD-37F2C2B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2910F-D226-41F1-8DED-7C9EFA2E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C7F51-CDB0-4374-BD43-C37BE807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Evidence thresholds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4C31F0-71D6-468D-BC8E-C5F1398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6F08C-35C9-4C12-85D6-34D3651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8B0199-002C-4802-9CC3-D0BDBB6C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998999-4DDD-4196-8EDE-954A303D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Vendor tool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32E53-501B-404A-8C2E-3FE4D05B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B6D1B4-04B1-4918-A03C-73B59D32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Score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C74AEC-A530-4412-94AF-F928F59F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D55FFA-A335-4492-87AB-C9259F1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Hidden dependencies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BF5F6F-FAA5-492A-95FF-C5C14A7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A9BBFD-0470-4F9C-9ECA-8F533AE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439888-63B5-4BC4-88F0-5444D868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04B595-0242-428C-9DEE-3F164F08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Custom criteria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2CCF27-1116-474E-A9F6-3FC418F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AD0700-A498-4FA3-8C8B-7610671F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005D5B-0C3E-4981-B9B7-5F81963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F77A49-6ED1-4B1D-A4D7-02953F79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Procurement tool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386DB6-F199-4A5C-8228-A1D3CB08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9557EC-C8A1-452E-AB10-07F2DCDC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terms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4B0B3F-B698-4047-8D2A-9ADC489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5E539F-B78C-46A5-BC37-8A2A6BB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Non-negotiable terms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E4CC29-57A2-4B95-A0E7-0F1A2B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780653-1045-4CF8-9837-37C0261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A5951B-EE02-43FB-A626-E4D29DA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43C915-D615-4977-B3AF-4996DEC5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Exit clauses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431930-E0CB-42AB-9B81-BD48D30D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CA6954-28FA-4DBE-B675-F78C5DA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SUSTAIN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957290-7426-4256-9959-2EEE89B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47485C-3838-4382-81D8-9A10568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Funding play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96EE86-18F4-49BC-AB73-18ABA881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B02343-45A2-4E41-96EA-39279F4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Track costs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A606F6-CDC9-4630-B93B-29DB5D3E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B7B844-0569-46CE-9011-9461D52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Funding cliff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091C6F-72B7-4B65-953E-B06130C8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7A7FFB-2842-431A-9317-18DE1CDB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7E0323-C612-402A-BD83-3C75E530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07A5D1-18F4-49A1-ADD2-36F477C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Lifecycle budget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D1E3C0-F2CE-405A-87F3-84981F9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DCC7AB-223F-4B2F-AF57-153C802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C314A5-17E4-4393-ABA8-D207717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21666A-AE78-4263-B3E5-24C39A9D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94E1358-C3FA-46CD-BA48-C29CE95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916EB8-E122-45C1-9652-2AE5D9A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DEE3F7-054C-495B-B433-BAF2E84C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95414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C3509A-E845-4325-8959-29123A54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0DCED-087D-408D-8A3F-6FD7C11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Workforce / Training Lead or AI Champion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A9DAD-EE3A-4210-A244-32D6C6EF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4DC62-FDCB-4665-91E5-A04B77D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2881E-7548-430A-B325-1E29305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32FAA-EEEE-463B-98E7-142AE2ED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D4D0A-645B-44A2-92BE-7C18DF9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CB7A5-6A11-4402-BB2E-507242B3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EA6D3-1EE7-4965-ABAD-CE14E98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328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“Completion matters only when people can perform their responsibilities safely.”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8C0B9-244A-4D78-9EAB-C8CAF9D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75C78-0D0C-42B1-A949-054A84B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AABC0-E4F8-48F8-BE89-468314B3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Workforce / Training Lead or AI Champion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E1D1B-5B89-40AB-BF55-A7F0C25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57D55-4855-46C8-8A30-32914434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Adoption enabler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40E6C-BDC0-490F-8BFB-26A06C68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50687-9162-4030-A43C-308D4F5D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Supportive  •  Organized  •  Role-aware  •  Change-focused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A62A1-F6E8-469D-8B10-2A78800E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95071-08BF-4662-8FA7-A958A6FE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Build competencies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DA0B9-DD3C-4983-B0F5-A7B111E8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Support adoption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FAB1A-240C-4E7E-BC4A-047C407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Measure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BA130-0839-494C-9916-778B760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C3408-8D91-4E2D-B32F-0C934EF4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One-size 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3FF93-5686-49E6-9257-A47A978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No protected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F10DC-C6E5-4D99-880D-DE5984DD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Completion mistaken for competence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EBAEE-EF8B-40BE-BEAA-8060529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BAB3B-F3F2-4F3F-8F08-782CA5D3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FB565-8B7F-4A20-8688-912B310D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Builds role-appropriate literacy, learning pathways, champion support, and behavior change tied to real work.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14EE07-F1DC-4E47-ADF2-F181261E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FE237-EC5D-44BF-9AB7-12C7BBC8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3EF6D-EC90-4D30-81A0-8D6A518F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3B245-E086-48A2-882F-1820B8D1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195643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FC3F55-F195-41EE-8ABA-F15080F1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297977-F24D-4C3D-9DCE-6ECFD313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70E711-72DA-48DC-A4E8-C2541C89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1391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8516E4-73B0-43AC-AEE9-CDDFDF2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448F14-124A-4157-9F69-D0DF63F3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09F776-B164-4F34-B6ED-ADB64EE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2783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C206B-AC5C-40FE-A63E-EEEBD72D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F34D5B-12E8-4ADD-BEFB-2ACE3E2E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555B88-C82E-4140-9612-450DEF17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990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06FEC4-BF9B-4D0A-983B-F91AB053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D25EBC-86DE-4D2C-9276-CB2CBD23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1727CD-B848-4164-AA65-9E03EB9D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1793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0DFE3A-7D57-430C-A7EC-F04C0A92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29013F-BB72-47CB-A9D4-A6F81CC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Role mappings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CB5856-5501-40E0-9F56-BF94926D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Learning outcomes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669A05-FAAB-4382-9F35-B2767ED9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Aggregate progress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FFA639-2AE3-4D67-ADE4-4CC9761C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42DD15-EB08-48BD-B80A-DEFB213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Learning pathways  •  Workshops  •  Office hours</a:t>
            </a:r>
          </a:p>
        </p:txBody>
      </p:sp>
    </p:spTree>
    <p:extLst>
      <p:ext uri="{BB962C8B-B14F-4D97-AF65-F5344CB8AC3E}">
        <p14:creationId xmlns:p14="http://schemas.microsoft.com/office/powerpoint/2010/main" val="8425447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907519-00EF-4958-9745-28EAE317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12C77-9691-4275-BF1C-DE79D1C8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Workforce / Training Lead or AI Champion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571F9-1E7A-4740-A6F2-97B25A87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03456-2C3C-414E-8689-D03F1A90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Renee Patel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2F399-F3F3-4312-B987-1AA00E29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2376F-CF8D-4F7C-AEB4-B5C75C04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113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Staff receive generic AI training disconnected from their responsibilities.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DD610-2C1C-4829-9716-280752E2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77432-F9F5-460D-A9A9-5762FD9E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874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Role-aligned assessment and sequenced modules with visible progress.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93F6A-3AEC-4DBC-894B-E41A3367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B2D70-E212-4A9E-A69F-51DE459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 ROLES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88245-1B50-47A9-84D4-5A41AFCD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1068D-F500-4AF1-A2F8-48365A5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Curriculum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AA11F-4892-412F-82B3-CA45ABD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053D8-852E-498B-B3F0-BB359CB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competencies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A39FC-7042-49B2-8541-0FFFFA37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ACE30-03EE-413F-9642-1D8150B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Role ambiguity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0308B-BC04-4AD9-8B9C-BD2EA86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459EA-F3DB-4B46-8062-8D2A0753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8FBEA-67ED-475B-9490-56973175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14F0B-756D-4F2C-8546-1AE2DDDD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Competency 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DAE58-6294-4F0B-98F3-B4185F35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6C21B-F3DA-4A80-9A44-6EF70D73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18F48-D9E2-4D47-8B0D-AB0CE3D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E37A3-0B19-4DC7-8B04-17E8EBC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70088-7C37-47C6-8C55-53EC8161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43C00E-3AF7-422C-8265-6702461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Find gaps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5353A-08B2-4C0E-9ECE-5A956157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FA45D-C87A-49D4-A7E0-61323A75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Weak questions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632AA-5BD1-4BF7-9447-0D8F828A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43959-D32B-4377-AE74-9211928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2FA3C-0D1B-45C5-9349-77401370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8E98F-3153-4F3E-903E-FBBB8ACC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Role-depth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687B2-C14E-49F9-BFF0-44E23CDD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44F1D-E671-45CE-8841-CFAE85D7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4BFD64-76A5-44D7-BD7D-B4FAFF46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DC3BE5-005E-4641-B158-40969593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Pathways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EDF111-0F8A-4305-B323-29997091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0FE3A3-6605-491C-A88D-1F8FFF2A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Assign sequence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62A27D-08F6-4575-9500-D45CB6AA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7C2C6-3546-46F6-9E74-101B4B4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Course overload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3A633B-32E3-46AB-B71C-EF866AB4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272D34-309A-478F-9C3D-E4AD5C5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D1E92A-0366-4D76-98E7-90230E4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E59B13-FE8B-4D78-B9E6-98460A3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Module order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678108-1ACC-42A3-8F9B-F7B857D8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1C0410-9895-477C-A0D3-0F3A34EF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1A0E4B-69A5-4B40-B5F6-74511ACC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6D56EB-6599-412A-B5AF-653246EF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26B42E-98A1-498C-8A92-DD5F8EC9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B8CF80-A0DD-4D4F-8B17-282E1347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Coach practice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416563-8719-4CF1-A2ED-876F3B9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72391A-0A79-4520-91B8-FC13DF9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Low transfer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7AD30D-763D-46C4-9934-35235DF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851930-73F5-4BD7-87DE-4A45ED87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B69A1E-0439-4310-BCB4-71F8B2D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3C3AAF-A825-495A-B79C-19881398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Applied practice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49E7D2-9492-4ABE-ABAF-C76CE87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810597-B50F-4821-A2EB-0721B7A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DF73AC-C3E5-4CA5-98C0-81F89AE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5293EB-E68B-4D9E-A9F4-D55E7D3C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My Account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969514-1B6A-4CC7-BB22-8EA8157F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810F3E-6042-4053-9974-A74F364C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 evidence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F12A35-4B86-4E5F-B784-6B95E0D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58B0AE-F79C-4B2A-8322-62B64E6C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Privacy concerns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2993E5-A8EC-44B3-8209-23BF2555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68AF60-231B-449D-8244-A585F1BD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835237-EDBC-46F2-94D9-FB66C353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B9FF34-8E88-4483-87E9-FF994F04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Aggregate limits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1AFFE8-D6E4-4BAE-8DBE-E79ACB26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3146D1-B323-4BCF-9197-1BC94AE8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8CB103C-EF40-43E2-9DEF-C0F7E5F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D40668-D9D0-42EB-9372-9EB17385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327828-9200-4939-B361-742D38A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E3F941-48E2-4705-80C9-AE6B0A1E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8E7D850-482E-4A4B-B581-4E835A8D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840632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1C3CED-EC05-411A-AA0B-0B37356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9724-B7BB-4F6B-A64E-11A5CCF5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13E82-51CE-4CF9-B43A-52150001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B412B-4B13-4F69-9C8C-66AD1086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3322B-968D-4BD9-8B64-266093A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2428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9525">
            <a:solidFill>
              <a:srgbClr val="E9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AD5C1-05F0-4B41-B9BB-F5172EA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9EA5AB"/>
          </a:solidFill>
          <a:ln xmlns:a="http://schemas.openxmlformats.org/drawingml/2006/main" w="9525">
            <a:solidFill>
              <a:srgbClr val="9EA5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67221-F380-44BE-8FD7-E926D938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1E6FD-D13A-43EA-9A9A-26238EEE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B0A38-C4CE-4BAA-89A6-22921B0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491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“I need coordination without access to information I should not see.”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1E099-CBF5-48C8-A670-9B4DA982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F17A3-FCB7-4535-B651-3CBC7022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98EA5-7E5F-4D30-9A0F-C98178C8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42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97D0A-A17B-4E7F-9E85-772626D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Archetype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872CA-A76A-4952-ACF4-C3ECADA5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Workspace coordinator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4FB50-016C-4E1C-A563-8F75D3C7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PERSONALITY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A764F-2F96-4A68-93AB-508CA699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Organized  •  Privacy-aware  •  Service-minded  •  Process-focused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4567D-EF77-4EC9-94D8-01FBA007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AE6B8-89F0-4BA7-ACC1-C051143E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Coordinate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3C8C7-E073-447D-8408-DECE98B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Track shared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93F12-1929-4C8F-9D30-888886A6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Respect boundaries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A9F24-E40F-4531-8B46-FADABD7E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FRUSTRATIONS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DC235-E8C6-437D-9C5E-BDA06CF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Duplicated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4C5E6-8EA8-441E-A226-DC0C1EEE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Unclear permissions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6DCA9-6998-4B49-9FA0-B50CBD56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14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Manual 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FB3BB-29FC-4D5B-A0AD-B861473C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F5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CE46D-580F-4A37-AE78-4293BF9C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BIO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627D4-377D-4953-B48C-448BC834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Coordinates membership, assignments, workplans, exports, and support while preserving individual privacy and least-privilege access.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8A2BD3-34D9-4587-9365-1089F53E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F61F24-5A14-437E-8322-9C258321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7C684-0201-4EEE-86D2-E65E6B3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8EB36E-5B2E-42AB-8126-E79022BD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183261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C47C8-5D56-4F56-BA25-5618162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38DEEE-5DD7-4D4F-9864-7E71F6C1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0206F-F82D-44F0-8E22-FB777DD1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70878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096A1F-DAFA-40C5-A4CC-4B8077B5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E5704B-A3B2-483A-AC9D-B238B2FC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07CD6C-F7CF-498B-9463-F9F9EF83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180784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9F0EBA-1441-4993-B639-418C6C8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8AE1D4-793D-4BE3-BEA6-E5B41A0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7C7AA9-EE43-4606-83FE-8B92CC8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4363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1B4B72-F471-4E62-97E7-B1C1D11E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B7EAD9-B925-49E2-BC64-6850413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64795-15F7-4093-AC0C-D4E7844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5354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3C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24F341-F07E-4FE9-AB00-A9D71576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NEEDS FROM THE PRODUCT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BB9D0C-972D-4199-A977-212BCEB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Tiered access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346021-6F87-4E5A-B0FB-03C23FC9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Audit history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3E329F-6573-453B-B096-94853C6E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• Edition clarity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A30BCE-74A4-4DAB-A0DA-0DEEA332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3C"/>
                </a:solidFill>
                <a:latin typeface="Arial"/>
                <a:ea typeface="Arial"/>
                <a:cs typeface="Arial"/>
              </a:rPr>
              <a:t>PREFERRED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575E01-842B-45DA-8D2A-A3F6EC4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Admin workspace  •  Reports  •  Support</a:t>
            </a:r>
          </a:p>
        </p:txBody>
      </p:sp>
    </p:spTree>
    <p:extLst>
      <p:ext uri="{BB962C8B-B14F-4D97-AF65-F5344CB8AC3E}">
        <p14:creationId xmlns:p14="http://schemas.microsoft.com/office/powerpoint/2010/main" val="4486297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A3359B-C137-4BF7-87AB-0FFFED5E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USER JOURNEY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386CC-065C-49F8-9BD0-DCA2EB7A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9E6E7-100C-40D0-A89C-63A4393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"/>
            <a:ext cx="4229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C07F1-376F-4046-97D4-62A3D7F6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Chris Martinez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CB52B-A996-4789-BAD5-0FA0AD6C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AE123-1FEA-495E-911A-145DC6B3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5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A department wants coordinated adoption but starts with individual Essentials accounts.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8AAA0-F5A0-4080-BE13-6A52ED2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9748F-0624-47CF-BB7B-4FF37155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858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Clear boundaries between personal access and organization-level capabilities.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2F527-8CF7-4BD3-B8C1-ABE7898A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9FADE-4EBC-49CA-A25A-8D3C7CC6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4734B-3B63-4B6B-897B-1492AC1D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079F7-4D52-4ED2-BE6C-F600EEDF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Edition page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B51FE-3EB6-4268-AE04-FA29E500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63565-050E-452F-A47C-5B81986C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Compare editions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FCBEB-F416-4742-83E8-EB3AD6D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563CE-33E7-40CD-8AE1-8DC32CF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Naming confusion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0AE74-6E26-4A58-B8B4-87AEE1C1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8A2FF-D6EB-4695-8C42-451B678B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19DEC-5747-4E06-9F1E-B16322D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6A39B-695D-48FD-B363-0DF733E1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Edition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5528E-0A37-4313-B7B2-4DA56253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45AEA-8B67-4DD2-B0C6-8ED9ECDF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ENROLL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181DB-A5B0-4D7C-B836-184228B3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5DB79-5DE9-41DA-8C93-92A6A92F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My Account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E7B83-B2AD-4DBE-B723-BE81E475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39D72-5E0E-4164-9DAA-358D73A9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Set up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C14C8-52A9-4FC9-B255-6E9AF1FF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26C13-3A2F-441F-9903-9B3176E6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No shared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1FD08D-95A7-46B3-95D0-5166243B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79EBE-7BB1-4BA9-975F-0093B1A2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360E2-17DF-4AA5-9A7A-170CDAE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1D91E-8AB8-44B0-9967-C90D9F2C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Simple account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B54B87-03F9-4603-B8ED-8ADD0D27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E4FC2C-B0C6-41EF-B5EE-0370F54A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DCDE52-29C5-4E31-834B-B47FE00F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953208-1BB5-4B83-82FC-FB0DBC6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7B5E61-1658-45ED-BC8A-DF142EC1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9E251B-5B07-4D37-B612-ED5CE3D1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Review boundaries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B618D9-2CF3-4041-BE96-BA64F55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32200A-BE02-4EBE-9598-C94473E4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Overbroad access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0D293F-ED0C-4CCD-BBA1-50A6FD3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FCEA86-3DFA-4385-A2E2-7B1EBB80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E0AD0B-6436-4830-8EF6-12B8B6FC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DD22D5-7926-4CC2-B5C9-9CE4040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Permission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A8ECA0-6431-4944-92C2-1E411502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57C5B1-B324-4127-803D-3023B1BA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3C1C0D-BF93-4F74-908C-1B19F63F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0B0593-8782-42B2-8A0F-0E764EFD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Consulting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984FC4-901C-45D2-AA8D-887337C0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516823-60E3-4115-AAD9-923A450C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Plan rollout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5A5BB8-5243-42C5-905E-EDAFB3A5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B630E3-EE28-49CF-98BD-4D3C05D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Manual work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BCFBCC-6EE4-444D-B6B9-02CB16E1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E7A228-6D09-4BC9-987E-F210A7D2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0EC1CE-94BE-4D1D-986E-4CB8CB9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0B46FF-9914-44AA-90D7-DD60C31D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Implementation plan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3E651A-FEEF-4B74-844C-56A239F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414143-BADB-48A8-AF5E-0A9AFDD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763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UPGRADE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2EC861-3FEA-4784-B42B-A8294D7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023B01-550F-4244-97A9-2837869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6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Organization preview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876428-0CA9-4C7C-BECD-DA52115B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D9F3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9FDCFC-A587-4BA8-9636-008D2515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193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Select tier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ADB653-1E20-4F8B-B39E-86C9B3C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E7F4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847C77-A7F6-4D7C-AF0D-AE5DC091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Unclear value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EA1001-B6B3-41BA-B2D4-2B1D06D0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FFF0B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1FC230-8A1D-4216-8C70-A984102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0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015EA9-2438-4F7E-B6E8-0CA1784C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1E66203-E4B7-451B-87DD-BC6E7D48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768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Purchase options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F7FD32-80F8-4D7A-974B-06F0EDB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TOUCHPOINTS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52EBE38-74F5-48A7-B98D-89439D0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2FB03D-80AC-4FD6-96B6-500AC52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PAIN POINTS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9E7CE5-0A9C-4111-8C01-F498A6F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FEELING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2AE9CD-7B4E-4541-8EC8-4011969D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B8F0F4-1516-46D7-8CF1-3150F40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CA9BA6-3AB3-48EA-B90B-424D18A8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237316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7C1BB-894A-4EE1-8527-0B866EB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shared experience must support different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8050D-AA99-4A37-A099-99839784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37D3C-3D31-4889-921F-2F2C3BBA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DECIDE &amp; GOVERN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B2945-2CDE-496D-9B14-0FE35978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Executive · Governance/Risk · Procurement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12FA7-51F6-4251-95C0-5ABA2E25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C5A3E-7E3B-46CD-97AC-B93244C9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DESIGN &amp; DELIVER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3ED12-38F8-47A7-A504-427F2962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Program · Informatics · Technical · Epidemiology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37E0F-2B60-41EE-BF03-94395DD2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7F747-3934-4CFE-B467-3192D9F1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TRUST &amp;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612E3-C5E2-47DE-8E7E-DF52E85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71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Communications · Equity/Community · Research · Learner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E6B6B-F610-4079-8553-078F326A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C6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1626F-1A5F-4E66-9C80-D96C566B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0AD59-E118-4894-9291-293C9ABB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042"/>
                </a:solidFill>
                <a:latin typeface="Arial"/>
                <a:ea typeface="Arial"/>
                <a:cs typeface="Arial"/>
              </a:rPr>
              <a:t>Workforce · Organization administration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38A72-C624-4164-A00C-C56A1A0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2AC79-E319-4B4B-B177-C87BDC17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296387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87C7B-ADC2-49D6-9F60-68445E78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Six experience principles connect every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F0262-5538-44F2-94C0-7718E647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0F4BA-9AB4-4CA1-A31A-7D1F8E5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0E503-EF3E-4685-9E17-8FB8ED04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Role-aware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DF8F3-3550-466D-889F-F3AABFA5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8BEAB-8D36-4E55-8331-949E107D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66B9A-EA3E-42DB-9DEE-859FCA5B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Personalized, ordered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3ACA7-D499-4305-B6D7-F35FEA80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47F7D-47C2-4D12-AA8E-E3208462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34AD0-47ED-40AB-98A0-8CC4E7B8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Guided public health documentation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20A86-0000-4DC0-8C94-0558E421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143A-0E24-43AB-9D91-6966FD9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8B689-FD82-46CC-9580-F90E9A42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Clear edition and account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19FB8-E51F-4DDE-A839-B35BE3D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4E9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47AA4-68CF-4649-A2BF-BE72E930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B4BFE-7F33-4D9B-95FC-0B29563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Traceable evidence and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9399C-FC34-4AAF-BB9C-1E7ACBAF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0877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25288-F9C8-41CC-9C36-16A9B813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7C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7C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FD566-7B39-479A-970F-A0A8DF70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Accessible, secure persistence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5DC12-9304-4EA6-A0B2-55EDCFCF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USER PERSONAS AND JOURNEYS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431F8-46A5-4A96-AA49-E06BD16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51380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2026-08-22T15:37:21.4420000Z</dcterms:created>
  <dcterms:modified xsi:type="dcterms:W3CDTF">2026-08-22T15:37:21.4420000Z</dcterms:modified>
</coreProperties>
</file>