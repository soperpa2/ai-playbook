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Investment Strategy and Business Case Review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advanced/leadership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full cost components of AI implementation and operations.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expected benefits in terms of public health value, workflow improvement, equity, quality, timeliness, and staff burden.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between a vendor demonstration and a credible business case.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business case questions for AI procurement or internal development.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an AI business case review worksheet.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AI business case worksheet; total cost of ownership estimate; benefits realization plan; alternatives analysis.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Public Health Executive Leadership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exe-420-ai-investment-strategy-and-business-case-review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420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often face short-term funding cycles and urgent operational needs.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products may be marketed as quick solutions, but the true cost of responsible implementation is broader than subscription fees.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may need to update data pipelines, configure security controls, develop validation plans, train staff, write policies, monitor performance,…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business case also protects mission focus.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should not be funded because it is novel.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420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Identify the full cost components of AI implementation and operations.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Evaluate expected benefits in terms of public health value, workflow improvement, equity, quality, timeliness,…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Distinguish between a vendor demonstration and a credible business case.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Develop business case questions for AI procurement or internal development.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Produce an AI business case review worksheet.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420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vendor offers an AI tool that promises to reduce disease investigator workload by summarizing case reports.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annual license appears affordable, but the agency must also pay for integration with the surveillance system, security review, staff…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those costs are not considered, leadership may underestimate the investment required.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business case review asks whether the tool will meaningfully reduce burden, improve timeliness, maintain quality, and fit the agency's…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business cases should include review time, source verification, and records considerations.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 business cases should include validation data, subgroup testing, and monitoring costs.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business cases should include security architecture, approval workflows, rollback, logging, and incident response.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and value must reflect responsible use.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420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AI business case should begin with a problem statement.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 should be operational and measurable, such as delayed case review, inconsistent public response drafting, high manual data…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vague desire to 'use AI' is not a sufficient problem statement.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business case should connect the proposed AI use to a real public health need.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review should compare alternatives.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Options may include doing nothing, improving workflow, improving data quality, using rules-based automation, procuring a vendor product,…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420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risk is hidden cost.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may purchase an AI tool without funding integration, monitoring, validation, staff training, or ongoing support.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require total cost of ownership in every business case.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risk is benefits inflation.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Vendors or project champions may overstate time savings or accuracy without local evidence.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420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an AI business case review worksheet for one proposed investment.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problem, alternatives, expected benefits, total cost of ownership, risk, equity considerations, implementation needs, and success…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business case worksheet; total cost of ownership estimate; benefits realization plan; alternatives analysis.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(AI RMF 1.0)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Privacy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OMB Memorandum M-24-10 on federal AI governance, risk management, and innovation, where…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420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reason this module topic belongs in AI leadership and governance training?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practice best supports accountable public health AI governance?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 use case be escalated for leadership or governance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is weak evidence of completion for a leadership and governance module?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leaders do when an AI use case has meaningful benefits but unresolved risks?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 420: AI Investment Strategy and Business Case Review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