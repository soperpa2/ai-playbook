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7189"/>
          </a:solidFill>
          <a:ln w="12700">
            <a:solidFill>
              <a:srgbClr val="0B718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0B7189"/>
          </a:solidFill>
          <a:ln w="12700">
            <a:solidFill>
              <a:srgbClr val="0B718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0B7189"/>
          </a:solidFill>
          <a:ln>
            <a:solidFill>
              <a:srgbClr val="0B718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320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Ethical Use of AI in Resource Prioritization and Field Response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Epidemiology Role-Based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intermediate/practitioner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7189"/>
          </a:solidFill>
          <a:ln w="12700">
            <a:solidFill>
              <a:srgbClr val="0B71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0B7189"/>
          </a:solidFill>
          <a:ln>
            <a:solidFill>
              <a:srgbClr val="0B718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Epidemiology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purpose of ethical use of ai in resource prioritization and field response in public health AI.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roles, decisions, risks, and documentation needed for the topic.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the topic to a real or realistic public health workflow or decision.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equity, privacy, security, legal, operational, and public trust implications.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practical artifact that supports readiness, governance, implementation, monitoring, or accountability.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Ethical Use of AI in Resource Prioritization and Field Response artifact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Epidemiology Role-Based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epi-320-ethical-use-of-ai-in-resource-prioritization-and-field-response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320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7189"/>
          </a:solidFill>
          <a:ln w="12700">
            <a:solidFill>
              <a:srgbClr val="0B71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0B7189"/>
          </a:solidFill>
          <a:ln>
            <a:solidFill>
              <a:srgbClr val="0B718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Epidemiology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Ethical Use of AI in Resource Prioritization and Field Response matters because AI adoption changes how public health agencies make, document,…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a structured approach, staff may rely on informal practices, vendor assurances, or one-time approvals that do not match the operational…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agencies operate under legal authorities, public accountability, resource constraints, and community trust obligations.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module on this topic helps agencies define repeatable expectations before urgent situations arise.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also helps staff distinguish low-risk administrative support from uses that affect surveillance, public communications, field response, resource…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320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7189"/>
          </a:solidFill>
          <a:ln w="12700">
            <a:solidFill>
              <a:srgbClr val="0B71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0B7189"/>
          </a:solidFill>
          <a:ln>
            <a:solidFill>
              <a:srgbClr val="0B718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Epidemiology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right: The authority to approve, deny, modify, pause, or escalate an AI use case or operational decision.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artifact: A document, log, checklist, test result, approval record, or review note that demonstrates responsible AI…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pathway: A defined route for raising concerns to the appropriate reviewer or decision-maker.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Accountability owner: The person or role responsible for ensuring that an AI use case is governed, monitored, and corrected when…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safeguard: A procedure, control, or review step that reduces risk during day-to-day use.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320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7189"/>
          </a:solidFill>
          <a:ln w="12700">
            <a:solidFill>
              <a:srgbClr val="0B71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0B7189"/>
          </a:solidFill>
          <a:ln>
            <a:solidFill>
              <a:srgbClr val="0B718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Epidemiology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public health agency is preparing to use AI in a workflow related to AI-supported prioritization of field response, outreach, and scarce…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team initially treats the tool as a helpful efficiency aid, but governance reviewers recognize that the workflow may affect public…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agency responds by creating a clear artifact that defines intended use, prohibited use, responsible roles, review points, documentation…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converts a broad AI idea into a manageable public health practice.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topic applies across generative AI, predictive analytics, NLP, RAG, automation, and agentic workflows.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more sensitive the data, the more consequential the output, or the more automated the action, the stronger the documentation, review, and…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320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7189"/>
          </a:solidFill>
          <a:ln w="12700">
            <a:solidFill>
              <a:srgbClr val="0B71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0B7189"/>
          </a:solidFill>
          <a:ln>
            <a:solidFill>
              <a:srgbClr val="0B718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Epidemiology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step in this topic is to define the decision or workflow clearly.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should identify who is affected, what data are used, what AI output is produced, who reviews the output, and what action may follow.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prevents the module from becoming abstract and anchors the work in public health practice.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second step is to assign responsibilities.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AI-supported workflows often cross program, IT, legal, privacy, communications, procurement, and leadership boundaries.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Responsibilities should be named by role rather than assumed.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320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7189"/>
          </a:solidFill>
          <a:ln w="12700">
            <a:solidFill>
              <a:srgbClr val="0B71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0B7189"/>
          </a:solidFill>
          <a:ln>
            <a:solidFill>
              <a:srgbClr val="0B718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Epidemiology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treating the topic as a one-time checklist.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risks can change when data sources, models, vendors, policies, users, or public expectations change.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guardrail is to define review intervals and change triggers.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failure mode is unclear ownership.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everyone is responsible in general, no one may be responsible in practice.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320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7189"/>
          </a:solidFill>
          <a:ln w="12700">
            <a:solidFill>
              <a:srgbClr val="0B71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0B7189"/>
          </a:solidFill>
          <a:ln>
            <a:solidFill>
              <a:srgbClr val="0B718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Epidemiology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practical ethical use of ai in resource prioritization and field response artifact for one AI-supported public health use case.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artifact should define the use case, affected roles, review criteria, safeguards, documentation expectations, escalation triggers,…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Ethical Use of AI in Resource Prioritization and Field Response artifact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and responsibility table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and safeguard summary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and monitoring plan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 and Data Modernization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 and NIST Generative AI Profile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Ethics and Governance of Artificial Intelligence for Health guidance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Top 10 for Large Language Model Applications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 health IT, interoperability, and information blocking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policies for privacy, public records, cybersecurity, procurement, civil rights,…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49834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5093208"/>
            <a:ext cx="44805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note: confirm applicable legal, privacy, procurement, civil rights, records, and agency requirements before implementation.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320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7189"/>
          </a:solidFill>
          <a:ln w="12700">
            <a:solidFill>
              <a:srgbClr val="0B71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0B7189"/>
          </a:solidFill>
          <a:ln>
            <a:solidFill>
              <a:srgbClr val="0B718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Epidemiology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the strongest evidence that ethical use of ai in resource prioritization and field response has been…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What is the best reason to assign an accountability owner?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When should an AI-supported workflow be escalated for review?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practice best supports public accountability?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should happen when data sources, policy, vendor configuration, or workflow use changes?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320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EPI 320: Ethical Use of AI in Resource Prioritization and Field Response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