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210 Requirements Writing for AI Procurement and Implementation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requirements writing for ai procurement and implementation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requirements matrix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requirements matrix.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requirements matrix.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requirements writing for ai procurement and implementation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ONC interoperability resources and agency procurement templates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Requirements Writing for AI Procurement and Implementation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 define not.</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write requirements that can be evaluated, tested, enforced, and monitored.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write requirements that can be evaluated, tested, enforced,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2100" dirty="0"/>
          </a:p>
          <a:p>
            <a:r>
              <a:rPr lang="en-US" sz="2100" dirty="0">
                <a:solidFill>
                  <a:srgbClr val="17364A"/>
                </a:solidFill>
                <a:latin typeface="Aptos" pitchFamily="34" charset="0"/>
                <a:ea typeface="Aptos" pitchFamily="34" charset="-122"/>
                <a:cs typeface="Aptos" pitchFamily="34" charset="-120"/>
              </a:rPr>
              <a:t>AI requirements must cover functional capabilities, nonfunctional expectations, data handling,.</a:t>
            </a:r>
            <a:endParaRPr lang="en-US" sz="2100" dirty="0"/>
          </a:p>
          <a:p>
            <a:r>
              <a:rPr lang="en-US" sz="2100" dirty="0">
                <a:solidFill>
                  <a:srgbClr val="17364A"/>
                </a:solidFill>
                <a:latin typeface="Aptos" pitchFamily="34" charset="0"/>
                <a:ea typeface="Aptos" pitchFamily="34" charset="-122"/>
                <a:cs typeface="Aptos" pitchFamily="34" charset="-120"/>
              </a:rPr>
              <a:t>Functional requirements describe what the tool must do, such as summarize a case report, classify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a:t>
            </a:r>
            <a:endParaRPr lang="en-US" sz="2100" dirty="0"/>
          </a:p>
          <a:p>
            <a:r>
              <a:rPr lang="en-US" sz="2100" dirty="0">
                <a:solidFill>
                  <a:srgbClr val="17364A"/>
                </a:solidFill>
                <a:latin typeface="Aptos" pitchFamily="34" charset="0"/>
                <a:ea typeface="Aptos" pitchFamily="34" charset="-122"/>
                <a:cs typeface="Aptos" pitchFamily="34" charset="-120"/>
              </a:rPr>
              <a:t>These requirements make vendor claims testable and enforceable.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Strong AI requirements begin with intended use.</a:t>
            </a:r>
            <a:endParaRPr lang="en-US" sz="2100" dirty="0"/>
          </a:p>
          <a:p>
            <a:r>
              <a:rPr lang="en-US" sz="2100" dirty="0">
                <a:solidFill>
                  <a:srgbClr val="17364A"/>
                </a:solidFill>
                <a:latin typeface="Aptos" pitchFamily="34" charset="0"/>
                <a:ea typeface="Aptos" pitchFamily="34" charset="-122"/>
                <a:cs typeface="Aptos" pitchFamily="34" charset="-120"/>
              </a:rPr>
              <a:t>The agency should state the specific workflow, users, data sources, outputs, and decisions the system.</a:t>
            </a:r>
            <a:endParaRPr lang="en-US" sz="2100" dirty="0"/>
          </a:p>
          <a:p>
            <a:r>
              <a:rPr lang="en-US" sz="2100" dirty="0">
                <a:solidFill>
                  <a:srgbClr val="17364A"/>
                </a:solidFill>
                <a:latin typeface="Aptos" pitchFamily="34" charset="0"/>
                <a:ea typeface="Aptos" pitchFamily="34" charset="-122"/>
                <a:cs typeface="Aptos" pitchFamily="34" charset="-120"/>
              </a:rPr>
              <a:t>It should also state prohibited uses.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Strong AI requirements begin with intended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requirements matrix.</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requirements matrix.</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ONC interoperability resources and agency procurement templates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Writing for AI Procurement and Implementation</dc:title>
  <dc:subject>Requirements Writing for AI Procurement and Implementation learning module</dc:subject>
  <dc:creator>Paula Soper</dc:creator>
  <cp:lastModifiedBy>Paula Soper</cp:lastModifiedBy>
  <cp:revision>1</cp:revision>
  <dcterms:created xsi:type="dcterms:W3CDTF">2026-07-12T20:16:00Z</dcterms:created>
  <dcterms:modified xsi:type="dcterms:W3CDTF">2026-07-12T20:16:00Z</dcterms:modified>
</cp:coreProperties>
</file>