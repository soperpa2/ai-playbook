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410 AI Risk Appetite and Risk Tolerance for Public Health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risk appetite, risk tolerance, and risk acceptance.
Identify AI uses that may be low, moderate, high, or unacceptable risk in a public health context.
Develop risk tolerance statements for different AI use categories.
Connect risk tolerance to review level, safeguards, monitoring, and escalation.
Produce a draft AI risk appetite statement for leadership or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risk decisions every day, but AI can make those decisions less visible. A generative AI tool might be acceptable for drafting internal meeting notes but not for producing unsupervised public health guidance. A predictive model might be acceptable for planning staffing levels but not for denying services. An agentic workflow might be acceptable for creating a draft task but not for sending an enforcement notice without human approval.
Risk appetite helps agencies explain these distinctions. It provides a leadership-level statement of where the agency encourages innovation, where it requires caution, and where it prohibits use. It also helps staff understand that responsible AI is not a binary choice between adoption and avoidance. It is a disciplined process for matching safeguards to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may define a higher risk appetite for internal administrative uses that do not involve sensitive data, public communication, or public health action. It may define a moderate appetite for staff-facing decision support when human review, validation, and documentation are required. It may define a very low appetite for unsupervised public-facing advice, automated eligibility decisions, enforcement actions, or tools that process sensitive data without approved safeguards.
These statements help governance reviewers make consistent decisions. Instead of debating each proposal from the beginning, reviewers can ask whether the proposed use fits the agency's defined risk category and whether required safeguards are present. The discussion becomes more disciplined and less dependent on individual comfort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Risk appetite should be expressed in plain language and translated into operating rules. For example, an agency might state that it encourages low-risk AI uses that reduce internal administrative burden when no sensitive data are used and outputs are reviewed by staff. It might state that it will consider moderate-risk uses involving operational data only with documented validation, access controls, human review, and monitoring. It might state that it does not permit AI to make final public health enforcement, eligibility, or legal decisions without authorized human review.
Risk tolerance turns these statements into thresholds. A tolerance may specify that a tool cannot be launched if source traceability is absent, if subgroup performance cannot be assessed for a prioritization model, if the false negative rate exceeds a defined threshold, or if the vendor cannot provide adequate documentation. Tolerances should be appropriate to the use case. A lower threshold may be acceptable for internal drafting than for case triage.
Risk appetite should be reviewed regularly. Public expectations, laws, model capabilities, agency experience, and technical safeguards change over time. A use that was too risky during the first year of AI adoption may become acceptable after better infrastructure, policies, and monitoring are in place. Conversely, a use may become unacceptable if incidents, evidence, or community concerns reveal new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vague risk language. Phrases like 'use AI responsibly' do not help staff decide what is allowed. A guardrail is to define concrete examples of encouraged, conditional, restricted, and prohibited uses.
Another risk is risk appetite that ignores equity. A tool may appear operationally useful while shifting burden to communities that are already underrepresented or over-surveilled. A guardrail is to require equity impact review for uses that affect prioritization, access, enforcement, communication, or resource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Risk appetite applies differently across AI types. Generative AI for internal drafting may fall into a lower-risk category when reviewed by humans. Predictive models used for prioritization require stronger validation and monitoring. Agentic tools that can take system actions require strict limits, stop authority, and auditability. Risk appetite helps define these boundaries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risk appetite statement and a risk tolerance table for at least four AI use categories: internal productivity, staff decision support, public-facing communication, and automated or agentic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risk appetite statement; risk tolerance table; prohibited-use examples; mitigation and escalation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risk appetite statement; risk tolerance table; prohibited-use examples; mitigation and escalation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Risk Appetite and Risk Tolerance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 accept for.</a:t>
            </a:r>
            <a:endParaRPr lang="en-US" sz="2100" dirty="0"/>
          </a:p>
          <a:p>
            <a:r>
              <a:rPr lang="en-US" sz="2100" dirty="0">
                <a:solidFill>
                  <a:srgbClr val="17364A"/>
                </a:solidFill>
                <a:latin typeface="Aptos" pitchFamily="34" charset="0"/>
                <a:ea typeface="Aptos" pitchFamily="34" charset="-122"/>
                <a:cs typeface="Aptos" pitchFamily="34" charset="-120"/>
              </a:rPr>
              <a:t>Risk appetite describes the broad level of risk an organization is willing to take in pursuit of its mission.</a:t>
            </a:r>
            <a:endParaRPr lang="en-US" sz="2100" dirty="0"/>
          </a:p>
          <a:p>
            <a:r>
              <a:rPr lang="en-US" sz="2100" dirty="0">
                <a:solidFill>
                  <a:srgbClr val="17364A"/>
                </a:solidFill>
                <a:latin typeface="Aptos" pitchFamily="34" charset="0"/>
                <a:ea typeface="Aptos" pitchFamily="34" charset="-122"/>
                <a:cs typeface="Aptos" pitchFamily="34" charset="-120"/>
              </a:rPr>
              <a:t>Risk tolerance translates that appetite into practical thresholds, conditions, and limits for specific AI uses.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risk appetite, risk tolerance, and risk acceptance.</a:t>
            </a:r>
            <a:endParaRPr lang="en-US" sz="2100" dirty="0"/>
          </a:p>
          <a:p>
            <a:r>
              <a:rPr lang="en-US" sz="2100" dirty="0">
                <a:solidFill>
                  <a:srgbClr val="17364A"/>
                </a:solidFill>
                <a:latin typeface="Aptos" pitchFamily="34" charset="0"/>
                <a:ea typeface="Aptos" pitchFamily="34" charset="-122"/>
                <a:cs typeface="Aptos" pitchFamily="34" charset="-120"/>
              </a:rPr>
              <a:t>Identify AI uses that may be low, moderate, high, or unacceptable risk in a public health context.</a:t>
            </a:r>
            <a:endParaRPr lang="en-US" sz="2100" dirty="0"/>
          </a:p>
          <a:p>
            <a:r>
              <a:rPr lang="en-US" sz="2100" dirty="0">
                <a:solidFill>
                  <a:srgbClr val="17364A"/>
                </a:solidFill>
                <a:latin typeface="Aptos" pitchFamily="34" charset="0"/>
                <a:ea typeface="Aptos" pitchFamily="34" charset="-122"/>
                <a:cs typeface="Aptos" pitchFamily="34" charset="-120"/>
              </a:rPr>
              <a:t>Develop risk tolerance statements for different AI use categories.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risk appetite, risk tolerance, and risk acceptance.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a:t>
            </a:r>
            <a:endParaRPr lang="en-US" sz="2100" dirty="0"/>
          </a:p>
          <a:p>
            <a:r>
              <a:rPr lang="en-US" sz="2100" dirty="0">
                <a:solidFill>
                  <a:srgbClr val="17364A"/>
                </a:solidFill>
                <a:latin typeface="Aptos" pitchFamily="34" charset="0"/>
                <a:ea typeface="Aptos" pitchFamily="34" charset="-122"/>
                <a:cs typeface="Aptos" pitchFamily="34" charset="-120"/>
              </a:rPr>
              <a:t>Risk appetite describes the broad level of risk an organization is willing to take in pursuit of its.</a:t>
            </a:r>
            <a:endParaRPr lang="en-US" sz="2100" dirty="0"/>
          </a:p>
          <a:p>
            <a:r>
              <a:rPr lang="en-US" sz="2100" dirty="0">
                <a:solidFill>
                  <a:srgbClr val="17364A"/>
                </a:solidFill>
                <a:latin typeface="Aptos" pitchFamily="34" charset="0"/>
                <a:ea typeface="Aptos" pitchFamily="34" charset="-122"/>
                <a:cs typeface="Aptos" pitchFamily="34" charset="-120"/>
              </a:rPr>
              <a:t>Risk tolerance translates that appetite into practical thresholds, conditions, and limits for specific.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make risk decisions every day, but AI can make those decisions less visible.</a:t>
            </a:r>
            <a:endParaRPr lang="en-US" sz="2100" dirty="0"/>
          </a:p>
          <a:p>
            <a:r>
              <a:rPr lang="en-US" sz="2100" dirty="0">
                <a:solidFill>
                  <a:srgbClr val="17364A"/>
                </a:solidFill>
                <a:latin typeface="Aptos" pitchFamily="34" charset="0"/>
                <a:ea typeface="Aptos" pitchFamily="34" charset="-122"/>
                <a:cs typeface="Aptos" pitchFamily="34" charset="-120"/>
              </a:rPr>
              <a:t>A generative AI tool might be acceptable for drafting internal meeting notes but not for producing.</a:t>
            </a:r>
            <a:endParaRPr lang="en-US" sz="2100" dirty="0"/>
          </a:p>
          <a:p>
            <a:r>
              <a:rPr lang="en-US" sz="2100" dirty="0">
                <a:solidFill>
                  <a:srgbClr val="17364A"/>
                </a:solidFill>
                <a:latin typeface="Aptos" pitchFamily="34" charset="0"/>
                <a:ea typeface="Aptos" pitchFamily="34" charset="-122"/>
                <a:cs typeface="Aptos" pitchFamily="34" charset="-120"/>
              </a:rPr>
              <a:t>A predictive model might be acceptable for planning staffing levels but not for denying services.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make risk decisions every day, but AI can make those decisions less visible.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agency may define a higher risk appetite for internal administrative uses that do not involve.</a:t>
            </a:r>
            <a:endParaRPr lang="en-US" sz="2100" dirty="0"/>
          </a:p>
          <a:p>
            <a:r>
              <a:rPr lang="en-US" sz="2100" dirty="0">
                <a:solidFill>
                  <a:srgbClr val="17364A"/>
                </a:solidFill>
                <a:latin typeface="Aptos" pitchFamily="34" charset="0"/>
                <a:ea typeface="Aptos" pitchFamily="34" charset="-122"/>
                <a:cs typeface="Aptos" pitchFamily="34" charset="-120"/>
              </a:rPr>
              <a:t>It may define a moderate appetite for staff-facing decision support when human review, validation, and.</a:t>
            </a:r>
            <a:endParaRPr lang="en-US" sz="2100" dirty="0"/>
          </a:p>
          <a:p>
            <a:r>
              <a:rPr lang="en-US" sz="2100" dirty="0">
                <a:solidFill>
                  <a:srgbClr val="17364A"/>
                </a:solidFill>
                <a:latin typeface="Aptos" pitchFamily="34" charset="0"/>
                <a:ea typeface="Aptos" pitchFamily="34" charset="-122"/>
                <a:cs typeface="Aptos" pitchFamily="34" charset="-120"/>
              </a:rPr>
              <a:t>It may define a very low appetite for unsupervised public-facing advice, automated eligibility.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agency may define a higher risk appetite for internal administrative uses that do not involve.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 appetite should be expressed in plain language and translated into operating rules.</a:t>
            </a:r>
            <a:endParaRPr lang="en-US" sz="2100" dirty="0"/>
          </a:p>
          <a:p>
            <a:r>
              <a:rPr lang="en-US" sz="2100" dirty="0">
                <a:solidFill>
                  <a:srgbClr val="17364A"/>
                </a:solidFill>
                <a:latin typeface="Aptos" pitchFamily="34" charset="0"/>
                <a:ea typeface="Aptos" pitchFamily="34" charset="-122"/>
                <a:cs typeface="Aptos" pitchFamily="34" charset="-120"/>
              </a:rPr>
              <a:t>For example, an agency might state that it encourages low-risk AI uses that reduce internal.</a:t>
            </a:r>
            <a:endParaRPr lang="en-US" sz="2100" dirty="0"/>
          </a:p>
          <a:p>
            <a:r>
              <a:rPr lang="en-US" sz="2100" dirty="0">
                <a:solidFill>
                  <a:srgbClr val="17364A"/>
                </a:solidFill>
                <a:latin typeface="Aptos" pitchFamily="34" charset="0"/>
                <a:ea typeface="Aptos" pitchFamily="34" charset="-122"/>
                <a:cs typeface="Aptos" pitchFamily="34" charset="-120"/>
              </a:rPr>
              <a:t>It might state that it will consider moderate-risk uses involving operational data only with documented.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 appetite should be expressed in plain language and translated into operating rules.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vague risk language.</a:t>
            </a:r>
            <a:endParaRPr lang="en-US" sz="2100" dirty="0"/>
          </a:p>
          <a:p>
            <a:r>
              <a:rPr lang="en-US" sz="2100" dirty="0">
                <a:solidFill>
                  <a:srgbClr val="17364A"/>
                </a:solidFill>
                <a:latin typeface="Aptos" pitchFamily="34" charset="0"/>
                <a:ea typeface="Aptos" pitchFamily="34" charset="-122"/>
                <a:cs typeface="Aptos" pitchFamily="34" charset="-120"/>
              </a:rPr>
              <a:t>Phrases like 'use AI responsibly' do not help staff decide what is allowed.</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concrete examples of encouraged, conditional, restricted, and prohibited uses.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vague risk language.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 appetite applies differently across AI types.</a:t>
            </a:r>
            <a:endParaRPr lang="en-US" sz="2100" dirty="0"/>
          </a:p>
          <a:p>
            <a:r>
              <a:rPr lang="en-US" sz="2100" dirty="0">
                <a:solidFill>
                  <a:srgbClr val="17364A"/>
                </a:solidFill>
                <a:latin typeface="Aptos" pitchFamily="34" charset="0"/>
                <a:ea typeface="Aptos" pitchFamily="34" charset="-122"/>
                <a:cs typeface="Aptos" pitchFamily="34" charset="-120"/>
              </a:rPr>
              <a:t>Generative AI for internal drafting may fall into a lower-risk category when reviewed by humans.</a:t>
            </a:r>
            <a:endParaRPr lang="en-US" sz="2100" dirty="0"/>
          </a:p>
          <a:p>
            <a:r>
              <a:rPr lang="en-US" sz="2100" dirty="0">
                <a:solidFill>
                  <a:srgbClr val="17364A"/>
                </a:solidFill>
                <a:latin typeface="Aptos" pitchFamily="34" charset="0"/>
                <a:ea typeface="Aptos" pitchFamily="34" charset="-122"/>
                <a:cs typeface="Aptos" pitchFamily="34" charset="-120"/>
              </a:rPr>
              <a:t>Predictive models used for prioritization require stronger validation and monitoring.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 appetite applies differently across AI types.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 risk appetite statement and a risk tolerance table for at least four AI use categories:.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 risk appetite statement and a risk tolerance table for at least four AI use categories:.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Risk Appetite and Risk Tolerance for Public Health</dc:title>
  <dc:subject>AI Risk Appetite and Risk Tolerance for Public Health learning module</dc:subject>
  <dc:creator>Paula Soper</dc:creator>
  <cp:lastModifiedBy>Paula Soper</cp:lastModifiedBy>
  <cp:revision>1</cp:revision>
  <dcterms:created xsi:type="dcterms:W3CDTF">2026-07-12T19:55:21Z</dcterms:created>
  <dcterms:modified xsi:type="dcterms:W3CDTF">2026-07-12T19:55:21Z</dcterms:modified>
</cp:coreProperties>
</file>