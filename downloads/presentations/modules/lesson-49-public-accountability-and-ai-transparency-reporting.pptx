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420 Public Accountability and AI Transparency Reporting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transparency reporting matters for public health AI.
Identify which AI uses should be disclosed internally, publicly, or to specific partners.
Develop contents for an AI transparency notice or AI use registry.
Balance transparency with privacy, security, confidentiality, and operational sensitivity.
Produce a draft AI transparency reporting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depends on trust. If communities discover that AI is being used in surveillance, communication, service routing, or resource allocation without explanation, they may question whether decisions are fair, accurate, or accountable. Transparency does not require agencies to disclose every technical detail, but it does require clear communication about the purpose and safeguards of consequential AI uses.
Transparency also improves internal accountability. A registry of AI use cases helps leaders know what tools are active, who owns them, what data they use, and when they were last reviewed. It reduces the chance that tools continue operating after their purpose, vendor terms, data sources, or risk profile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AI to draft public health messages, summarize internal reports, and prioritize inspection follow-up. Some uses may not require broad public disclosure, while others may affect public services and should be listed in an AI use registry. The registry does not need to reveal sensitive security details, but it should identify the purpose, owner, data categories, review process, and human oversight.
For a public-facing tool, the agency may also create a plain-language notice explaining that AI assists with initial responses, that staff review high-risk content, that personal information should not be entered unless requested through approved channels, and that users can contact the agency for help or correction. This type of notice supports trust and sets realistic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Transparency reporting should be risk-based. Low-risk internal tools may be documented in an internal registry. Tools that influence public communication, prioritization, access, enforcement, or public-facing interactions may require public notice. High-impact tools may require more detailed documentation, such as intended use, data sources, validation approach, human review, limitations, contact information, and review schedule.
The reporting process should be accessible. Public-facing explanations should use plain language, avoid technical jargon, and be available in appropriate languages and accessible formats. Transparency is not achieved by publishing a dense technical document that affected communities cannot understand. Agencies should consider how communities, partners, and staff will actually interpret the information.
Transparency should also include mechanisms for accountability. A notice or registry should identify how concerns can be raised, how corrections can be requested when appropriate, and how the agency reviews incidents or complaints. Public reporting should connect to internal governance processes so that feedback can lead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transparency theater. Agencies may publish broad statements about responsible AI without disclosing actual uses, owners, or safeguards. A guardrail is to maintain an AI use registry with concrete information about approved and operational use cases.
Another risk is over-disclosure of sensitive details. Publishing system architecture, vulnerabilities, or confidential data flows could create security or privacy risks. A guardrail is to review transparency materials through privacy, legal, security, and communications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transparency may explain when AI assists drafting and how human review occurs. Predictive analytics transparency may explain what the model supports, what decisions remain human, and how fairness is monitored. Agentic AI transparency may explain what actions are automated, what approvals are required, and how errors can be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transparency reporting template and apply it to one AI use case. Include purpose, owner, users, data categories, risk level, safeguards, human review, limitations, review date, and contact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transparency template; sample AI use registry entry; public notice draft; internal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transparency template; sample AI use registry entry; public notice draft; internal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Accountability and AI Transparency Reporting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advanced/leadership</a:t>
            </a:r>
            <a:endParaRPr lang="en-US" sz="1600" dirty="0"/>
          </a:p>
          <a:p>
            <a:r>
              <a:rPr lang="en-US" sz="1600" dirty="0">
                <a:solidFill>
                  <a:srgbClr val="17364A"/>
                </a:solidFill>
                <a:latin typeface="Aptos" pitchFamily="34" charset="0"/>
                <a:ea typeface="Aptos" pitchFamily="34" charset="-122"/>
                <a:cs typeface="Aptos" pitchFamily="34" charset="-120"/>
              </a:rPr>
              <a:t>Primary track: Governance and Security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why transparency reporting matters for public health AI.</a:t>
            </a:r>
            <a:endParaRPr lang="en-US" sz="1450" dirty="0"/>
          </a:p>
          <a:p>
            <a:r>
              <a:rPr lang="en-US" sz="1450" dirty="0">
                <a:solidFill>
                  <a:srgbClr val="17364A"/>
                </a:solidFill>
                <a:latin typeface="Aptos" pitchFamily="34" charset="0"/>
                <a:ea typeface="Aptos" pitchFamily="34" charset="-122"/>
                <a:cs typeface="Aptos" pitchFamily="34" charset="-120"/>
              </a:rPr>
              <a:t>Identify which AI uses should be disclosed internally, publicly, or to specific partners.</a:t>
            </a:r>
            <a:endParaRPr lang="en-US" sz="1450" dirty="0"/>
          </a:p>
          <a:p>
            <a:r>
              <a:rPr lang="en-US" sz="1450" dirty="0">
                <a:solidFill>
                  <a:srgbClr val="17364A"/>
                </a:solidFill>
                <a:latin typeface="Aptos" pitchFamily="34" charset="0"/>
                <a:ea typeface="Aptos" pitchFamily="34" charset="-122"/>
                <a:cs typeface="Aptos" pitchFamily="34" charset="-120"/>
              </a:rPr>
              <a:t>Develop contents for an AI transparency notice or AI use registry.</a:t>
            </a:r>
            <a:endParaRPr lang="en-US" sz="1450" dirty="0"/>
          </a:p>
          <a:p>
            <a:r>
              <a:rPr lang="en-US" sz="1450" dirty="0">
                <a:solidFill>
                  <a:srgbClr val="17364A"/>
                </a:solidFill>
                <a:latin typeface="Aptos" pitchFamily="34" charset="0"/>
                <a:ea typeface="Aptos" pitchFamily="34" charset="-122"/>
                <a:cs typeface="Aptos" pitchFamily="34" charset="-120"/>
              </a:rPr>
              <a:t>Balance transparency with privacy, security, confidentiality, and operational sensitivity.</a:t>
            </a:r>
            <a:endParaRPr lang="en-US" sz="1450" dirty="0"/>
          </a:p>
          <a:p>
            <a:r>
              <a:rPr lang="en-US" sz="1450" dirty="0">
                <a:solidFill>
                  <a:srgbClr val="17364A"/>
                </a:solidFill>
                <a:latin typeface="Aptos" pitchFamily="34" charset="0"/>
                <a:ea typeface="Aptos" pitchFamily="34" charset="-122"/>
                <a:cs typeface="Aptos" pitchFamily="34" charset="-120"/>
              </a:rPr>
              <a:t>Produce a draft AI transparency reporting template.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Public health depends on trust. If communities discover that AI is being used in surveillance, communication, service routing, or resource allocation without explanation, they may question whether decisions are fair, accurate, or accountable. Transparency does not require agencies to disclose every technical detail, but it does require clear communication about the purpose and safeguards of consequential AI uses. Transparency also improves internal accountability. A registry of AI use cases helps leaders know what tools are active, who owns them, what data they use, and when they were last reviewed. It reduces the chance that tools continue operating after their purpose, vendor terms, data sources, or risk profile changes.</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health department uses AI to draft public health messages, summarize internal reports, and prioritize inspection follow-up. Some uses may not require broad public disclosure, while others may affect public services and should be listed in an AI use registry. The registry does not need to reveal sensitive security details, but it should identify the purpose, owner, data categories, review process, and human oversight. For a public-facing tool, the agency may also create a plain-language notice explaining that AI assists with initial responses, that staff review high-risk content, that personal information should not be entered unless requested through approved channels, and that users can contact the agency for help or correction. This type of notice supports trust and sets realistic expectations.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Transparency reporting should be risk-based. Low-risk internal tools may be documented in an internal registry. Tools that influence public communication, prioritization, access, enforcement, or public-facing interactions may require public notice. High-impact tools may require more detailed documentation, such as intended use, data sources, validation approach, human review, limitations, contact information, and review schedule. The reporting process should be accessible. Public-facing explanations should use plain language, avoid technical jargon, and be available in appropriate languages and accessible formats. Transparency is not achieved by publishing a dense technical document that affected communities cannot understand. Agencies should consider how communities, partners, and staff will actually interpret the information. Transparency should also include mechanisms for accountability. A notice or registry should identify how concerns can be raised, how corrections can be requested when appropriate, and how the agency reviews incidents or complaints. Public reporting should connect to internal governance processes so that feedback can lead to action.</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One risk is transparency theater. Agencies may publish broad statements about responsible AI without disclosing actual uses, owners, or safeguards. A guardrail is to maintain an AI use registry with concrete information about approved and operational use cases. Another risk is over-disclosure of sensitive details. Publishing system architecture, vulnerabilities, or confidential data flows could create security or privacy risks. A guardrail is to review transparency materials through privacy, legal, security, and communications before release.</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transparency may explain when AI assists drafting and how human review occurs. Predictive analytics transparency may explain what the model supports, what decisions remain human, and how fairness is monitored. Agentic AI transparency may explain what actions are automated, what approvals are required, and how errors can be reported.</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staff, partners, or communities would be affected if this issue were handled poorly? What policy, process, or artifact should be created or updated after this module?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transparency reporting template and apply it to one AI use case. Include purpose, owner, users, data categories, risk level, safeguards, human review, limitations, review date, and contact pathway.</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transparency template; sample AI use registry entry; public notice draft; internal review checklist.</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transparency template; sample AI use registry entry; public notice draft; internal review checklist.</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450" dirty="0"/>
          </a:p>
          <a:p>
            <a:r>
              <a:rPr lang="en-US" sz="145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450" dirty="0"/>
          </a:p>
          <a:p>
            <a:r>
              <a:rPr lang="en-US" sz="145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450" dirty="0"/>
          </a:p>
          <a:p>
            <a:r>
              <a:rPr lang="en-US" sz="1450" dirty="0">
                <a:solidFill>
                  <a:srgbClr val="17364A"/>
                </a:solidFill>
                <a:latin typeface="Aptos" pitchFamily="34" charset="0"/>
                <a:ea typeface="Aptos" pitchFamily="34" charset="-122"/>
                <a:cs typeface="Aptos" pitchFamily="34" charset="-120"/>
              </a:rPr>
              <a:t>5. What should leaders do when an AI use case has meaningful benefits but unresolved risks?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NIST Privacy Framework</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https://www.who.int/publications/i/item/9789240029200</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 models</a:t>
            </a:r>
            <a:endParaRPr lang="en-US" sz="1450" dirty="0"/>
          </a:p>
          <a:p>
            <a:r>
              <a:rPr lang="en-US" sz="145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Accountability and AI Transparency Reporting</dc:title>
  <dc:subject>Public Accountability and AI Transparency Reporting learning module</dc:subject>
  <dc:creator>Paula Soper</dc:creator>
  <cp:lastModifiedBy>Paula Soper</cp:lastModifiedBy>
  <cp:revision>1</cp:revision>
  <dcterms:created xsi:type="dcterms:W3CDTF">2026-07-12T18:22:13Z</dcterms:created>
  <dcterms:modified xsi:type="dcterms:W3CDTF">2026-07-12T18:22:13Z</dcterms:modified>
</cp:coreProperties>
</file>