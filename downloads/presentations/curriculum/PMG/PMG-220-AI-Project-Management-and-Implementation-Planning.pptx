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Project Management and Implementation Planning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major phases of an AI implementation project.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an AI project charter that includes scope, objectives, roles, risks, dependencies, and governance gates.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implementation dependencies across data, systems, privacy, security, procurement, workflow, training, and evaluation.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launch readiness checklist for an AI-supported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transition from pilot to operations, including ownership, monitoring, maintenance, and sustainability.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project charter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Program Management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pmg-220-ai-project-management-and-implementation-planning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charter: A document that defines the purpose, scope, objectives, roles, governance, risks, and deliverables for a…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gate: A decision point where a project must receive approval before moving to the next phase.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readiness: The determination that a workflow, users, systems, documentation, training, and monitoring are ready for…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 to operations: The handoff from implementation to routine management, monitoring, support, and continuous improvement.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Dependency: A task, decision, resource, or condition that must be completed or available for another activity to proceed.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plans to pilot an AI tool that drafts summaries of incoming case reports.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plan identifies governance approval, data access, system integration, validation, user training, SOP development, incident…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cannot launch simply because the tool works in a demonstration.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must pass readiness checks showing that staff know how to review the output, errors can be reported, and the tool is monitored after launch.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project planning should begin with a charter that defines the use case and sets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charter should explain the public health problem, intended users, expected benefits, data involved, systems affected, approved use,…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also identify the sponsor, product owner, implementation lead, technical lead, privacy or legal contacts, security contact,…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should be organized into phases.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phases usually include discovery, intake, feasibility review, governance approval, and business analysis.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phases include design, procurement or configuration, data access setup, integration, validation, workflow design, SOP development,…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Pilots launching without governance approval or operational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plans overlooking data, privacy, security, workflow, or training dependencies.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controlling implementation timelines without agency readiness gates.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transition plan from pilot to routine operations.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 project charter and implementation plan for one proposed AI-supported public health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project purpose, scope, objectives, roles, governance gates, milestones, workstreams, dependencies, risks, launch readiness criteria,…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project charter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workplan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AI-specific risk log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readiness checklist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5743A"/>
          </a:solidFill>
          <a:ln w="12700">
            <a:solidFill>
              <a:srgbClr val="657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65743A"/>
          </a:solidFill>
          <a:ln>
            <a:solidFill>
              <a:srgbClr val="65743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Management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distinguishes AI project management from ordinary software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a governance gate?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item belongs in an AI project charter?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Why is transition to operations important?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PMG 220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220: AI Project Management and Implementation Planning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