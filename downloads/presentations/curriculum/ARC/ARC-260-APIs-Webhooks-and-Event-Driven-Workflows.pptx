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APIs, Webhooks, and Event-Driven Workflows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APIs, webhooks, and event-driven workflows do.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read-only access, write-back, and triggered actions.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security, privacy, logging, and access-control requirements for AI integrations.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where human approval is required before an AI-triggered action occurs.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API and event workflow review worksheet.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API and event workflow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arc-260-apis-webhooks-and-event-driven-workflows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can reduce manual work by allowing systems to exchange data directly.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health, APIs may retrieve case information, query FHIR resources, send status updates, create tasks, or connect dashboards to source…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 can notify a system when a defined event occurs, such as receipt of a new lab result or change in case status.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workflows can help public health teams respond faster, but they also require strong controls.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risk increases when AI tools move from reading information to taking action.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An application programming interface allows one system to request data or services from another system. APIs…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Webhook: A webhook sends information automatically when a defined event occurs. In public health, a webhook might…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workflow: An event-driven workflow begins when something specific happens, such as receipt of a report, a threshold…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versus write-back: Read-only access allows a tool to view or retrieve information. Write-back allows a tool to update, create,…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tool may be configured to review new environmental health complaints as they arrive and classify them by topic.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webhook could trigger the review when a complaint is submitted.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might assign a category, draft a summary, and create a task for human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workflow could improve triage, but it must log the AI classification, preserve the original complaint, and allow staff to correct the…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use APIs to retrieve source material for summaries.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tools may call services that return risk scores or features.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systems may use APIs to retrieve approved documents.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may use APIs to create tasks, send messages, or update records, which makes permission design, human approval, and audit logs…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review should begin with purpose and permissions.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ask what data the AI tool needs, whether the access is read-only or write-back, which system is authoritative, who or what is…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should follow least privilege, meaning the tool receives only the access required for the approved task.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workflows should be designed with failure in mind.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should define what happens if an API call fails, returns incomplete data, times out, receives conflicting information, or…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should not have to infer whether an automated step occurred.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Over-permissioned integrations.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may receive broader access than needed.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least-privilege scopes, role-based access, periodic access review, and credential management.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Unreviewed write-back.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updates can alter official records without adequate oversight.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API and event workflow review worksheet for one proposed AI integration.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triggering event, systems involved, data exchanged, read/write permissions, authentication method, access limits, logging…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and event workflow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risk questions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recommendations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 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FHIR API documentation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interoperability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cybersecurity and access control policies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LLM application security resources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does an API allow systems to do?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a webhook?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do AI integrations need access controls?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AI action usually requires stronger safeguards?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260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260: APIs, Webhooks, and Event-Driven Workflows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