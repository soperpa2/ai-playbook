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how ELR supports public health surveillance and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LOINC, SNOMED CT, UCUM, local codes, and reportable condition.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common laboratory data quality problems that can affect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whether lab data are fit for a specific.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lab data quality checklist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laboratory reporting supplies critical evidence for infectious.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that use laboratory data depend on the quality of test codes,.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laboratory data quality and terminology.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laboratory reporting supplies critical evidence for infectious.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Laboratory data are often treated as objective because they come from tests.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laboratory result can be difficult to use if the test code is local,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can magnify these problems by turning unclear data into confident.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Laboratory data are often treated as objective because they come from tests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Laboratory Reporting is the electronic transmission of laboratory.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ELR can improve timeliness and completeness, but it requires interface.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Laboratory Reporting is the electronic.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ELR can improve timeliness and completeness,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LOINC.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UCUM.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UCUM is a standard for units of measure.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Unit consistency is essential when interpreting quantitative results,.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UCUM.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Unit consistency is essential when interpreting.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 links laboratory.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tool that summarizes incoming lab reports for disease investigators.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 local test code is mapped incorrectly, the summary may imply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units are missing, a quantitative result may be uninterpretable.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that summarizes incoming lab reports for disease investigators may.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tool that summarizes incoming lab reports.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specimen source is omitted,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second example is anomaly detection using.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Laboratory data quality begins with required fields.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At minimum, many workflows need patient identifiers, specimen collection.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exact requirements depend on the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Laboratory data quality begins with required fields.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At minimum, many workflows need patient.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tool used for summarization may need.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should be reviewed as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Misleading standardization.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standard code may be present but mapped incorrectly.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mapping review, test cases, and terminology stewardship.</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Misleading standardization.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Missing units or specimen details.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Incomplete fields can change interpretation.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required-field checks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Reporting pattern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Lab reporting changes may look like disease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volume monitoring, partner change logs, and anomaly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pattern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Reporting pattern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Lab reporting changes may look like disease changes.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volume monitoring, partner.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draft lab summaries, but it should preserve source values.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use lab trends, but model monitoring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NLP may interpret free-text results, but extraction accuracy must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draft lab summaries, but it should preserve source values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draft lab summaries, but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may use lab trends, but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that trigger tasks from lab.</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laboratory data quality issues most often affect your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local codes require mapping before data can be used reliably?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Are test-result pairs consistently represented?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laboratory data quality issues most often affect your surveillance.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laboratory data quality issues most often.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local codes require mapping before data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Are test-result pairs consistently represented?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missing fields would make AI summarization unsafe?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would staff detect a reporting change that affects AI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missing fields would make AI summarization unsafe?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missing fields would make AI summarization.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would staff detect a reporting change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lab data quality checklist for one AI-supported surveillance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required lab fields, terminology standards, mapping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lab data quality checklist for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required lab fields, terminology.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Terminology mapping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Required-field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Lab 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Required-field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Data quality issue log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issue log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Data quality issue log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Lab data quality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Terminology mapping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Required-field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Lab data quality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Terminology mapping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Required-field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is terminology mapping important for AI-supported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LOINC commonly used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issue can make a quantitative lab result difficult to interpret?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is terminology mapping important for AI-supported surveillance?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is terminology mapping important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PHIN VADS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Reportable Condition Mapping Table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APHL laboratory informatics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PHIN VADS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PHIN VADS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Reportable Condition Mapping Table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APHL laboratory informatics resources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2026-07-14T04:35:31Z</dcterms:created>
  <dcterms:modified xsi:type="dcterms:W3CDTF">2026-07-14T04:35:31Z</dcterms:modified>
</cp:coreProperties>
</file>