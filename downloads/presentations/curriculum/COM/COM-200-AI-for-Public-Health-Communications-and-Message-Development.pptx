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for Public Health Communications and Message Development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appropriate and inappropriate uses of AI in public health communications.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source verification, plain language, accessibility, and equity review to AI-generated messages.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human review workflow for AI-assisted public-facing communications.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misinformation, overstatement, missing uncertainty, and stigmatizing language risks.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AI-assisted communications review checklist.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AI-assisted communications review checklist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Communications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com-200-ai-for-public-health-communications-and-message-development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Public-facing communication: A message intended for community members, partners, media, elected officials, or the public.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development: The process of drafting, tailoring, testing, reviewing, and approving communication materials.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language: Communication that is clear, organized, actionable, and appropriate for the intended audience.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verification: Checking claims in AI-generated content against approved, reliable source material.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relevance: The degree to which a message reflects the language, context, concerns, and needs of the audience it is…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uses AI to draft a heat safety message for older adults, outdoor workers, and people without reliable air conditioning.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staff verify the recommendations against official guidance, rewrite the message in plain language, review it for accessibility…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be useful early in the message development process.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generate first drafts, propose alternative tones, simplify technical language, identify jargon, create audience-specific versions,…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uses can save time, especially when communications staff support multiple programs.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However, AI should not be treated as the authority on public health content.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approved evidence base should come from agency guidance, subject matter experts, official data, and community context.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verification is essential because AI-generated language may include unsupported claims, outdated recommendations, fabricated…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AI-generated messages overstating evidence or omitting uncertainty.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stigmatizing, blaming, or culturally inappropriate language.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Unverified translations or readability changes that alter meaning.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Public-facing content being released without required subject matter or leadership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AI-assisted communications review checklist for one public health message.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intended audience, source material, factual claims to verify, plain language review, accessibility review, language access review,…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communications review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verification notes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language and accessibility review notes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pathway documentation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872E"/>
          </a:solidFill>
          <a:ln w="12700">
            <a:solidFill>
              <a:srgbClr val="E887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E8872E"/>
          </a:solidFill>
          <a:ln>
            <a:solidFill>
              <a:srgbClr val="E8872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Communications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an appropriate role for AI in public health communications?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is source verification necessary?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review is especially important for public-facing AI-assisted messages?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happen with AI-assisted translation for public health messages?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200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 200: AI for Public Health Communications and Message Development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