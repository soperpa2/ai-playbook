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320 Synthetic Data for Public Health AI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operations-data-quality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synthetic data for public health ai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synthetic dataset assessment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Synthetic Data for Public Health AI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Synthetic data are generated data designed to preserve selected patterns of a source dataset while reducing reliance on real individual-level records. The value of synthetic data depends on the purpose. A dataset that is useful for training staff on a dashboard may not be valid for evaluating a predictive model or testing equity performance.
Privacy risk does not disappear simply because data are synthetic. If synthetic data are too close to the source data, they may leak information about real individuals or rare cases. If they are too different from the source data, they may be safe but not useful. Public health agencies must evaluate both privacy protection and data utility.
Data utility means the synthetic data are useful for the intended purpose. Utility may involve preserving distributions, relationships between fields, missingness patterns, geographic variation, or time trends. The intended use should be documented before the synthetic data are created or accepted from a vendor.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synthetic eCR data to train disease investigators and test an AI case summary tool without exposing real case narratives. The synthetic data should include realistic combinations of symptoms, lab results, demographics, dates, and missing fields, but should not reproduce unusual cases in ways that could identify real people. The agency should document that the data are intended for training and testing, not for estimating disease burden or measuring model performance in production.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Synthetic data development begins by defining the intended use. Training data for staff exercises can be less statistically faithful than data used for system testing. Model evaluation data require more rigorous review because the synthetic data must preserve patterns relevant to the model task. Public health teams should define whether synthetic data will be used for demonstration, software testing, integration testing, training, simulation, or model development.
Agencies should evaluate synthetic data for privacy and utility. Privacy review may examine whether rare combinations, dates, locations, or narratives are too similar to real records. Utility review may compare distributions, relationships, missingness, and edge cases against expected patterns. Both reviews should be documented because a dataset can be safe but not useful, or useful but not safe enough for sharing.
Synthetic data are also helpful for vendor evaluation. Agencies can provide vendors with realistic data structures without sharing protected data during early discovery. However, vendors should not use synthetic data performance as proof that a model will work on real public health data. Production readiness still requires validation against appropriate real-world data under approved governance controls.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synthetic dataset assessment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synthetic dataset assessment. It should be specific to a public health workflow and should include technical dependencies, governance questions, human review expectations, monitoring indicators, and unresolved risks.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synthetic dataset assessment.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synthetic data for public health ai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Privacy Framework and differential privacy resources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Synthetic Data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Synthetic data are artificially generated data that are designed to resemble.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synthetic data can support training, software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understand both the promise and limitations of.</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Analytics and Modeling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synthetic data for public health ai in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technical, operational, privacy, security, equity,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system,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synthetic data for public health ai in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technical, operational, privacy,.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common failure modes that can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practical guardrails that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synthetic dataset assessment that can support readiness.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synthetic dataset assessment that can support readiness assessment,.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synthetic dataset assessment that can.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Synthetic data are artificially generated data that are designed to resemble.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synthetic data can support training, software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helps learners understand both the promise and limitations of.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Synthetic data are artificially generated data that are designed to resemble.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Synthetic Data for Public Health AI matters because AI systems are embedded.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topic affects whether AI outputs are accurate, explainable, safe,.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that ignore this area may create tools that work in a demonstration.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Synthetic Data for Public Health AI matters because AI systems are embedded in.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Synthetic data are generated data designed to preserve selected patterns of.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value of synthetic data depends on the purpose.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dataset that is useful for training staff on a dashboard may not be valid.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Synthetic data are generated data designed to preserve selected patterns of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Synthetic data are generated data designed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dataset that is useful for training staff on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Privacy risk does not disappear simply because.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may want synthetic eCR data to train disease.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synthetic data should include realistic combinations of symptoms, lab.</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should document that the data are intended for training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want synthetic eCR data to train disease investigators.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health department may want synthetic eCR data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synthetic data should include realistic.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should document that the data are.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Synthetic data development begins by defining the intended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Training data for staff exercises can be less statistically faithful than.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Model evaluation data require more rigorous review because the synthetic.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Synthetic data development begins by defining the intended 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technical detail rather.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staff do not connect technical decisions to authority,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technical detail rather than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When staff do not connect technical decisions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Vendors may provide demonstrations, dashboards,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require documentation, test.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predictive analytics, RAG, automation, and agentic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controls should be scaled to the risk of the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that drafts internal training text may require lighter review than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 workflows all.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predictive analytics, RAG,.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tool that drafts internal training text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module should be applied during readiness.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one current or proposed AI workflow in your.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decisions, data sources, users, or partners would be affected if this.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 workflow in your.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one current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decisions, data sources, users, or partners.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reviewers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safeguards should be required before pilot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owns ongoing monitoring and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safeguards should be required before pilot.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owns ongoing monitoring and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synthetic dataset assessment for one real or realistic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describe the use case, affected users, data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be used in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synthetic dataset assessment for one real or realistic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artifact should describe the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should document assumptions and identify.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synthetic dataset assessment.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be specific to a public health workflow and should include.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synthetic dataset assessment.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synthetic.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synthetic dataset assessment. It should.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synthetic dataset assessment. It should be.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synthetic.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best reason to address synthetic data for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responsible implementation?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statement best describes a common failure mode?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synthetic data for public health ai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best reason to address synthetic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 and differential privacy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AI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Top 10 for LLM Applications, when 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privacy, cybersecurity, data governance, procurement, and records.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 records.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privacy, cybersecurity, data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Synthetic Data for Public Health AI</dc:title>
  <dc:subject>Synthetic Data for Public Health AI learning module</dc:subject>
  <dc:creator>Paula Soper</dc:creator>
  <cp:lastModifiedBy>Paula Soper</cp:lastModifiedBy>
  <cp:revision>1</cp:revision>
  <dcterms:created xsi:type="dcterms:W3CDTF">2026-07-14T04:35:30Z</dcterms:created>
  <dcterms:modified xsi:type="dcterms:W3CDTF">2026-07-14T04:35:30Z</dcterms:modified>
</cp:coreProperties>
</file>