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 310 AI for Surveillance Signal Review and Epidemiologic Judgment
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Epidemiology Role-Based Track
Appears in tracks: epidemiology, analytics-modeling, operations-data-quality, governance-security
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for surveillance signal review and epidemiologic judgment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for Surveillance Signal Review and Epidemiologic Judgment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using AI to support signal detection while preserving epidemiologic judgment.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for surveillance signal review and epidemiologic judgment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for Surveillance Signal Review and Epidemiologic Judgment artifact
Role and responsibility table
Risk and safeguard summary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for Surveillance Signal Review and Epidemiologic Judgment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for surveillance signal review and epidemiologic judgment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EPI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Surveillance Signal Review and Epidemiologic Judgment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using AI to support signal detection while preserving.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Epidemiology Role-Based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ai for surveillance signal review and epidemiologic.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ai for surveillance signal review and epidemiologic.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Recognize equity, privacy, security, legal,.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practical artifact that supports.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focuses on using AI to support signal detection while preserving.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focuses on using AI to support signal detection while preserving.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Decision right: The authority to approve, deny, modify, pause, or escalate.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Evidence artifact: A document, log, checklist, test result, approval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Escalation pathway: A defined route for raising concerns to the appropriate.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 escalate an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Decision right: The authority to approve, deny,.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Evidence artifact: A document, log,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Accountability owner: The person or role.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for Surveillance Signal Review and Epidemiologic Judgment matters because.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a structured approach, staff may rely on informal practices, vendor.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operate under legal authorities, public.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for Surveillance Signal Review and Epidemiologic Judgment matters because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is preparing to use AI in a workflow related to using.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team initially treats the tool as a helpful efficiency aid, but.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responds by creating a clear artifact that defines intended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 related to using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public health agency is preparing to use AI in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project team initially treats the tool as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agency responds by creating a clear artifact.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identify who is affected, what data are used, what AI output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prevents the module from becoming abstract and anchors the work 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risks can change when data sources, models, vendors, policies, users,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define review intervals and change triggers.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Another failure mode is unclear ownership.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When everyone is responsible in general, no 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assign an accountability owner.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topic applies across generative AI, predictive analytics, NLP, RAG,.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more sensitive the data, the more consequential the output, or the more.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 NLP, RAG,.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topic applies across generative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more sensitive the data, the more.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public health decision or workflow does this topic affect?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has authority to approve or pause the 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public health decision or workflow does this.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has authority to approve or pause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show that the workflow is.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the agency know when the workflow needs to be revised?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equity, privacy, legal, security, or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the agency know when the workflow needs.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practical ai for surveillance signal review and epidemiologic.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define the use case, affected roles, review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ai for surveillance signal review and epidemiologic judgment.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practical ai for surveillance signal.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artifact should define the use case, affected.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for Surveillance Signal Review and Epidemiologic Judgment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for Surveillance Signal Review and Epidemiologic Judgment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for Surveillance Signal Review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Role and responsibility table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Risk and safeguard summary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Escalation and monitoring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Approval or review note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for Surveillance Signal Review and Epidemiologic Judgment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for Surveillance Signal Review and Epidemiologic Judgment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strongest evidence that ai for surveillance signal review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the best reason to assign an accountability owner?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When should an AI-supported workflow be escalated for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ai for surveillance signal review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strongest evidence that ai for.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and NIST Generative.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Large Language Model Applications:.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ONC health IT, interoperability, and information.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policies for privacy, public records, cybersecurity, procurement,.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 procurement, civil.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policies for privacy, public records,.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Surveillance Signal Review and Epidemiologic Judgment</dc:title>
  <dc:subject>AI for Surveillance Signal Review and Epidemiologic Judgment learning module</dc:subject>
  <dc:creator>Paula Soper</dc:creator>
  <cp:lastModifiedBy>Paula Soper</cp:lastModifiedBy>
  <cp:revision>1</cp:revision>
  <dcterms:created xsi:type="dcterms:W3CDTF">2026-07-13T03:27:52Z</dcterms:created>
  <dcterms:modified xsi:type="dcterms:W3CDTF">2026-07-13T03:27:52Z</dcterms:modified>
</cp:coreProperties>
</file>