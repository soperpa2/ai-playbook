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230 AI Workflow Standard Operating Procedures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operations-and-data-quality, program-management, governance-and-security, epidemiology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approved AI tools still require workflow-specific SOPs.
Identify the core elements of an AI workflow SOP.
Define human review, documentation, override, escalation, and fallback expectations.
Distinguish between acceptable and prohibited uses within a specific AI workflow.
Produce a draft AI workflow SOP for a public health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An AI workflow standard operating procedure translates AI policy into day-to-day practice. It describes how staff should use an approved AI-supported workflow, what they are responsible for reviewing, what they must document, and when they must escalate a concern. In public health, SOPs are especially important because AI outputs may influence surveillance, communications, case review, service referrals, resource allocation, or internal decision support.
This module teaches learners how to create practical SOPs for AI-supported workflows. The emphasis is on operational clarity. Staff should not have to infer whether they may paste data into a tool, accept a summary, override a recommendation, save an output, or report an error. The SOP should make those expectations explicit.
AI SOPs help agencies move from principles to reliable implementation. They reduce variation across staff, support training and onboarding, create evidence for audit and incident review, and make it easier to monitor whether AI is being used as intended.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approves an AI tool to draft summaries of environmental health complaints. The SOP explains which complaint types are eligible, which data fields may be used, how staff must compare the draft to the original complaint, where the final summary is stored, how unsupported statements are removed, and when errors must be reported. The SOP also explains that the tool may not issue inspection decisions, enforcement recommendations, or public notices without human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An AI SOP should begin with scope. The scope explains which workflow the SOP covers, which staff roles may use the tool, which systems or data are involved, and which AI-supported tasks are allowed. Scope is important because many AI tools can technically perform more tasks than the agency has approved. A clear scope prevents an approved tool from drifting into unapproved uses.
The SOP should define the standard workflow step by step. This includes preparing data, using the approved tool, reviewing outputs, correcting errors, documenting the final decision, and escalating concerns. For generative AI, the SOP should require staff to verify outputs against source material. For predictive tools, it should require staff to interpret scores in context and avoid treating the output as an automatic decision.
A strong SOP also includes exception handling. Staff need to know what to do when the AI tool is unavailable, the output is inconsistent with source data, the output appears biased or unsafe, the workflow involves a sensitive or unusual case, or the user is uncertain whether the use is allowed. The SOP should identify a fallback process and escalation pathway so staff are not forced to improvise.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SOPs should be maintained as living documents. AI workflows may change when policies, data feeds, models, prompts, vendors, or public health conditions change. SOP ownership, review frequency, and change control should be documented so the procedure remains aligned with approved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Staff applying an AI tool beyond the approved workflow.
Outputs being copied into official records without required review.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Errors, bias concerns, or privacy issues not being escalated.
No fallback process when the tool fails or is unavailable.
Outdated SOPs that no longer match the deployed workflow.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Create a workflow-specific SOP for each approved AI use.
Define allowed uses, prohibited uses, human review, and documentation requirements.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Require staff training before independent use.
Include override, escalation, and fallback procedures.
Review SOPs after incidents, major updates, or policy changes.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an AI workflow SOP for one approved or realistic public health use case. The SOP should include purpose, scope, roles, allowed uses, prohibited uses, step-by-step workflow, human review requirements, documentation requirements, escalation triggers, fallback process, and review schedule.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Draft AI workflow SOP
Role and responsibility matrix
Allowed/prohibited use section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fallback process
Review and maintenance schedule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Draft AI workflow SOP
Role and responsibility matrix
Allowed/prohibited use section
Escalation and fallback process
Review and maintenance schedule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does an approved AI tool still need a workflow-specific SOP?
2. What is an override?
3. Which item should an AI SOP include?
4. When should an SOP be reviewed?
5. What is strong completion evidence?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Workflow Standard Operating Procedures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An AI workflow standard operating procedure translates AI policy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describes how staff should use an approved AI-supported workflow, what.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SOPs are especially important because AI outputs may.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Operations and Data Quality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approved AI tools still require workflow-specific SOPs.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core elements of an AI workflow SOP.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Define human review, documentation, override, escalation, and fallback.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approved AI tools still require workflow-specific SOPs.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Distinguish between acceptable and prohibited uses.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draft AI workflow SOP for a public.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 workflow standard operating procedure translates AI policy into.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describes how staff should use an approved AI-supported workflow, what.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public health, SOPs are especially important because AI outputs may.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 workflow standard operating procedure translates AI policy into day-to-day.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approves an AI tool to draft summaries of environmental.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SOP explains which complaint types are eligible, which data fields may.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SOP also explains that the tool may not issue inspection decisions,.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approves an AI tool to draft summaries of environmental.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SOP explains which complaint types are.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SOP also explains that the tool may not issue.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 SOP should begin with scope.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scope explains which workflow the SOP covers, which staff roles may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Scope is important because many AI tools can technically perform more tasks.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 SOP should begin with scope.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SOPs should be maintained as living documents.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workflows may change when policies, data feeds, models, prompts, vendors,.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SOP ownership, review frequency, and change control should be documented so.</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SOPs should be maintained as living documents.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workflows may change when policies, data feeds,.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SOP ownership, review frequency, and change.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Risks and failure modes include the following: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applying an AI tool beyond the approved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Outputs being copied into official records without required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Risks and failure modes include the following: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Risks and failure modes include the following: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applying an AI tool beyond the approved.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Outputs being copied into official records without.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Errors, bias concerns, or privacy issues not being escalated.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No fallback process when the tool fails or is unavailable.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Outdated SOPs that no longer match the deployed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Errors, bias concerns, or privacy issues not being escalated.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Errors, bias concerns, or privacy issues not being.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No fallback process when the tool fails or 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Outdated SOPs that no longer match the deployed.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Recommended guardrails include the following: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Create a workflow-specific SOP for each approved AI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Define allowed uses, prohibited uses, human review, and documentation.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Recommended guardrails include the following: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Recommended guardrails include the following: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workflow-specific SOP for each approved.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Define allowed uses, prohibited uses, human.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Require staff training before independent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override, escalation, and fallback procedures.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Review SOPs after incidents, major updates, or policy changes.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Require staff training before independent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Require staff training before independent 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override, escalation, and fallback.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Review SOPs after incidents, major updates,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your agency, program, or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staff roles would need to understand or apply this concept before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could go wrong if this topic is not addressed before implementation?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your agency,.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staff roles would need to understand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could go wrong if this topic is not addressed.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evidence would governance, leadership, or operations staff need before.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policy, data, equity, privacy, security, or workflow questions remain.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evidence would governance, leadership, or operations staff need before.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evidence would governance, leadership,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policy, data, equity, privacy, security,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Draft an AI workflow SOP for one approved or realistic public health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SOP should include purpose, scope, roles, allowed uses, prohibited uses,.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Draft an AI workflow SOP for one approved or realistic public health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Draft an AI workflow SOP for one approved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SOP should include purpose, scope, roles,.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Draft AI workflow SOP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matrix</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Allowed/prohibited use section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Draft AI workflow SOP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Draft AI workflow SOP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Role and responsibility matrix</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Allowed/prohibited use section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Escalation and fallback process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Review and maintenance schedule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fallback process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fallback process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Review and maintenance schedule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Draft AI workflow SOP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matrix</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Allowed/prohibited use section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Draft AI workflow SOP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fallback process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Review and maintenance schedule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Why does an approved AI tool still need a workflow-specific SOP?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an override?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item should an AI SOP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Why does an approved AI tool still need a workflow-specific SOP?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Why does an approved AI tool still need 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OWASP guidance for LLM application security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policies for privacy, cybersecurity,.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Standard Operating Procedures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Relevant public health program SOPs, data governance documentation,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Relevant public health program SOPs, data governance documentation,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Relevant public health program SOPs, data.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Workflow Standard Operating Procedures</dc:title>
  <dc:subject>AI Workflow Standard Operating Procedures learning module</dc:subject>
  <dc:creator>Paula Soper</dc:creator>
  <cp:lastModifiedBy>Paula Soper</cp:lastModifiedBy>
  <cp:revision>1</cp:revision>
  <dcterms:created xsi:type="dcterms:W3CDTF">2026-07-13T03:27:54Z</dcterms:created>
  <dcterms:modified xsi:type="dcterms:W3CDTF">2026-07-13T03:27:54Z</dcterms:modified>
</cp:coreProperties>
</file>