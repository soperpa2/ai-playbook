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200 AI Use Case Intake and Triage Basics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Shared Foundational / Introductory Course
Appears in tracks: shared-foundational, governance-and-security, program-management, public-health-executive-leadership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31: Use Case Scoring &amp; Prioritization Matrix (Matrix)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an AI use case in plain language using the public health workflow, users, data, intended output, and decision context.
Distinguish between low-risk, moderate-risk, and high-risk AI use cases based on data sensitivity, workflow impact, public-facing use, automation level, and potential harm.
Identify when a use case should be routed to privacy, legal, IT, cybersecurity, equity, procurement, communications, or executive review.
Recognize use cases that should not proceed because AI is unnecessary, inappropriate, unsafe, or unsupported by available data.
Produce a use case intake and triage worksheet that can support governance review and portfolio prioritization.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Informal AI experimentation with sensitive or confidential data before review.
Tool-first proposals that do not solve a real workflow problem.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Use cases moving forward without ownership, validation, or monitoring plans.
High-risk public-facing or decision-support uses being treated as low-risk productivity tools.
Equity, accessibility, and community impacts being considered too late.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a standard intake worksheet before piloting or procuring AI tools.
Classify proposed uses by data sensitivity, automation level, public-facing impact, and decision consequence.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Route use cases to required reviewers before implementation begins.
Document use cases that are rejected, deferred, or approved with conditions.
Maintain a portfolio view of approved, active, paused, and retired AI uses.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Completed AI use case intake worksheet
Risk and readiness triage decision
List of required reviewers and next steps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Documented rationale for proceeding, deferring, redesigning, or rejecting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Completed AI use case intake worksheet
Risk and readiness triage decision
List of required reviewers and next steps
Documented rationale for proceeding, deferring, redesigning, or rejecting the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AI use case intake?
2. Which proposal should usually receive higher-risk triage?
3. What should happen when a proposed workflow problem can be solved without AI?
4. Which item belongs in an intake worksheet?
5. What is strong evidence of completion?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Use Case Intake and Triage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use case intake is the structured process of receiving, describing,.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this step is essential because AI ideas often begin 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common intake process, agencies may approve low-value or high-risk.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Shared Foundational / Introductory.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31: Use Case Scoring &amp; Prioritization Matrix (Matrix)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an AI use case in plain language using the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low-risk, moderate-risk, and high-risk AI use cases.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when a use case should be routed to privacy, legal,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an AI use case in plain language using the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an AI use case in plain language using.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between low-risk, moderate-risk,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when a use case should be routed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use case intake is the structured process of receiving, describing,.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this step is essential because AI ideas often begin 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common intake process, agencies may approve low-value or high-risk.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use case intake is the structured process of receiving, describing,.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use case intake is the structured process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this step is essential because.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common intake process, agencies may.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communicable disease program wants to use generative AI to summarize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Intake would document the workflow, the staff who would use the output,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Triage would likely route the use case to privacy, legal, IT, epidemiology,.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communicable disease program wants to use generative AI to summarize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communicable disease program wants to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Intake would document the workflow, the staff who.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Triage would likely route the use case to privacy,.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effective intake process begins by defining the problem before selecting.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describe the current workflow, the pain point, the people.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technology-first proposals that begin with a tool and then.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effective intake process begins by defining the problem before selecting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describe the current workflow,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prevents technology-first proposals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clear problem statement also helps reviewers.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 intake also supports portfolio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agencies collect use cases in a consistent format, leaders can compare.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intake record becomes the first governance artifact in the AI lifecycle.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also supports portfolio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case intake also supports portfolio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agencies collect use cases in a consistent.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intake record becomes the first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Informal AI experimentation with sensitive or confidential data before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Tool-first proposals that do not solve a real workflow problem.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cases moving forward without ownership, validation, or monitoring plans.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High-risk public-facing or decision-support uses being treated as low-risk.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Equity, accessibility, and community impacts being considered too late.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a standard intake worksheet before piloting or procuring AI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Classify proposed uses by data sensitivity, automation level, public-facing.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a standard intake worksheet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Classify proposed uses by data sensitivity,.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Route use cases to required reviewers before implementation begins.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use cases that are rejected, deferred, or approved with conditions.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 a portfolio view of approved, active, paused, and retired AI uses.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Route use cases to required reviewers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use cases that are rejected, deferred,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 a portfolio view of approved, active,.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 a use case intake and triage worksheet for one real or realistic.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problem statement, workflow, intended users, data 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 a use case intake and triage worksheet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 a use case intake and triage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problem statement, workflow, intended.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Completed AI use case intake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readiness triage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required reviewers and next steps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Completed AI use case intake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readiness triage decision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required reviewers and next steps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Documented rationale for proceeding, deferring, redesigning, or rejecting.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Documented rationale for proceeding, deferring, redesigning, or rejecting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Documented rationale for proceeding, deferring,.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Completed AI use case intake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readiness triage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required reviewers and next steps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Completed AI use case intake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readiness triage decision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required reviewers and next steps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main purpose of AI use case intake?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proposal should usually receive higher-risk triage?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should happen when a proposed workflow problem can be solved without.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main purpose of AI use case intake?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main purpose of AI use case intake?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Use Case Intake and Triage Basics</dc:title>
  <dc:subject>AI Use Case Intake and Triage Basics learning module</dc:subject>
  <dc:creator>Paula Soper</dc:creator>
  <cp:lastModifiedBy>Paula Soper</cp:lastModifiedBy>
  <cp:revision>1</cp:revision>
  <dcterms:created xsi:type="dcterms:W3CDTF">2026-07-14T04:35:32Z</dcterms:created>
  <dcterms:modified xsi:type="dcterms:W3CDTF">2026-07-14T04:35:32Z</dcterms:modified>
</cp:coreProperties>
</file>