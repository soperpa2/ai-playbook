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and Funding Management for AI Projects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grant and funding management for ai projects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roles, decisions, risks, and documentation needed for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 or decision.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equity, privacy, security, legal, operational, and public trust implications.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practical artifact that supports readiness, governance, implementation, monitoring, or accountability.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Grant and Funding Management for AI Projects artifact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Program Management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pmg-310-grant-and-funding-management-for-ai-projects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and Funding Management for AI Projects matters because AI adoption changes how public health agencies make, document, communicate, and review…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approach, staff may rely on informal practices, vendor assurances, or one-time approvals that do not match the operational…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accountability, resource constraints, and community trust obligations.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on this topic helps agencies define repeatable expectations before urgent situations arise.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helps staff distinguish low-risk administrative support from uses that affect surveillance, public communications, field response, resource…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right: The authority to approve, deny, modify, pause, or escalate an AI use case or operational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artifact: A document, log, checklist, test result, approval record, or review note that demonstrates responsible AI…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pathway: A defined route for raising concerns to the appropriate reviewer or decision-maker.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owner: The person or role responsible for ensuring that an AI use case is governed, monitored, and corrected when…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safeguard: A procedure, control, or review step that reduces risk during day-to-day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is preparing to use AI in a workflow related to connecting AI projects to allowable costs, deliverables, reporting,…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 initially treats the tool as a helpful efficiency aid, but governance reviewers recognize that the workflow may affect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responds by creating a clear artifact that defines intended use, prohibited use, responsible roles, review points, documentation…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a broad AI idea into a manageable public health practice.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topic applies across generative AI, predictive analytics, NLP, RAG, automation,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the data, the more consequential the output, or the more automated the action, the stronger the documentation, review,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in this topic is to define the decision or workflow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who is affected, what data are used, what AI output is produced, who reviews the output, and what action may follow.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the module from becoming abstract and anchors the work in public health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step is to assign responsibilities.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often cross program, IT, legal, privacy, communications, procurement, and leadership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should be named by role rather than assumed.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one-time checklist.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risks can change when data sources, models, vendors, policies, users, or public expectations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review intervals and change triggers.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unclear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responsible in general, no one may be responsible in practice.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practical grant and funding management for ai projects artifact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define the use case, affected roles, review criteria, safeguards, documentation expectations, escalation triggers,…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and Funding Management for AI Projects artifact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safeguard summary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evidence that grant and funding management for ai projects has been applied responsibly?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310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PMG 310: Grant and Funding Management for AI Projects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