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100 Executive AI Briefing for Public Health Leaders
This module focuses on decision-focused AI briefing for health officers and senior leaders.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Public Health Executive Leadership Track
Appears in tracks: public-health-executive-leadership, governance-security
This module focuses on decision-focused AI briefing for health officers and senior leaders.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executive ai briefing for public health leaders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decision-focused AI briefing for health officers and senior leaders.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Executive AI Briefing for Public Health Leaders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decision-focused AI briefing for health officers and senior leaders.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executive ai briefing for public health leaders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Executive AI Briefing for Public Health Leaders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Executive AI Briefing for Public Health Leaders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executive ai briefing for public health leaders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Executive AI Briefing for Public Health Leaders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focuses on decision-focused AI briefing for health officers and senior leaders.</a:t>
            </a:r>
            <a:endParaRPr lang="en-US" sz="1700" dirty="0"/>
          </a:p>
          <a:p>
            <a:r>
              <a:rPr lang="en-US" sz="17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 documents, workflows, and oversight.</a:t>
            </a:r>
            <a:endParaRPr lang="en-US" sz="1700" dirty="0"/>
          </a:p>
          <a:p>
            <a:r>
              <a:rPr lang="en-US" sz="17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 governance review, implementation.</a:t>
            </a:r>
            <a:endParaRPr lang="en-US" sz="1700" dirty="0"/>
          </a:p>
          <a:p>
            <a:r>
              <a:rPr lang="en-US" sz="1700" dirty="0">
                <a:solidFill>
                  <a:srgbClr val="17364A"/>
                </a:solidFill>
                <a:latin typeface="Aptos" pitchFamily="34" charset="0"/>
                <a:ea typeface="Aptos" pitchFamily="34" charset="-122"/>
                <a:cs typeface="Aptos" pitchFamily="34" charset="-120"/>
              </a:rPr>
              <a:t>It emphasizes paragraph-based reasoning, defined responsibilities, and documentation that can withstand public health, legal, privacy, equity, and.</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introductory</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Public Health Executive Leadership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public-health-executive-leadership, governance-security</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 lesson into a documented.</a:t>
            </a:r>
            <a:endParaRPr lang="en-US" sz="1460" dirty="0"/>
          </a:p>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Explain the purpose of executive ai briefing for public health leaders in public health AI.</a:t>
            </a:r>
            <a:endParaRPr lang="en-US" sz="1700" dirty="0"/>
          </a:p>
          <a:p>
            <a:r>
              <a:rPr lang="en-US" sz="17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1700" dirty="0"/>
          </a:p>
          <a:p>
            <a:r>
              <a:rPr lang="en-US" sz="17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1700" dirty="0"/>
          </a:p>
          <a:p>
            <a:r>
              <a:rPr lang="en-US" sz="1700" dirty="0">
                <a:solidFill>
                  <a:srgbClr val="17364A"/>
                </a:solidFill>
                <a:latin typeface="Aptos" pitchFamily="34" charset="0"/>
                <a:ea typeface="Aptos" pitchFamily="34" charset="-122"/>
                <a:cs typeface="Aptos" pitchFamily="34" charset="-120"/>
              </a:rPr>
              <a:t>Recognize equity, privacy, security, legal, operational, and public trust implications.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Explain the purpose of executive ai briefing for public health leaders in public health AI.</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focuses on decision-focused AI briefing for health officers and senior leaders.</a:t>
            </a:r>
            <a:endParaRPr lang="en-US" sz="1700" dirty="0"/>
          </a:p>
          <a:p>
            <a:r>
              <a:rPr lang="en-US" sz="17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 documents,.</a:t>
            </a:r>
            <a:endParaRPr lang="en-US" sz="1700" dirty="0"/>
          </a:p>
          <a:p>
            <a:r>
              <a:rPr lang="en-US" sz="17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 governance.</a:t>
            </a:r>
            <a:endParaRPr lang="en-US" sz="1700" dirty="0"/>
          </a:p>
          <a:p>
            <a:r>
              <a:rPr lang="en-US" sz="1700" dirty="0">
                <a:solidFill>
                  <a:srgbClr val="17364A"/>
                </a:solidFill>
                <a:latin typeface="Aptos" pitchFamily="34" charset="0"/>
                <a:ea typeface="Aptos" pitchFamily="34" charset="-122"/>
                <a:cs typeface="Aptos" pitchFamily="34" charset="-120"/>
              </a:rPr>
              <a:t>It emphasizes paragraph-based reasoning, defined responsibilities, and documentation that can withstand public health,.</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focuses on decision-focused AI briefing for health officers and senior leaders.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700" dirty="0"/>
          </a:p>
          <a:p>
            <a:r>
              <a:rPr lang="en-US" sz="1700" dirty="0">
                <a:solidFill>
                  <a:srgbClr val="17364A"/>
                </a:solidFill>
                <a:latin typeface="Aptos" pitchFamily="34" charset="0"/>
                <a:ea typeface="Aptos" pitchFamily="34" charset="-122"/>
                <a:cs typeface="Aptos" pitchFamily="34" charset="-120"/>
              </a:rPr>
              <a:t>Evidence artifact: A document, log, checklist, test result, approval record, or review note that demonstrates responsible AI.</a:t>
            </a:r>
            <a:endParaRPr lang="en-US" sz="1700" dirty="0"/>
          </a:p>
          <a:p>
            <a:r>
              <a:rPr lang="en-US" sz="17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1700" dirty="0"/>
          </a:p>
          <a:p>
            <a:r>
              <a:rPr lang="en-US" sz="1700" dirty="0">
                <a:solidFill>
                  <a:srgbClr val="17364A"/>
                </a:solidFill>
                <a:latin typeface="Aptos" pitchFamily="34" charset="0"/>
                <a:ea typeface="Aptos" pitchFamily="34" charset="-122"/>
                <a:cs typeface="Aptos" pitchFamily="34" charset="-120"/>
              </a:rPr>
              <a:t>Accountability owner: The person or role responsible for ensuring that an AI use case is governed, monitored, and corrected.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700" dirty="0"/>
          </a:p>
          <a:p>
            <a:r>
              <a:rPr lang="en-US" sz="1700" dirty="0">
                <a:solidFill>
                  <a:srgbClr val="17364A"/>
                </a:solidFill>
                <a:latin typeface="Aptos" pitchFamily="34" charset="0"/>
                <a:ea typeface="Aptos" pitchFamily="34" charset="-122"/>
                <a:cs typeface="Aptos" pitchFamily="34" charset="-120"/>
              </a:rPr>
              <a:t>It is not legal advice and does not replace review by agency legal counsel, privacy officers, procurement officials, civil.</a:t>
            </a:r>
            <a:endParaRPr lang="en-US" sz="1700" dirty="0"/>
          </a:p>
          <a:p>
            <a:r>
              <a:rPr lang="en-US" sz="1700" dirty="0">
                <a:solidFill>
                  <a:srgbClr val="17364A"/>
                </a:solidFill>
                <a:latin typeface="Aptos" pitchFamily="34" charset="0"/>
                <a:ea typeface="Aptos" pitchFamily="34" charset="-122"/>
                <a:cs typeface="Aptos" pitchFamily="34" charset="-120"/>
              </a:rPr>
              <a:t>Requirements may vary by state, locality, territory, Tribe, agency, funding source, data-sharing agreement, emergency.</a:t>
            </a:r>
            <a:endParaRPr lang="en-US" sz="1700" dirty="0"/>
          </a:p>
          <a:p>
            <a:r>
              <a:rPr lang="en-US" sz="1700" dirty="0">
                <a:solidFill>
                  <a:srgbClr val="17364A"/>
                </a:solidFill>
                <a:latin typeface="Aptos" pitchFamily="34" charset="0"/>
                <a:ea typeface="Aptos" pitchFamily="34" charset="-122"/>
                <a:cs typeface="Aptos" pitchFamily="34" charset="-120"/>
              </a:rPr>
              <a:t>Learners should use this module to identify the issues that require review and should confirm applicable requirements.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Executive AI Briefing for Public Health Leaders matters because AI adoption changes how public health agencies make,.</a:t>
            </a:r>
            <a:endParaRPr lang="en-US" sz="1700" dirty="0"/>
          </a:p>
          <a:p>
            <a:r>
              <a:rPr lang="en-US" sz="17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 approvals that do not.</a:t>
            </a:r>
            <a:endParaRPr lang="en-US" sz="1700" dirty="0"/>
          </a:p>
          <a:p>
            <a:r>
              <a:rPr lang="en-US" sz="17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 and community trust.</a:t>
            </a:r>
            <a:endParaRPr lang="en-US" sz="1700" dirty="0"/>
          </a:p>
          <a:p>
            <a:r>
              <a:rPr lang="en-US" sz="1700" dirty="0">
                <a:solidFill>
                  <a:srgbClr val="17364A"/>
                </a:solidFill>
                <a:latin typeface="Aptos" pitchFamily="34" charset="0"/>
                <a:ea typeface="Aptos" pitchFamily="34" charset="-122"/>
                <a:cs typeface="Aptos" pitchFamily="34" charset="-120"/>
              </a:rPr>
              <a:t>A module on this topic helps agencies define repeatable expectations before urgent situations arise.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Executive AI Briefing for Public Health Leaders matters because AI adoption changes how public health agencies make,.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public health agency is preparing to use AI in a workflow related to decision-focused AI briefing for health officers and.</a:t>
            </a:r>
            <a:endParaRPr lang="en-US" sz="1700" dirty="0"/>
          </a:p>
          <a:p>
            <a:r>
              <a:rPr lang="en-US" sz="17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 recognize that the.</a:t>
            </a:r>
            <a:endParaRPr lang="en-US" sz="1700" dirty="0"/>
          </a:p>
          <a:p>
            <a:r>
              <a:rPr lang="en-US" sz="17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 roles, review.</a:t>
            </a:r>
            <a:endParaRPr lang="en-US" sz="1700" dirty="0"/>
          </a:p>
          <a:p>
            <a:r>
              <a:rPr lang="en-US" sz="1700" dirty="0">
                <a:solidFill>
                  <a:srgbClr val="17364A"/>
                </a:solidFill>
                <a:latin typeface="Aptos" pitchFamily="34" charset="0"/>
                <a:ea typeface="Aptos" pitchFamily="34" charset="-122"/>
                <a:cs typeface="Aptos" pitchFamily="34" charset="-120"/>
              </a:rPr>
              <a:t>This converts a broad AI idea into a manageable public health practice.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public health agency is preparing to use AI in a workflow related to decision-focused AI briefing for health officers and.</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700" dirty="0"/>
          </a:p>
          <a:p>
            <a:r>
              <a:rPr lang="en-US" sz="17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 output, and what.</a:t>
            </a:r>
            <a:endParaRPr lang="en-US" sz="1700" dirty="0"/>
          </a:p>
          <a:p>
            <a:r>
              <a:rPr lang="en-US" sz="17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1700" dirty="0"/>
          </a:p>
          <a:p>
            <a:r>
              <a:rPr lang="en-US" sz="1700" dirty="0">
                <a:solidFill>
                  <a:srgbClr val="17364A"/>
                </a:solidFill>
                <a:latin typeface="Aptos" pitchFamily="34" charset="0"/>
                <a:ea typeface="Aptos" pitchFamily="34" charset="-122"/>
                <a:cs typeface="Aptos" pitchFamily="34" charset="-120"/>
              </a:rPr>
              <a:t>The second step is to assign responsibilities.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700" dirty="0"/>
          </a:p>
          <a:p>
            <a:r>
              <a:rPr lang="en-US" sz="17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1700" dirty="0"/>
          </a:p>
          <a:p>
            <a:r>
              <a:rPr lang="en-US" sz="1700" dirty="0">
                <a:solidFill>
                  <a:srgbClr val="17364A"/>
                </a:solidFill>
                <a:latin typeface="Aptos" pitchFamily="34" charset="0"/>
                <a:ea typeface="Aptos" pitchFamily="34" charset="-122"/>
                <a:cs typeface="Aptos" pitchFamily="34" charset="-120"/>
              </a:rPr>
              <a:t>A guardrail is to define review intervals and change triggers.</a:t>
            </a:r>
            <a:endParaRPr lang="en-US" sz="1700" dirty="0"/>
          </a:p>
          <a:p>
            <a:r>
              <a:rPr lang="en-US" sz="1700" dirty="0">
                <a:solidFill>
                  <a:srgbClr val="17364A"/>
                </a:solidFill>
                <a:latin typeface="Aptos" pitchFamily="34" charset="0"/>
                <a:ea typeface="Aptos" pitchFamily="34" charset="-122"/>
                <a:cs typeface="Aptos" pitchFamily="34" charset="-120"/>
              </a:rPr>
              <a:t>Another failure mode is unclear ownership.</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a:t>
            </a:r>
            <a:endParaRPr lang="en-US" sz="1700" dirty="0"/>
          </a:p>
          <a:p>
            <a:r>
              <a:rPr lang="en-US" sz="17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 stronger the.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public health decision or workflow does this topic affect?</a:t>
            </a:r>
            <a:endParaRPr lang="en-US" sz="1700" dirty="0"/>
          </a:p>
          <a:p>
            <a:r>
              <a:rPr lang="en-US" sz="1700" dirty="0">
                <a:solidFill>
                  <a:srgbClr val="17364A"/>
                </a:solidFill>
                <a:latin typeface="Aptos" pitchFamily="34" charset="0"/>
                <a:ea typeface="Aptos" pitchFamily="34" charset="-122"/>
                <a:cs typeface="Aptos" pitchFamily="34" charset="-120"/>
              </a:rPr>
              <a:t>Who has authority to approve or pause the work?</a:t>
            </a:r>
            <a:endParaRPr lang="en-US" sz="1700" dirty="0"/>
          </a:p>
          <a:p>
            <a:r>
              <a:rPr lang="en-US" sz="17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700" dirty="0"/>
          </a:p>
          <a:p>
            <a:r>
              <a:rPr lang="en-US" sz="1700" dirty="0">
                <a:solidFill>
                  <a:srgbClr val="17364A"/>
                </a:solidFill>
                <a:latin typeface="Aptos" pitchFamily="34" charset="0"/>
                <a:ea typeface="Aptos" pitchFamily="34" charset="-122"/>
                <a:cs typeface="Aptos" pitchFamily="34" charset="-120"/>
              </a:rPr>
              <a:t>How will the agency know when the workflow needs to be revised?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practical executive ai briefing for public health leaders artifact for one AI-supported public health use case.</a:t>
            </a:r>
            <a:endParaRPr lang="en-US" sz="1700" dirty="0"/>
          </a:p>
          <a:p>
            <a:r>
              <a:rPr lang="en-US" sz="17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 expectations,.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practical executive ai briefing for public health leaders artifact for one AI-supported public health use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Executive AI Briefing for Public Health Leaders artifact</a:t>
            </a:r>
            <a:endParaRPr lang="en-US" sz="1700" dirty="0"/>
          </a:p>
          <a:p>
            <a:r>
              <a:rPr lang="en-US" sz="1700" dirty="0">
                <a:solidFill>
                  <a:srgbClr val="17364A"/>
                </a:solidFill>
                <a:latin typeface="Aptos" pitchFamily="34" charset="0"/>
                <a:ea typeface="Aptos" pitchFamily="34" charset="-122"/>
                <a:cs typeface="Aptos" pitchFamily="34" charset="-120"/>
              </a:rPr>
              <a:t>Role and responsibility table</a:t>
            </a:r>
            <a:endParaRPr lang="en-US" sz="1700" dirty="0"/>
          </a:p>
          <a:p>
            <a:r>
              <a:rPr lang="en-US" sz="1700" dirty="0">
                <a:solidFill>
                  <a:srgbClr val="17364A"/>
                </a:solidFill>
                <a:latin typeface="Aptos" pitchFamily="34" charset="0"/>
                <a:ea typeface="Aptos" pitchFamily="34" charset="-122"/>
                <a:cs typeface="Aptos" pitchFamily="34" charset="-120"/>
              </a:rPr>
              <a:t>Risk and safeguard summary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Executive AI Briefing for Public Health Leaders artifact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Escalation and monitoring plan</a:t>
            </a:r>
            <a:endParaRPr lang="en-US" sz="1700" dirty="0"/>
          </a:p>
          <a:p>
            <a:r>
              <a:rPr lang="en-US" sz="1700" dirty="0">
                <a:solidFill>
                  <a:srgbClr val="17364A"/>
                </a:solidFill>
                <a:latin typeface="Aptos" pitchFamily="34" charset="0"/>
                <a:ea typeface="Aptos" pitchFamily="34" charset="-122"/>
                <a:cs typeface="Aptos" pitchFamily="34" charset="-120"/>
              </a:rPr>
              <a:t>Approval or review note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Escalation and monitoring plan</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Executive AI Briefing for Public Health Leaders artifact</a:t>
            </a:r>
            <a:endParaRPr lang="en-US" sz="1700" dirty="0"/>
          </a:p>
          <a:p>
            <a:r>
              <a:rPr lang="en-US" sz="1700" dirty="0">
                <a:solidFill>
                  <a:srgbClr val="17364A"/>
                </a:solidFill>
                <a:latin typeface="Aptos" pitchFamily="34" charset="0"/>
                <a:ea typeface="Aptos" pitchFamily="34" charset="-122"/>
                <a:cs typeface="Aptos" pitchFamily="34" charset="-120"/>
              </a:rPr>
              <a:t>Role and responsibility table</a:t>
            </a:r>
            <a:endParaRPr lang="en-US" sz="1700" dirty="0"/>
          </a:p>
          <a:p>
            <a:r>
              <a:rPr lang="en-US" sz="1700" dirty="0">
                <a:solidFill>
                  <a:srgbClr val="17364A"/>
                </a:solidFill>
                <a:latin typeface="Aptos" pitchFamily="34" charset="0"/>
                <a:ea typeface="Aptos" pitchFamily="34" charset="-122"/>
                <a:cs typeface="Aptos" pitchFamily="34" charset="-120"/>
              </a:rPr>
              <a:t>Risk and safeguard summary</a:t>
            </a:r>
            <a:endParaRPr lang="en-US" sz="1700" dirty="0"/>
          </a:p>
          <a:p>
            <a:r>
              <a:rPr lang="en-US" sz="1700" dirty="0">
                <a:solidFill>
                  <a:srgbClr val="17364A"/>
                </a:solidFill>
                <a:latin typeface="Aptos" pitchFamily="34" charset="0"/>
                <a:ea typeface="Aptos" pitchFamily="34" charset="-122"/>
                <a:cs typeface="Aptos" pitchFamily="34" charset="-120"/>
              </a:rPr>
              <a:t>Escalation and monitoring plan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Executive AI Briefing for Public Health Leaders artifact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the strongest evidence that executive ai briefing for public health leaders has been applied responsibly?</a:t>
            </a:r>
            <a:endParaRPr lang="en-US" sz="1700" dirty="0"/>
          </a:p>
          <a:p>
            <a:r>
              <a:rPr lang="en-US" sz="1700" dirty="0">
                <a:solidFill>
                  <a:srgbClr val="17364A"/>
                </a:solidFill>
                <a:latin typeface="Aptos" pitchFamily="34" charset="0"/>
                <a:ea typeface="Aptos" pitchFamily="34" charset="-122"/>
                <a:cs typeface="Aptos" pitchFamily="34" charset="-120"/>
              </a:rPr>
              <a:t>2. What is the best reason to assign an accountability owner?</a:t>
            </a:r>
            <a:endParaRPr lang="en-US" sz="1700" dirty="0"/>
          </a:p>
          <a:p>
            <a:r>
              <a:rPr lang="en-US" sz="1700" dirty="0">
                <a:solidFill>
                  <a:srgbClr val="17364A"/>
                </a:solidFill>
                <a:latin typeface="Aptos" pitchFamily="34" charset="0"/>
                <a:ea typeface="Aptos" pitchFamily="34" charset="-122"/>
                <a:cs typeface="Aptos" pitchFamily="34" charset="-120"/>
              </a:rPr>
              <a:t>3. When should an AI-supported workflow be escalated for review?</a:t>
            </a:r>
            <a:endParaRPr lang="en-US" sz="1700" dirty="0"/>
          </a:p>
          <a:p>
            <a:r>
              <a:rPr lang="en-US" sz="1700" dirty="0">
                <a:solidFill>
                  <a:srgbClr val="17364A"/>
                </a:solidFill>
                <a:latin typeface="Aptos" pitchFamily="34" charset="0"/>
                <a:ea typeface="Aptos" pitchFamily="34" charset="-122"/>
                <a:cs typeface="Aptos" pitchFamily="34" charset="-120"/>
              </a:rPr>
              <a:t>4. Which practice best supports public accountability?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the strongest evidence that executive ai briefing for public health leaders has been applied responsibly?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a:p>
            <a:r>
              <a:rPr lang="en-US" sz="17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WHO Ethics and Governance of Artificial Intelligence for Health guidance: https://www.who.int/publications/i/item/9789240029200</a:t>
            </a:r>
            <a:endParaRPr lang="en-US" sz="1700" dirty="0"/>
          </a:p>
          <a:p>
            <a:r>
              <a:rPr lang="en-US" sz="170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AI Briefing for Public Health Leaders</dc:title>
  <dc:subject>Executive AI Briefing for Public Health Leaders learning module</dc:subject>
  <dc:creator>Paula Soper</dc:creator>
  <cp:lastModifiedBy>Paula Soper</cp:lastModifiedBy>
  <cp:revision>1</cp:revision>
  <dcterms:created xsi:type="dcterms:W3CDTF">2026-07-12T18:54:58Z</dcterms:created>
  <dcterms:modified xsi:type="dcterms:W3CDTF">2026-07-12T18:54:58Z</dcterms:modified>
</cp:coreProperties>
</file>