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 accept for.</a:t>
            </a:r>
            <a:endParaRPr lang="en-US" sz="2100" dirty="0"/>
          </a:p>
          <a:p>
            <a:r>
              <a:rPr lang="en-US" sz="21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 mission.</a:t>
            </a:r>
            <a:endParaRPr lang="en-US" sz="2100" dirty="0"/>
          </a:p>
          <a:p>
            <a:r>
              <a:rPr lang="en-US" sz="21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 AI uses.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2100" dirty="0"/>
          </a:p>
          <a:p>
            <a:r>
              <a:rPr lang="en-US" sz="2100" dirty="0">
                <a:solidFill>
                  <a:srgbClr val="17364A"/>
                </a:solidFill>
                <a:latin typeface="Aptos" pitchFamily="34" charset="0"/>
                <a:ea typeface="Aptos" pitchFamily="34" charset="-122"/>
                <a:cs typeface="Aptos" pitchFamily="34" charset="-120"/>
              </a:rPr>
              <a:t>Identify AI uses that may be low, moderate, high, or unacceptable risk in a public health context.</a:t>
            </a:r>
            <a:endParaRPr lang="en-US" sz="2100" dirty="0"/>
          </a:p>
          <a:p>
            <a:r>
              <a:rPr lang="en-US" sz="2100" dirty="0">
                <a:solidFill>
                  <a:srgbClr val="17364A"/>
                </a:solidFill>
                <a:latin typeface="Aptos" pitchFamily="34" charset="0"/>
                <a:ea typeface="Aptos" pitchFamily="34" charset="-122"/>
                <a:cs typeface="Aptos" pitchFamily="34" charset="-120"/>
              </a:rPr>
              <a:t>Develop risk tolerance statements for different AI use categories.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2100" dirty="0"/>
          </a:p>
          <a:p>
            <a:r>
              <a:rPr lang="en-US" sz="21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a:t>
            </a:r>
            <a:endParaRPr lang="en-US" sz="2100" dirty="0"/>
          </a:p>
          <a:p>
            <a:r>
              <a:rPr lang="en-US" sz="21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2100" dirty="0"/>
          </a:p>
          <a:p>
            <a:r>
              <a:rPr lang="en-US" sz="2100" dirty="0">
                <a:solidFill>
                  <a:srgbClr val="17364A"/>
                </a:solidFill>
                <a:latin typeface="Aptos" pitchFamily="34" charset="0"/>
                <a:ea typeface="Aptos" pitchFamily="34" charset="-122"/>
                <a:cs typeface="Aptos" pitchFamily="34" charset="-120"/>
              </a:rPr>
              <a:t>A generative AI tool might be acceptable for drafting internal meeting notes but not for producing.</a:t>
            </a:r>
            <a:endParaRPr lang="en-US" sz="2100" dirty="0"/>
          </a:p>
          <a:p>
            <a:r>
              <a:rPr lang="en-US" sz="2100" dirty="0">
                <a:solidFill>
                  <a:srgbClr val="17364A"/>
                </a:solidFill>
                <a:latin typeface="Aptos" pitchFamily="34" charset="0"/>
                <a:ea typeface="Aptos" pitchFamily="34" charset="-122"/>
                <a:cs typeface="Aptos" pitchFamily="34" charset="-120"/>
              </a:rPr>
              <a:t>A predictive model might be acceptable for planning staffing levels but not for denying services.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2100" dirty="0"/>
          </a:p>
          <a:p>
            <a:r>
              <a:rPr lang="en-US" sz="2100" dirty="0">
                <a:solidFill>
                  <a:srgbClr val="17364A"/>
                </a:solidFill>
                <a:latin typeface="Aptos" pitchFamily="34" charset="0"/>
                <a:ea typeface="Aptos" pitchFamily="34" charset="-122"/>
                <a:cs typeface="Aptos" pitchFamily="34" charset="-120"/>
              </a:rPr>
              <a:t>It may define a moderate appetite for staff-facing decision support when human review, validation, and.</a:t>
            </a:r>
            <a:endParaRPr lang="en-US" sz="2100" dirty="0"/>
          </a:p>
          <a:p>
            <a:r>
              <a:rPr lang="en-US" sz="2100" dirty="0">
                <a:solidFill>
                  <a:srgbClr val="17364A"/>
                </a:solidFill>
                <a:latin typeface="Aptos" pitchFamily="34" charset="0"/>
                <a:ea typeface="Aptos" pitchFamily="34" charset="-122"/>
                <a:cs typeface="Aptos" pitchFamily="34" charset="-120"/>
              </a:rPr>
              <a:t>It may define a very low appetite for unsupervised public-facing advice, automated eligibility.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2100" dirty="0"/>
          </a:p>
          <a:p>
            <a:r>
              <a:rPr lang="en-US" sz="2100" dirty="0">
                <a:solidFill>
                  <a:srgbClr val="17364A"/>
                </a:solidFill>
                <a:latin typeface="Aptos" pitchFamily="34" charset="0"/>
                <a:ea typeface="Aptos" pitchFamily="34" charset="-122"/>
                <a:cs typeface="Aptos" pitchFamily="34" charset="-120"/>
              </a:rPr>
              <a:t>For example, an agency might state that it encourages low-risk AI uses that reduce internal.</a:t>
            </a:r>
            <a:endParaRPr lang="en-US" sz="2100" dirty="0"/>
          </a:p>
          <a:p>
            <a:r>
              <a:rPr lang="en-US" sz="2100" dirty="0">
                <a:solidFill>
                  <a:srgbClr val="17364A"/>
                </a:solidFill>
                <a:latin typeface="Aptos" pitchFamily="34" charset="0"/>
                <a:ea typeface="Aptos" pitchFamily="34" charset="-122"/>
                <a:cs typeface="Aptos" pitchFamily="34" charset="-120"/>
              </a:rPr>
              <a:t>It might state that it will consider moderate-risk uses involving operational data only with documented.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vague risk language.</a:t>
            </a:r>
            <a:endParaRPr lang="en-US" sz="2100" dirty="0"/>
          </a:p>
          <a:p>
            <a:r>
              <a:rPr lang="en-US" sz="2100" dirty="0">
                <a:solidFill>
                  <a:srgbClr val="17364A"/>
                </a:solidFill>
                <a:latin typeface="Aptos" pitchFamily="34" charset="0"/>
                <a:ea typeface="Aptos" pitchFamily="34" charset="-122"/>
                <a:cs typeface="Aptos" pitchFamily="34" charset="-120"/>
              </a:rPr>
              <a:t>Phrases like 'use AI responsibly' do not help staff decide what is allowed.</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concrete examples of encouraged, conditional, restricted, and prohibited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vague risk language.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 appetite applies differently across AI types.</a:t>
            </a:r>
            <a:endParaRPr lang="en-US" sz="2100" dirty="0"/>
          </a:p>
          <a:p>
            <a:r>
              <a:rPr lang="en-US" sz="2100" dirty="0">
                <a:solidFill>
                  <a:srgbClr val="17364A"/>
                </a:solidFill>
                <a:latin typeface="Aptos" pitchFamily="34" charset="0"/>
                <a:ea typeface="Aptos" pitchFamily="34" charset="-122"/>
                <a:cs typeface="Aptos" pitchFamily="34" charset="-120"/>
              </a:rPr>
              <a:t>Generative AI for internal drafting may fall into a lower-risk category when reviewed by humans.</a:t>
            </a:r>
            <a:endParaRPr lang="en-US" sz="2100" dirty="0"/>
          </a:p>
          <a:p>
            <a:r>
              <a:rPr lang="en-US" sz="2100" dirty="0">
                <a:solidFill>
                  <a:srgbClr val="17364A"/>
                </a:solidFill>
                <a:latin typeface="Aptos" pitchFamily="34" charset="0"/>
                <a:ea typeface="Aptos" pitchFamily="34" charset="-122"/>
                <a:cs typeface="Aptos" pitchFamily="34" charset="-120"/>
              </a:rPr>
              <a:t>Predictive models used for prioritization require stronger validation and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 appetite applies differently across AI types.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2026-07-13T01:54:45Z</dcterms:created>
  <dcterms:modified xsi:type="dcterms:W3CDTF">2026-07-13T01:54:45Z</dcterms:modified>
</cp:coreProperties>
</file>