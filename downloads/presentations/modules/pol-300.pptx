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 governments,.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 they do.</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 document.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governance-and-security, public-health-executive-leadership, program-management</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2100" dirty="0"/>
          </a:p>
          <a:p>
            <a:r>
              <a:rPr lang="en-US" sz="2100" dirty="0">
                <a:solidFill>
                  <a:srgbClr val="17364A"/>
                </a:solidFill>
                <a:latin typeface="Aptos" pitchFamily="34" charset="0"/>
                <a:ea typeface="Aptos" pitchFamily="34" charset="-122"/>
                <a:cs typeface="Aptos" pitchFamily="34" charset="-120"/>
              </a:rPr>
              <a:t>Explain why regulatory readiness requires monitoring, interpretation, documentation, and policy.</a:t>
            </a:r>
            <a:endParaRPr lang="en-US" sz="2100" dirty="0"/>
          </a:p>
          <a:p>
            <a:r>
              <a:rPr lang="en-US" sz="2100" dirty="0">
                <a:solidFill>
                  <a:srgbClr val="17364A"/>
                </a:solidFill>
                <a:latin typeface="Aptos" pitchFamily="34" charset="0"/>
                <a:ea typeface="Aptos" pitchFamily="34" charset="-122"/>
                <a:cs typeface="Aptos" pitchFamily="34" charset="-120"/>
              </a:rPr>
              <a:t>Distinguish between binding requirements, agency policy, professional guidance, standards, and best.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categories of law, policy, standards, and guidance that may affect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why regulatory readiness requires monitoring, interpretation, documentation, and.</a:t>
            </a:r>
            <a:endParaRPr lang="en-US" sz="1380" dirty="0"/>
          </a:p>
          <a:p>
            <a:r>
              <a:rPr lang="en-US" sz="1380" dirty="0">
                <a:solidFill>
                  <a:srgbClr val="17364A"/>
                </a:solidFill>
                <a:latin typeface="Aptos" pitchFamily="34" charset="0"/>
                <a:ea typeface="Aptos" pitchFamily="34" charset="-122"/>
                <a:cs typeface="Aptos" pitchFamily="34" charset="-120"/>
              </a:rPr>
              <a:t>Distinguish between binding requirements, agency policy, professional guidance, standards,.</a:t>
            </a:r>
            <a:endParaRPr lang="en-US" sz="1380" dirty="0"/>
          </a:p>
          <a:p>
            <a:r>
              <a:rPr lang="en-US" sz="1380" dirty="0">
                <a:solidFill>
                  <a:srgbClr val="17364A"/>
                </a:solidFill>
                <a:latin typeface="Aptos" pitchFamily="34" charset="0"/>
                <a:ea typeface="Aptos" pitchFamily="34" charset="-122"/>
                <a:cs typeface="Aptos" pitchFamily="34" charset="-120"/>
              </a:rPr>
              <a:t>Create a policy scan process for AI-related developments.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2100" dirty="0"/>
          </a:p>
          <a:p>
            <a:r>
              <a:rPr lang="en-US" sz="2100" dirty="0">
                <a:solidFill>
                  <a:srgbClr val="17364A"/>
                </a:solidFill>
                <a:latin typeface="Aptos" pitchFamily="34" charset="0"/>
                <a:ea typeface="Aptos" pitchFamily="34" charset="-122"/>
                <a:cs typeface="Aptos" pitchFamily="34" charset="-120"/>
              </a:rPr>
              <a:t>Public health agencies do not need to wait for every rule to be settled before acting responsibly, but.</a:t>
            </a:r>
            <a:endParaRPr lang="en-US" sz="2100" dirty="0"/>
          </a:p>
          <a:p>
            <a:r>
              <a:rPr lang="en-US" sz="2100" dirty="0">
                <a:solidFill>
                  <a:srgbClr val="17364A"/>
                </a:solidFill>
                <a:latin typeface="Aptos" pitchFamily="34" charset="0"/>
                <a:ea typeface="Aptos" pitchFamily="34" charset="-122"/>
                <a:cs typeface="Aptos" pitchFamily="34" charset="-120"/>
              </a:rPr>
              <a:t>Regulatory readiness means the agency can identify relevant requirements, update internal policies,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public health AI policy landscape is evolving quickly across federal agencies, states, local.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public health AI policy landscape is evolving quickly across federal agencies, states,.</a:t>
            </a:r>
            <a:endParaRPr lang="en-US" sz="1380" dirty="0"/>
          </a:p>
          <a:p>
            <a:r>
              <a:rPr lang="en-US" sz="1380" dirty="0">
                <a:solidFill>
                  <a:srgbClr val="17364A"/>
                </a:solidFill>
                <a:latin typeface="Aptos" pitchFamily="34" charset="0"/>
                <a:ea typeface="Aptos" pitchFamily="34" charset="-122"/>
                <a:cs typeface="Aptos" pitchFamily="34" charset="-120"/>
              </a:rPr>
              <a:t>Public health agencies do not need to wait for every rule to be settled before acting.</a:t>
            </a:r>
            <a:endParaRPr lang="en-US" sz="1380" dirty="0"/>
          </a:p>
          <a:p>
            <a:r>
              <a:rPr lang="en-US" sz="1380" dirty="0">
                <a:solidFill>
                  <a:srgbClr val="17364A"/>
                </a:solidFill>
                <a:latin typeface="Aptos" pitchFamily="34" charset="0"/>
                <a:ea typeface="Aptos" pitchFamily="34" charset="-122"/>
                <a:cs typeface="Aptos" pitchFamily="34" charset="-120"/>
              </a:rPr>
              <a:t>Regulatory readiness means the agency can identify relevant requirements, update internal.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2100" dirty="0"/>
          </a:p>
          <a:p>
            <a:r>
              <a:rPr lang="en-US" sz="2100" dirty="0">
                <a:solidFill>
                  <a:srgbClr val="17364A"/>
                </a:solidFill>
                <a:latin typeface="Aptos" pitchFamily="34" charset="0"/>
                <a:ea typeface="Aptos" pitchFamily="34" charset="-122"/>
                <a:cs typeface="Aptos" pitchFamily="34" charset="-120"/>
              </a:rPr>
              <a:t>A policy scan identifies privacy, public records, procurement, accessibility, cybersecurity, and civil.</a:t>
            </a:r>
            <a:endParaRPr lang="en-US" sz="2100" dirty="0"/>
          </a:p>
          <a:p>
            <a:r>
              <a:rPr lang="en-US" sz="2100" dirty="0">
                <a:solidFill>
                  <a:srgbClr val="17364A"/>
                </a:solidFill>
                <a:latin typeface="Aptos" pitchFamily="34" charset="0"/>
                <a:ea typeface="Aptos" pitchFamily="34" charset="-122"/>
                <a:cs typeface="Aptos" pitchFamily="34" charset="-120"/>
              </a:rPr>
              <a:t>The agency creates a readiness memo that distinguishes existing requirements from emerging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is considering AI tools for translation, complaint triage, and case note.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local health department is considering AI tools for translation, complaint triage, and.</a:t>
            </a:r>
            <a:endParaRPr lang="en-US" sz="1380" dirty="0"/>
          </a:p>
          <a:p>
            <a:r>
              <a:rPr lang="en-US" sz="1380" dirty="0">
                <a:solidFill>
                  <a:srgbClr val="17364A"/>
                </a:solidFill>
                <a:latin typeface="Aptos" pitchFamily="34" charset="0"/>
                <a:ea typeface="Aptos" pitchFamily="34" charset="-122"/>
                <a:cs typeface="Aptos" pitchFamily="34" charset="-120"/>
              </a:rPr>
              <a:t>A policy scan identifies privacy, public records, procurement, accessibility,.</a:t>
            </a:r>
            <a:endParaRPr lang="en-US" sz="1380" dirty="0"/>
          </a:p>
          <a:p>
            <a:r>
              <a:rPr lang="en-US" sz="1380" dirty="0">
                <a:solidFill>
                  <a:srgbClr val="17364A"/>
                </a:solidFill>
                <a:latin typeface="Aptos" pitchFamily="34" charset="0"/>
                <a:ea typeface="Aptos" pitchFamily="34" charset="-122"/>
                <a:cs typeface="Aptos" pitchFamily="34" charset="-120"/>
              </a:rPr>
              <a:t>The agency creates a readiness memo that distinguishes existing requirements from emerging.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2100" dirty="0"/>
          </a:p>
          <a:p>
            <a:r>
              <a:rPr lang="en-US" sz="2100" dirty="0">
                <a:solidFill>
                  <a:srgbClr val="17364A"/>
                </a:solidFill>
                <a:latin typeface="Aptos" pitchFamily="34" charset="0"/>
                <a:ea typeface="Aptos" pitchFamily="34" charset="-122"/>
                <a:cs typeface="Aptos" pitchFamily="34" charset="-120"/>
              </a:rPr>
              <a:t>Public health AI may be affected by health privacy rules, state confidentiality laws, public records.</a:t>
            </a:r>
            <a:endParaRPr lang="en-US" sz="2100" dirty="0"/>
          </a:p>
          <a:p>
            <a:r>
              <a:rPr lang="en-US" sz="2100" dirty="0">
                <a:solidFill>
                  <a:srgbClr val="17364A"/>
                </a:solidFill>
                <a:latin typeface="Aptos" pitchFamily="34" charset="0"/>
                <a:ea typeface="Aptos" pitchFamily="34" charset="-122"/>
                <a:cs typeface="Aptos" pitchFamily="34" charset="-120"/>
              </a:rPr>
              <a:t>AI-specific policy should be layered onto this existing policy environment.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Policy readiness begins by identifying relevant domains rather than looking for a single AI law.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AI may be affected by health privacy rules, state confidentiality laws,.</a:t>
            </a:r>
            <a:endParaRPr lang="en-US" sz="1380" dirty="0"/>
          </a:p>
          <a:p>
            <a:r>
              <a:rPr lang="en-US" sz="1380" dirty="0">
                <a:solidFill>
                  <a:srgbClr val="17364A"/>
                </a:solidFill>
                <a:latin typeface="Aptos" pitchFamily="34" charset="0"/>
                <a:ea typeface="Aptos" pitchFamily="34" charset="-122"/>
                <a:cs typeface="Aptos" pitchFamily="34" charset="-120"/>
              </a:rPr>
              <a:t>Agencies should distinguish between different levels of authority.</a:t>
            </a:r>
            <a:endParaRPr lang="en-US" sz="1380" dirty="0"/>
          </a:p>
          <a:p>
            <a:r>
              <a:rPr lang="en-US" sz="1380" dirty="0">
                <a:solidFill>
                  <a:srgbClr val="17364A"/>
                </a:solidFill>
                <a:latin typeface="Aptos" pitchFamily="34" charset="0"/>
                <a:ea typeface="Aptos" pitchFamily="34" charset="-122"/>
                <a:cs typeface="Aptos" pitchFamily="34" charset="-120"/>
              </a:rPr>
              <a:t>A statute, regulation, contract clause, grant requirement, executive order, agency policy,.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Regulatory readiness also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When policy requirements change, the agency may need to update SOPs, procurement language, risk tiers,.</a:t>
            </a:r>
            <a:endParaRPr lang="en-US" sz="2100" dirty="0"/>
          </a:p>
          <a:p>
            <a:r>
              <a:rPr lang="en-US" sz="2100" dirty="0">
                <a:solidFill>
                  <a:srgbClr val="17364A"/>
                </a:solidFill>
                <a:latin typeface="Aptos" pitchFamily="34" charset="0"/>
                <a:ea typeface="Aptos" pitchFamily="34" charset="-122"/>
                <a:cs typeface="Aptos" pitchFamily="34" charset="-120"/>
              </a:rPr>
              <a:t>A policy update is not complete until it has been translated into operational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Regulatory readiness also requires change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Regulatory readiness also requires change management.</a:t>
            </a:r>
            <a:endParaRPr lang="en-US" sz="1380" dirty="0"/>
          </a:p>
          <a:p>
            <a:r>
              <a:rPr lang="en-US" sz="1380" dirty="0">
                <a:solidFill>
                  <a:srgbClr val="17364A"/>
                </a:solidFill>
                <a:latin typeface="Aptos" pitchFamily="34" charset="0"/>
                <a:ea typeface="Aptos" pitchFamily="34" charset="-122"/>
                <a:cs typeface="Aptos" pitchFamily="34" charset="-120"/>
              </a:rPr>
              <a:t>When policy requirements change, the agency may need to update SOPs, procurement language,.</a:t>
            </a:r>
            <a:endParaRPr lang="en-US" sz="1380" dirty="0"/>
          </a:p>
          <a:p>
            <a:r>
              <a:rPr lang="en-US" sz="1380" dirty="0">
                <a:solidFill>
                  <a:srgbClr val="17364A"/>
                </a:solidFill>
                <a:latin typeface="Aptos" pitchFamily="34" charset="0"/>
                <a:ea typeface="Aptos" pitchFamily="34" charset="-122"/>
                <a:cs typeface="Aptos" pitchFamily="34" charset="-120"/>
              </a:rPr>
              <a:t>A policy update is not complete until it has been translated into operational practice.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Assuming there is no policy risk because there is no single AI statute.</a:t>
            </a:r>
            <a:endParaRPr lang="en-US" sz="2100" dirty="0"/>
          </a:p>
          <a:p>
            <a:r>
              <a:rPr lang="en-US" sz="2100" dirty="0">
                <a:solidFill>
                  <a:srgbClr val="17364A"/>
                </a:solidFill>
                <a:latin typeface="Aptos" pitchFamily="34" charset="0"/>
                <a:ea typeface="Aptos" pitchFamily="34" charset="-122"/>
                <a:cs typeface="Aptos" pitchFamily="34" charset="-120"/>
              </a:rPr>
              <a:t>Treating nonbinding guidance as irrelevant even when it reflects expected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Risks and failure modes include the following:</a:t>
            </a:r>
            <a:endParaRPr lang="en-US" sz="1380" dirty="0"/>
          </a:p>
          <a:p>
            <a:r>
              <a:rPr lang="en-US" sz="1380" dirty="0">
                <a:solidFill>
                  <a:srgbClr val="17364A"/>
                </a:solidFill>
                <a:latin typeface="Aptos" pitchFamily="34" charset="0"/>
                <a:ea typeface="Aptos" pitchFamily="34" charset="-122"/>
                <a:cs typeface="Aptos" pitchFamily="34" charset="-120"/>
              </a:rPr>
              <a:t>Assuming there is no policy risk because there is no single AI statute.</a:t>
            </a:r>
            <a:endParaRPr lang="en-US" sz="1380" dirty="0"/>
          </a:p>
          <a:p>
            <a:r>
              <a:rPr lang="en-US" sz="1380" dirty="0">
                <a:solidFill>
                  <a:srgbClr val="17364A"/>
                </a:solidFill>
                <a:latin typeface="Aptos" pitchFamily="34" charset="0"/>
                <a:ea typeface="Aptos" pitchFamily="34" charset="-122"/>
                <a:cs typeface="Aptos" pitchFamily="34" charset="-120"/>
              </a:rPr>
              <a:t>Treating nonbinding guidance as irrelevant even when it reflects expected practice.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2100" dirty="0"/>
          </a:p>
          <a:p>
            <a:r>
              <a:rPr lang="en-US" sz="2100" dirty="0">
                <a:solidFill>
                  <a:srgbClr val="17364A"/>
                </a:solidFill>
                <a:latin typeface="Aptos" pitchFamily="34" charset="0"/>
                <a:ea typeface="Aptos" pitchFamily="34" charset="-122"/>
                <a:cs typeface="Aptos" pitchFamily="34" charset="-120"/>
              </a:rPr>
              <a:t>Allowing vendors to define compliance obligations without agency review.</a:t>
            </a:r>
            <a:endParaRPr lang="en-US" sz="2100" dirty="0"/>
          </a:p>
          <a:p>
            <a:r>
              <a:rPr lang="en-US" sz="2100" dirty="0">
                <a:solidFill>
                  <a:srgbClr val="17364A"/>
                </a:solidFill>
                <a:latin typeface="Aptos" pitchFamily="34" charset="0"/>
                <a:ea typeface="Aptos" pitchFamily="34" charset="-122"/>
                <a:cs typeface="Aptos" pitchFamily="34" charset="-120"/>
              </a:rPr>
              <a:t>Maintaining policies that are too vague to guide real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Failing to update internal policies after legal, procurement, privacy, or cybersecurity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Failing to update internal policies after legal, procurement, privacy, or cybersecurity.</a:t>
            </a:r>
            <a:endParaRPr lang="en-US" sz="1380" dirty="0"/>
          </a:p>
          <a:p>
            <a:r>
              <a:rPr lang="en-US" sz="1380" dirty="0">
                <a:solidFill>
                  <a:srgbClr val="17364A"/>
                </a:solidFill>
                <a:latin typeface="Aptos" pitchFamily="34" charset="0"/>
                <a:ea typeface="Aptos" pitchFamily="34" charset="-122"/>
                <a:cs typeface="Aptos" pitchFamily="34" charset="-120"/>
              </a:rPr>
              <a:t>Allowing vendors to define compliance obligations without agency review.</a:t>
            </a:r>
            <a:endParaRPr lang="en-US" sz="1380" dirty="0"/>
          </a:p>
          <a:p>
            <a:r>
              <a:rPr lang="en-US" sz="1380" dirty="0">
                <a:solidFill>
                  <a:srgbClr val="17364A"/>
                </a:solidFill>
                <a:latin typeface="Aptos" pitchFamily="34" charset="0"/>
                <a:ea typeface="Aptos" pitchFamily="34" charset="-122"/>
                <a:cs typeface="Aptos" pitchFamily="34" charset="-120"/>
              </a:rPr>
              <a:t>Maintaining policies that are too vague to guide real decisions.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Assign responsibility for AI policy scanning and interpretation.</a:t>
            </a:r>
            <a:endParaRPr lang="en-US" sz="2100" dirty="0"/>
          </a:p>
          <a:p>
            <a:r>
              <a:rPr lang="en-US" sz="210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guardrails include the following:</a:t>
            </a:r>
            <a:endParaRPr lang="en-US" sz="1380" dirty="0"/>
          </a:p>
          <a:p>
            <a:r>
              <a:rPr lang="en-US" sz="1380" dirty="0">
                <a:solidFill>
                  <a:srgbClr val="17364A"/>
                </a:solidFill>
                <a:latin typeface="Aptos" pitchFamily="34" charset="0"/>
                <a:ea typeface="Aptos" pitchFamily="34" charset="-122"/>
                <a:cs typeface="Aptos" pitchFamily="34" charset="-120"/>
              </a:rPr>
              <a:t>Assign responsibility for AI policy scanning and interpretation.</a:t>
            </a:r>
            <a:endParaRPr lang="en-US" sz="1380" dirty="0"/>
          </a:p>
          <a:p>
            <a:r>
              <a:rPr lang="en-US" sz="1380" dirty="0">
                <a:solidFill>
                  <a:srgbClr val="17364A"/>
                </a:solidFill>
                <a:latin typeface="Aptos" pitchFamily="34" charset="0"/>
                <a:ea typeface="Aptos" pitchFamily="34" charset="-122"/>
                <a:cs typeface="Aptos" pitchFamily="34" charset="-120"/>
              </a:rPr>
              <a:t>Distinguish binding requirements from guidance and best practices.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2100" dirty="0"/>
          </a:p>
          <a:p>
            <a:r>
              <a:rPr lang="en-US" sz="2100" dirty="0">
                <a:solidFill>
                  <a:srgbClr val="17364A"/>
                </a:solidFill>
                <a:latin typeface="Aptos" pitchFamily="34" charset="0"/>
                <a:ea typeface="Aptos" pitchFamily="34" charset="-122"/>
                <a:cs typeface="Aptos" pitchFamily="34" charset="-120"/>
              </a:rPr>
              <a:t>Update training, SOPs, and procurement language when policies change.</a:t>
            </a:r>
            <a:endParaRPr lang="en-US" sz="2100" dirty="0"/>
          </a:p>
          <a:p>
            <a:r>
              <a:rPr lang="en-US" sz="2100" dirty="0">
                <a:solidFill>
                  <a:srgbClr val="17364A"/>
                </a:solidFill>
                <a:latin typeface="Aptos" pitchFamily="34" charset="0"/>
                <a:ea typeface="Aptos" pitchFamily="34" charset="-122"/>
                <a:cs typeface="Aptos" pitchFamily="34" charset="-120"/>
              </a:rPr>
              <a:t>Document assumptions, decisions, and unresolved legal or policy questions.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Maintain a crosswalk from external requirements to internal policies and procedures.</a:t>
            </a:r>
            <a:endParaRPr lang="en-US" sz="1380" dirty="0"/>
          </a:p>
          <a:p>
            <a:r>
              <a:rPr lang="en-US" sz="1380" dirty="0">
                <a:solidFill>
                  <a:srgbClr val="17364A"/>
                </a:solidFill>
                <a:latin typeface="Aptos" pitchFamily="34" charset="0"/>
                <a:ea typeface="Aptos" pitchFamily="34" charset="-122"/>
                <a:cs typeface="Aptos" pitchFamily="34" charset="-120"/>
              </a:rPr>
              <a:t>Update training, SOPs, and procurement language when policies change.</a:t>
            </a:r>
            <a:endParaRPr lang="en-US" sz="1380" dirty="0"/>
          </a:p>
          <a:p>
            <a:r>
              <a:rPr lang="en-US" sz="1380" dirty="0">
                <a:solidFill>
                  <a:srgbClr val="17364A"/>
                </a:solidFill>
                <a:latin typeface="Aptos" pitchFamily="34" charset="0"/>
                <a:ea typeface="Aptos" pitchFamily="34" charset="-122"/>
                <a:cs typeface="Aptos" pitchFamily="34" charset="-120"/>
              </a:rPr>
              <a:t>Document assumptions, decisions, and unresolved legal or policy questions.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80" dirty="0"/>
          </a:p>
          <a:p>
            <a:r>
              <a:rPr lang="en-US" sz="138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1380" dirty="0"/>
          </a:p>
          <a:p>
            <a:r>
              <a:rPr lang="en-US" sz="138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80" dirty="0"/>
          </a:p>
          <a:p>
            <a:r>
              <a:rPr lang="en-US" sz="138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Identify relevant policy domains, sources to monitor, current agency policy gaps, likely operational.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380" dirty="0"/>
          </a:p>
          <a:p>
            <a:r>
              <a:rPr lang="en-US" sz="1380" dirty="0">
                <a:solidFill>
                  <a:srgbClr val="17364A"/>
                </a:solidFill>
                <a:latin typeface="Aptos" pitchFamily="34" charset="0"/>
                <a:ea typeface="Aptos" pitchFamily="34" charset="-122"/>
                <a:cs typeface="Aptos" pitchFamily="34" charset="-120"/>
              </a:rPr>
              <a:t>Identify relevant policy domains, sources to monitor, current agency policy gaps, likely.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policy scan plan</a:t>
            </a:r>
            <a:endParaRPr lang="en-US" sz="1380" dirty="0"/>
          </a:p>
          <a:p>
            <a:r>
              <a:rPr lang="en-US" sz="1380" dirty="0">
                <a:solidFill>
                  <a:srgbClr val="17364A"/>
                </a:solidFill>
                <a:latin typeface="Aptos" pitchFamily="34" charset="0"/>
                <a:ea typeface="Aptos" pitchFamily="34" charset="-122"/>
                <a:cs typeface="Aptos" pitchFamily="34" charset="-120"/>
              </a:rPr>
              <a:t>Regulatory readiness memo</a:t>
            </a:r>
            <a:endParaRPr lang="en-US" sz="1380" dirty="0"/>
          </a:p>
          <a:p>
            <a:r>
              <a:rPr lang="en-US" sz="1380" dirty="0">
                <a:solidFill>
                  <a:srgbClr val="17364A"/>
                </a:solidFill>
                <a:latin typeface="Aptos" pitchFamily="34" charset="0"/>
                <a:ea typeface="Aptos" pitchFamily="34" charset="-122"/>
                <a:cs typeface="Aptos" pitchFamily="34" charset="-120"/>
              </a:rPr>
              <a:t>Policy-domain crosswalk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policy updates</a:t>
            </a:r>
            <a:endParaRPr lang="en-US" sz="2100" dirty="0"/>
          </a:p>
          <a:p>
            <a:r>
              <a:rPr lang="en-US" sz="2100" dirty="0">
                <a:solidFill>
                  <a:srgbClr val="17364A"/>
                </a:solidFill>
                <a:latin typeface="Aptos" pitchFamily="34" charset="0"/>
                <a:ea typeface="Aptos" pitchFamily="34" charset="-122"/>
                <a:cs typeface="Aptos" pitchFamily="34" charset="-120"/>
              </a:rPr>
              <a:t>Ongoing monitoring process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policy updates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policy updates</a:t>
            </a:r>
            <a:endParaRPr lang="en-US" sz="1380" dirty="0"/>
          </a:p>
          <a:p>
            <a:r>
              <a:rPr lang="en-US" sz="1380" dirty="0">
                <a:solidFill>
                  <a:srgbClr val="17364A"/>
                </a:solidFill>
                <a:latin typeface="Aptos" pitchFamily="34" charset="0"/>
                <a:ea typeface="Aptos" pitchFamily="34" charset="-122"/>
                <a:cs typeface="Aptos" pitchFamily="34" charset="-120"/>
              </a:rPr>
              <a:t>Ongoing monitoring process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policy scan plan</a:t>
            </a:r>
            <a:endParaRPr lang="en-US" sz="2100" dirty="0"/>
          </a:p>
          <a:p>
            <a:r>
              <a:rPr lang="en-US" sz="2100" dirty="0">
                <a:solidFill>
                  <a:srgbClr val="17364A"/>
                </a:solidFill>
                <a:latin typeface="Aptos" pitchFamily="34" charset="0"/>
                <a:ea typeface="Aptos" pitchFamily="34" charset="-122"/>
                <a:cs typeface="Aptos" pitchFamily="34" charset="-120"/>
              </a:rPr>
              <a:t>Regulatory readiness memo</a:t>
            </a:r>
            <a:endParaRPr lang="en-US" sz="2100" dirty="0"/>
          </a:p>
          <a:p>
            <a:r>
              <a:rPr lang="en-US" sz="2100" dirty="0">
                <a:solidFill>
                  <a:srgbClr val="17364A"/>
                </a:solidFill>
                <a:latin typeface="Aptos" pitchFamily="34" charset="0"/>
                <a:ea typeface="Aptos" pitchFamily="34" charset="-122"/>
                <a:cs typeface="Aptos" pitchFamily="34" charset="-120"/>
              </a:rPr>
              <a:t>Policy-domain crosswalk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policy scan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Recommended policy updates</a:t>
            </a:r>
            <a:endParaRPr lang="en-US" sz="1380" dirty="0"/>
          </a:p>
          <a:p>
            <a:r>
              <a:rPr lang="en-US" sz="1380" dirty="0">
                <a:solidFill>
                  <a:srgbClr val="17364A"/>
                </a:solidFill>
                <a:latin typeface="Aptos" pitchFamily="34" charset="0"/>
                <a:ea typeface="Aptos" pitchFamily="34" charset="-122"/>
                <a:cs typeface="Aptos" pitchFamily="34" charset="-120"/>
              </a:rPr>
              <a:t>Ongoing monitoring process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regulatory readiness mean in this module?</a:t>
            </a:r>
            <a:endParaRPr lang="en-US" sz="2100" dirty="0"/>
          </a:p>
          <a:p>
            <a:r>
              <a:rPr lang="en-US" sz="2100" dirty="0">
                <a:solidFill>
                  <a:srgbClr val="17364A"/>
                </a:solidFill>
                <a:latin typeface="Aptos" pitchFamily="34" charset="0"/>
                <a:ea typeface="Aptos" pitchFamily="34" charset="-122"/>
                <a:cs typeface="Aptos" pitchFamily="34" charset="-120"/>
              </a:rPr>
              <a:t>2. Which statement is most accurate?</a:t>
            </a:r>
            <a:endParaRPr lang="en-US" sz="2100" dirty="0"/>
          </a:p>
          <a:p>
            <a:r>
              <a:rPr lang="en-US" sz="2100" dirty="0">
                <a:solidFill>
                  <a:srgbClr val="17364A"/>
                </a:solidFill>
                <a:latin typeface="Aptos" pitchFamily="34" charset="0"/>
                <a:ea typeface="Aptos" pitchFamily="34" charset="-122"/>
                <a:cs typeface="Aptos" pitchFamily="34" charset="-120"/>
              </a:rPr>
              <a:t>3. What is a policy scan?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regulatory readiness mean in this module?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does regulatory readiness mean in this module?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OWASP guidance for LLM application security</a:t>
            </a:r>
            <a:endParaRPr lang="en-US" sz="1380" dirty="0"/>
          </a:p>
          <a:p>
            <a:r>
              <a:rPr lang="en-US" sz="1380" dirty="0">
                <a:solidFill>
                  <a:srgbClr val="17364A"/>
                </a:solidFill>
                <a:latin typeface="Aptos" pitchFamily="34" charset="0"/>
                <a:ea typeface="Aptos" pitchFamily="34" charset="-122"/>
                <a:cs typeface="Aptos" pitchFamily="34" charset="-120"/>
              </a:rPr>
              <a:t>Agency policies for privacy, cybersecurity, records, procurement, accessibility,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2026-07-13T02:11:44Z</dcterms:created>
  <dcterms:modified xsi:type="dcterms:W3CDTF">2026-07-13T02:11:44Z</dcterms:modified>
</cp:coreProperties>
</file>