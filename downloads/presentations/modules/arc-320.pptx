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320 Agentic Workflow Design and Orchestration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12: Execute Governance and Oversight - This lesson informs Play 12 by helping learners connect the lesson topic to execute governance and oversight work in the AI Playbook.
Play 4: Engage Stakeholders - This lesson informs Play 4 by helping learners connect the lesson topic to engage stakeholders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agentic AI and orchestration in public health terms.
Distinguish advisory outputs from tool-using or action-taking AI workflows.
Identify the components of an agentic workflow, including goals, tools, permissions, memory, planning, human approval, logs, and rollback.
Assess risks from excessive agency, unauthorized actions, error propagation, prompt injection, and unclear accountability.
Design human-in-the-loop and human-on-the-loop controls for public health workflows.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agentic workflow control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Agentic AI matters because it shifts AI from generating outputs to participating in workflows. A chatbot that drafts a message is one level of risk. An agent that sends the message, updates a case record, creates a task, or notifies a partner is a different level of risk. Action-taking systems require explicit governance because errors can propagate quickly.
Public health workflows often involve legal authority, sensitive data, vulnerable communities, and time-sensitive decisions. An agentic workflow could be valuable if it helps route records, gather relevant documents, prepare draft summaries, or create follow-up tasks. It could be harmful if it acts outside scope, updates records incorrectly, exposes information, or creates alerts without appropriate review.
Responsible agentic design begins with constraint. Agencies should define what the agent is allowed to know, allowed to do, required to ask, required to log, and prohibited from doing. The system should fail safely when it encounters uncertainty, missing data, conflicting guidance, or requests outside approved scope.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consider an agentic workflow for incoming public health inquiries. The agent could classify the inquiry, retrieve relevant approved guidance, draft a response, create a ticket, and route the item to the appropriate program. For low-risk general information, the agent might prepare a draft for staff review. For sensitive complaints, reportable disease concerns, media inquiries, or legal issues, the agent should escalate rather than respond.
This design requires orchestration rules. The agent needs classification criteria, approved guidance sources, limits on data access, prohibited response categories, human approval before sending messages, audit logs, and procedures for correcting misrouted items. The value comes from workflow support, not from removing accountability.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Agentic workflow design begins with the goal. The goal should be narrow and operationally defined. “Help with surveillance” is too broad. “Draft a summary of new records and create a review task for a supervisor when defined criteria are met” is more suitable. Narrow goals make it easier to define tools, permissions, validation, and monitoring.
Tool access is a central design decision. An agent may be allowed to search documents, query a database, create a task, send a draft message, or update a record. Each tool should be reviewed for sensitivity, consequence, and reversibility. Read-only access is generally lower risk than write access. External communication and system-of-record updates usually require human approval.
Memory should be handled carefully. Some agents retain context across interactions or workflows. Persistent memory may improve continuity but can create privacy, accuracy, and records risks. Agencies should define what may be stored, for how long, who can access it, and how it can be corrected or deleted.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Human oversight should match risk. Human-in-the-loop approval is appropriate for actions that affect records, services, public communication, legal obligations, or partners. Human-on-the-loop monitoring may be appropriate for lower-risk background tasks if users can intervene quickly. Fully automated action should be limited to low-risk, well-tested, reversible tasks.
Agentic workflows require incident response planning. Agencies should define what counts as an agentic incident, such as unauthorized action, data exposure, repeated error, misrouting, unsafe recommendation, or failure to escalate. Logs should support reconstruction of prompts, retrieved sources, tool calls, actions, approvals, and outcomes.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Excessive agency. An agent may take actions beyond intended scope. Guardrails include narrow goals, allowed-action lists, prohibited actions, and approval gates.
Unauthorized system access. Tool access may expose sensitive data or functions. Guardrails include least privilege, scoped credentials, role-based access, and audit logs.
Error propagation. One wrong step may trigger downstream errors. Guardrails include checkpoints, validation, rollback, and staged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Unclear accountability. Staff may not know who is responsible for agent actions. Guardrails include role definitions, review records, and governance ownership.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Agentic workflows may combine RAG, APIs, prompts, classification models, workflow rules, and messaging systems. They are most appropriate when tasks are repetitive, bounded, reviewable, and supported by reliable data. They are least appropriate when the task requires complex judgment, legal interpretation, community sensitivity, or irreversible action without review.
Public health agencies should pilot agentic workflows in limited, low-risk settings before expanding. Monitoring should include tool calls, failed actions, overrides, user feedback, time saved, error types, and unintended consequences.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goal would the agent pursue, and how narrowly can it be defined?
Which tools or systems would the agent access?
Which actions are allowed, prohibited, or require human approval?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logs are needed to reconstruct agent behavior?
What rollback or correction process is needed if the agent makes an error?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agentic workflow control plan. Include the goal, trigger, data sources, tools, allowed actions, prohibited actions, approval points, memory rules, logs, monitoring indicators, rollback process, incident triggers, and responsible owner.
The plan should identify at least one low-risk pilot boundary and one condition that would require pausing the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Agentic workflow control plan
Allowed/prohibited action list
Human approval and escalation map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Tool-call logging requirements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Agentic workflow control plan
Allowed/prohibited action list
Human approval and escalation map
Tool-call logging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makes agentic AI different from simple drafting support?
2. Which action usually requires stronger oversight?
3. What is orchestration?
4. What should happen when an agent encounters an out-of-scope request?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AI RMF Generative AI Profile: https://www.nist.gov/publications/artificial-intelligence-risk-management-framework-generative-artificial-intelligence
NIST Artificial Intelligence Risk Management Framework: https://www.nist.gov/itl/ai-risk-management-framework
NIST Privacy Framework: https://www.nist.gov/privacy-framework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Agentic Workflow Design and Orchestration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Agentic AI refers to AI systems configured to pursue a goal through multiple.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agentic workflows may eventually support intake triage,.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These uses require stronger controls than simple drafting or summarization.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Technical Architecture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4: Engage Stakeholders - This lesson informs Play 4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16: Incident Response Checklist (Checklist) - Use Incident Response.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17: Compliance Audit Checklist (Checklist) - Use Compliance Audit.</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18: Policy Update &amp; Version Control Log (Log)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19: Plain-Language AI Public Notice Template (Template)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agentic AI and orchestration in public health terms.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advisory outputs from tool-using or action-taking AI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components of an agentic workflow, including goals, tools,.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agentic AI and orchestration in public health terms.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the components of an agentic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Assess risks from excessive agency, unauthorized.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Design human-in-the-loop and human-on-the-loop.</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an agentic workflow control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agentic workflow control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an agentic workflow control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Agentic AI refers to AI systems configured to pursue a goal through multiple.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agentic workflows may eventually support intake triage,.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uses require stronger controls than simple drafting or summarization.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AI refers to AI systems configured to pursue a goal through multiple.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Agentic AI matters because it shifts AI from generating outputs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chatbot that drafts a message is one level of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agent that sends the message, updates a case record, creates a task,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AI matters because it shifts AI from generating outputs to participating.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may consider an agentic workflow for incoming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agent could classify the inquiry, retrieve relevant approved guidance,.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low-risk general information, the agent might prepare a draft for staff.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consider an agentic workflow for incoming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agent could classify the inquiry, retrieve.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sensitive complaints, reportable disease.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design requires orchestration rules.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Agentic workflow design begins with the goal.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goal should be narrow and operationally defined. “Help with.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Narrow goals make it easier to define tools, permissions, validation,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workflow design begins with the goal.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Human oversight should match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Human-in-the-loop approval is appropriate for actions that affect records,.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Human-on-the-loop monitoring may be appropriate for lower-risk background.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Human oversight should match risk.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Human-in-the-loop approval is appropriate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Human-on-the-loop monitoring may be appropriate.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Fully automated action should be limited to.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Excessive agency.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agent may take actions beyond intended scope.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narrow goals, allowed-action lists, prohibited actions,.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Excessive agency.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Unauthorized system access.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Tool access may expose sensitive data or functions.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least privilege, scoped.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Unclear accountability.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may not know who is responsible for agent actions.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role definitions, review records, and governance ownership.</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Unclear accountability.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Unclear accountability.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Staff may not know who is responsible for agent.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role definitions,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Agentic workflows may combine RAG, APIs, prompts, classification models,.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are most appropriate when tasks are repetitive, bounded, reviewable,.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are least appropriate when the task requires complex judgment, legal.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workflows may combine RAG, APIs, prompts, classification models,.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Agentic workflows may combine RAG, APIs, prompts,.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They are least appropriate when the task requires.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should pilot agentic.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goal would the agent pursue, and how narrowly can it be defined?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tools or systems would the agent access?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actions are allowed, prohibited, or require human approval?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goal would the agent pursue, and how narrowly can it be defined?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goal would the agent pursue, and how narrowly.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tools or systems would the agent access?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actions are allowed, prohibited, or require.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logs are needed to reconstruct agent behavior?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rollback or correction process is needed if the agent makes an error?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logs are needed to reconstruct agent behavior?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logs are needed to reconstruct agent behavior?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rollback or correction process is needed if.</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agentic workflow control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goal, trigger, data sources, tools, allowed actions, prohibited.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plan should identify at least one low-risk pilot boundary and one.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agentic workflow control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Include the goal, trigger, data sources, tools,.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plan should identify at least one low-risk.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Agentic workflow control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Allowed/prohibited action 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Human approval and escalation map</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workflow control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Agentic workflow control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Allowed/prohibited action 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Human approval and escalation map</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Tool-call logging requirements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Tool-call logging requirements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Tool-call logging requirements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Agentic workflow control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Allowed/prohibited action 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Human approval and escalation map</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workflow control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Agentic workflow control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Allowed/prohibited action 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Human approval and escalation map</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makes agentic AI different from simple drafting support?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action usually requires stronger oversight?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is orchestration?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makes agentic AI different from simple drafting support?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makes agentic AI different from simple.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OWASP Top 10 for Large Language Model Applications:.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NIST Privacy Framework:.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Workflow Design and Orchestration</dc:title>
  <dc:subject>Agentic Workflow Design and Orchestration learning module</dc:subject>
  <dc:creator>Paula Soper</dc:creator>
  <cp:lastModifiedBy>Paula Soper</cp:lastModifiedBy>
  <cp:revision>1</cp:revision>
  <dcterms:created xsi:type="dcterms:W3CDTF">2026-07-13T03:27:52Z</dcterms:created>
  <dcterms:modified xsi:type="dcterms:W3CDTF">2026-07-13T03:27:52Z</dcterms:modified>
</cp:coreProperties>
</file>