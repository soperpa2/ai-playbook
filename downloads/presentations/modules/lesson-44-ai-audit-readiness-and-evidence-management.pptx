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Governance and Security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governance-and-security, policy, program-management, public-health-executive-leadership</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AI systems require lifecycle evidence management.</a:t>
            </a:r>
            <a:endParaRPr lang="en-US" sz="1450" dirty="0"/>
          </a:p>
          <a:p>
            <a:r>
              <a:rPr lang="en-US" sz="1450" dirty="0">
                <a:solidFill>
                  <a:srgbClr val="17364A"/>
                </a:solidFill>
                <a:latin typeface="Aptos" pitchFamily="34" charset="0"/>
                <a:ea typeface="Aptos" pitchFamily="34" charset="-122"/>
                <a:cs typeface="Aptos" pitchFamily="34" charset="-120"/>
              </a:rPr>
              <a:t>Identify the core records that support AI audit readiness.</a:t>
            </a:r>
            <a:endParaRPr lang="en-US" sz="1450" dirty="0"/>
          </a:p>
          <a:p>
            <a:r>
              <a:rPr lang="en-US" sz="1450" dirty="0">
                <a:solidFill>
                  <a:srgbClr val="17364A"/>
                </a:solidFill>
                <a:latin typeface="Aptos" pitchFamily="34" charset="0"/>
                <a:ea typeface="Aptos" pitchFamily="34" charset="-122"/>
                <a:cs typeface="Aptos" pitchFamily="34" charset="-120"/>
              </a:rPr>
              <a:t>Distinguish between approval evidence, validation evidence, operational evidence, and incident evidence.</a:t>
            </a:r>
            <a:endParaRPr lang="en-US" sz="1450" dirty="0"/>
          </a:p>
          <a:p>
            <a:r>
              <a:rPr lang="en-US" sz="1450" dirty="0">
                <a:solidFill>
                  <a:srgbClr val="17364A"/>
                </a:solidFill>
                <a:latin typeface="Aptos" pitchFamily="34" charset="0"/>
                <a:ea typeface="Aptos" pitchFamily="34" charset="-122"/>
                <a:cs typeface="Aptos" pitchFamily="34" charset="-120"/>
              </a:rPr>
              <a:t>Create an AI evidence inventory for an approved or proposed use case.</a:t>
            </a:r>
            <a:endParaRPr lang="en-US" sz="1450" dirty="0"/>
          </a:p>
          <a:p>
            <a:r>
              <a:rPr lang="en-US" sz="1450" dirty="0">
                <a:solidFill>
                  <a:srgbClr val="17364A"/>
                </a:solidFill>
                <a:latin typeface="Aptos" pitchFamily="34" charset="0"/>
                <a:ea typeface="Aptos" pitchFamily="34" charset="-122"/>
                <a:cs typeface="Aptos" pitchFamily="34" charset="-120"/>
              </a:rPr>
              <a:t>Develop retention, ownership, and review expectations for AI governance artifacts.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Risks and failure modes include the following: Approvals without records of conditions or rationale. Validation results stored informally or not retained.</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Vendor documentation accepted without agency review or local evidence. Incidents that cannot be reconstructed because logs or decisions were not preserved. Public records or audit responses delayed because artifacts are scattered.</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Recommended guardrails include the following: Maintain an AI evidence inventory for each approved AI use. Use decision logs for approvals, deferrals, conditions, changes, and retirement.</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Preserve validation, testing, monitoring, training, SOP, and incident records. Assign artifact ownership and retention expectations. Review evidence completeness during periodic governance review.</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your agency, program, or workflow? Which staff roles would need to understand or apply this concept before AI use is approved? What could go wrong if this topic is not addressed before implementation?</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evidence would governance, leadership, or operations staff need before moving forward? Which policy, data, equity, privacy, security, or workflow questions remain unresolved?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AI audit readiness evidence inventory for one AI use case. Identify required artifacts from intake through retirement, the owner of each artifact, storage location, retention expectation, update trigger, and current status.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evidence inventory Decision log template Artifact ownership and retention table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Gap list for missing evidence Review schedule</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evidence inventory</a:t>
            </a:r>
            <a:endParaRPr lang="en-US" sz="1450" dirty="0"/>
          </a:p>
          <a:p>
            <a:r>
              <a:rPr lang="en-US" sz="1450" dirty="0">
                <a:solidFill>
                  <a:srgbClr val="17364A"/>
                </a:solidFill>
                <a:latin typeface="Aptos" pitchFamily="34" charset="0"/>
                <a:ea typeface="Aptos" pitchFamily="34" charset="-122"/>
                <a:cs typeface="Aptos" pitchFamily="34" charset="-120"/>
              </a:rPr>
              <a:t>Decision log template</a:t>
            </a:r>
            <a:endParaRPr lang="en-US" sz="1450" dirty="0"/>
          </a:p>
          <a:p>
            <a:r>
              <a:rPr lang="en-US" sz="1450" dirty="0">
                <a:solidFill>
                  <a:srgbClr val="17364A"/>
                </a:solidFill>
                <a:latin typeface="Aptos" pitchFamily="34" charset="0"/>
                <a:ea typeface="Aptos" pitchFamily="34" charset="-122"/>
                <a:cs typeface="Aptos" pitchFamily="34" charset="-120"/>
              </a:rPr>
              <a:t>Artifact ownership and retention table</a:t>
            </a:r>
            <a:endParaRPr lang="en-US" sz="1450" dirty="0"/>
          </a:p>
          <a:p>
            <a:r>
              <a:rPr lang="en-US" sz="1450" dirty="0">
                <a:solidFill>
                  <a:srgbClr val="17364A"/>
                </a:solidFill>
                <a:latin typeface="Aptos" pitchFamily="34" charset="0"/>
                <a:ea typeface="Aptos" pitchFamily="34" charset="-122"/>
                <a:cs typeface="Aptos" pitchFamily="34" charset="-120"/>
              </a:rPr>
              <a:t>Gap list for missing evidence</a:t>
            </a:r>
            <a:endParaRPr lang="en-US" sz="1450" dirty="0"/>
          </a:p>
          <a:p>
            <a:r>
              <a:rPr lang="en-US" sz="1450" dirty="0">
                <a:solidFill>
                  <a:srgbClr val="17364A"/>
                </a:solidFill>
                <a:latin typeface="Aptos" pitchFamily="34" charset="0"/>
                <a:ea typeface="Aptos" pitchFamily="34" charset="-122"/>
                <a:cs typeface="Aptos" pitchFamily="34" charset="-120"/>
              </a:rPr>
              <a:t>Review schedule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AI audit readiness?</a:t>
            </a:r>
            <a:endParaRPr lang="en-US" sz="1450" dirty="0"/>
          </a:p>
          <a:p>
            <a:r>
              <a:rPr lang="en-US" sz="1450" dirty="0">
                <a:solidFill>
                  <a:srgbClr val="17364A"/>
                </a:solidFill>
                <a:latin typeface="Aptos" pitchFamily="34" charset="0"/>
                <a:ea typeface="Aptos" pitchFamily="34" charset="-122"/>
                <a:cs typeface="Aptos" pitchFamily="34" charset="-120"/>
              </a:rPr>
              <a:t>2. Which record should be preserved from AI governance review?</a:t>
            </a:r>
            <a:endParaRPr lang="en-US" sz="1450" dirty="0"/>
          </a:p>
          <a:p>
            <a:r>
              <a:rPr lang="en-US" sz="1450" dirty="0">
                <a:solidFill>
                  <a:srgbClr val="17364A"/>
                </a:solidFill>
                <a:latin typeface="Aptos" pitchFamily="34" charset="0"/>
                <a:ea typeface="Aptos" pitchFamily="34" charset="-122"/>
                <a:cs typeface="Aptos" pitchFamily="34" charset="-120"/>
              </a:rPr>
              <a:t>3. What is validation evidence?</a:t>
            </a:r>
            <a:endParaRPr lang="en-US" sz="1450" dirty="0"/>
          </a:p>
          <a:p>
            <a:r>
              <a:rPr lang="en-US" sz="1450" dirty="0">
                <a:solidFill>
                  <a:srgbClr val="17364A"/>
                </a:solidFill>
                <a:latin typeface="Aptos" pitchFamily="34" charset="0"/>
                <a:ea typeface="Aptos" pitchFamily="34" charset="-122"/>
                <a:cs typeface="Aptos" pitchFamily="34" charset="-120"/>
              </a:rPr>
              <a:t>4. Why is operational evidence important?</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guidance for LLM application security</a:t>
            </a:r>
            <a:endParaRPr lang="en-US" sz="1450" dirty="0"/>
          </a:p>
          <a:p>
            <a:r>
              <a:rPr lang="en-US" sz="1450" dirty="0">
                <a:solidFill>
                  <a:srgbClr val="17364A"/>
                </a:solidFill>
                <a:latin typeface="Aptos" pitchFamily="34" charset="0"/>
                <a:ea typeface="Aptos" pitchFamily="34" charset="-122"/>
                <a:cs typeface="Aptos" pitchFamily="34" charset="-120"/>
              </a:rPr>
              <a:t>Agency policies for privacy, cybersecurity, records, procurement, accessibility, and public communications</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2026-07-12T18:22:13Z</dcterms:created>
  <dcterms:modified xsi:type="dcterms:W3CDTF">2026-07-12T18:22:13Z</dcterms:modified>
</cp:coreProperties>
</file>