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GOV 360 Third-Party AI Risk Management
This module focuses on ongoing oversight of vendors, subcontractors, data rights, model updates, and exit plans.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Governance and Security Track
Appears in tracks: governance-security, technical-architecture, program-management
This module focuses on ongoing oversight of vendors, subcontractors, data rights, model updates, and exit plans.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
Play 3: Establish AI Governance - This lesson informs Play 3 by helping learners connect the lesson topic to establish ai governance work in the AI Playbook sequence.
Play 8: Develop a Funding Strategy - This lesson informs Play 8 by helping learners connect the lesson topic to develop a funding strategy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32: Vendor Evaluation Checklist (Checklist) - Use this tool to complete or strengthen the practical exercise for the module using fictional, de-identified, or generalized.
Tool 34: STLT AI Procurement and Vendor Addendum (Checklist) - Use this tool to complete or strengthen the practical exercise for the module using fictional, de-identified, or generalized.
Tool 1: AI Vision &amp; Principles Workshop (Workshop) - Use AI Vision &amp; Principles Workshop to translate this lesson into a documented public health AI planning, governance,.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third-party ai risk management in public health AI.
Identify the roles, decisions, risks, and documentation needed for the topic.
Apply the topic to a real or realistic public health workflow or decision.
Recognize equity, privacy, security, legal, operational, and public trust implications.
Produce a practical artifact that supports readiness, governance, implementation, monitoring, or accountability.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This module focuses on ongoing oversight of vendors, subcontractors, data rights, model updates, and exit plans.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Decision right: The authority to approve, deny, modify, pause, or escalate an AI use case or operational decision.
Evidence artifact: A document, log, checklist, test result, approval record, or review note that demonstrates responsible AI practice.
Escalation pathway: A defined route for raising concerns to the appropriate reviewer or decision-maker.
Accountability owner: The person or role responsible for ensuring that an AI use case is governed, monitored, and corrected when needed.
Operational safeguard: A procedure, control, or review step that reduces risk during day-to-day use.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Third-Party AI Risk Management matters because AI adoption changes how public health agencies make, document, communicate, and review decisions. Without a structured approach, staff may rely on informal practices, vendor assurances, or one-time approvals that do not match the operational consequences of AI-supported work.
Public health agencies operate under legal authorities, public accountability, resource constraints, and community trust obligations. A module on this topic helps agencies define repeatable expectations before urgent situations arise. It also helps staff distinguish low-risk administrative support from uses that affect surveillance, public communications, field response, resource allocation, civil rights, privacy, or official records.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is preparing to use AI in a workflow related to ongoing oversight of vendors, subcontractors, data rights, model updates, and exit plans. The project team initially treats the tool as a helpful efficiency aid, but governance reviewers recognize that the workflow may affect public trust, equity, official records, or public health action.
The agency responds by creating a clear artifact that defines intended use, prohibited use, responsible roles, review points, documentation expectations, escalation triggers, and monitoring measures. This converts a broad AI idea into a manageable public health practice.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Operational Deep Dive
The first step in this topic is to define the decision or workflow clearly. Staff should identify who is affected, what data are used, what AI output is produced, who reviews the output, and what action may follow. This prevents the module from becoming abstract and anchors the work in public health practice.
The second step is to assign responsibilities. AI-supported workflows often cross program, IT, legal, privacy, communications, procurement, and leadership boundaries. Responsibilities should be named by role rather than assumed. The artifact should specify who prepares materials, who reviews risks, who approves use, who monitors performance, and who can pause or revise the workflow.
The third step is to define evidence. Responsible AI depends on more than policy statements. Agencies need records that show what was reviewed, what decisions were made, what safeguards were applied, what incidents occurred, and how the workflow changed over time. Evidence also supports audits, public records review, quality improvement, and leadership accountability.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one-time checklist. AI risks can change when data sources, models, vendors, policies, users, or public expectations change. A guardrail is to define review intervals and change triggers.
Another failure mode is unclear ownership. When everyone is responsible in general, no one may be responsible in practice. A guardrail is to assign an accountability owner and name escalation pathways.
A third failure mode is relying on vendor claims or informal staff confidence without documentation. A guardrail is to require evidence artifacts that can be reviewed by governance, leadership, privacy, legal, equity, security, or program teams.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This topic applies across generative AI, predictive analytics, NLP, RAG, automation, and agentic workflows. The more sensitive the data, the more consequential the output, or the more automated the action, the stronger the documentation, review, and monitoring expectations should be.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decision or workflow does this topic affect?
Who has authority to approve or pause the work?
What evidence would show that the workflow is responsible and effective?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equity, privacy, legal, security, or public trust risks require review?
How will the agency know when the workflow needs to be revised?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practical third-party ai risk management artifact for one AI-supported public health use case. The artifact should define the use case, affected roles, review criteria, safeguards, documentation expectations, escalation triggers, monitoring indicators, and next review date.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Third-Party AI Risk Management artifact
Role and responsibility table
Risk and safeguard summary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Escalation and monitoring plan
Approval or review note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Third-Party AI Risk Management artifact
Role and responsibility table
Risk and safeguard summary
Escalation and monitoring plan
Approval or review note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evidence that third-party ai risk management has been applied responsibly?
2. What is the best reason to assign an accountability owner?
3. When should an AI-supported workflow be escalated for review?
4. Which practice best supports public accountability?
5. What should happen when data sources, policy, vendor configuration, or workflow use changes?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GOV 360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Third-Party AI Risk Management</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module focuses on ongoing oversight of vendors, subcontractors, data.</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is designed for public health staff who must translate responsible AI.</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module helps learners move beyond general awareness by producing a.</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intermediate/practitioner Primary track: Governance and Security Track.</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8: Develop a Funding Strategy - This lesson informs Play 8 by helping.</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32: Vendor Evaluation Checklist (Checklist) - Use this tool to complete.</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34: STLT AI Procurement and Vendor Addendum (Checklist) - Use this tool.</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1: AI Vision &amp; Principles Workshop (Workshop) - Use AI Vision &amp;.</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Explain the purpose of third-party ai risk management in public health AI.</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the roles, decisions, risks, and documentation needed for the topic.</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Apply the topic to a real or realistic public health workflow or decision.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Explain the purpose of third-party ai risk management in public health AI.</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Recognize equity, privacy, security, legal,.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Produce a practical artifact that supports.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module focuses on ongoing oversight of vendors, subcontractors, data.</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is designed for public health staff who must translate responsible AI.</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module helps learners move beyond general awareness by producing 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module focuses on ongoing oversight of vendors, subcontractors, data.</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Risk control loop</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Responsible use depends on finding risks early, applying safeguards,.</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Decision right: The authority to approve, deny, modify, pause, or escalate.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Evidence artifact: A document, log, checklist, test result, approval record,.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Escalation pathway: A defined route for raising concerns to the appropriate.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Decision right: The authority to approve, deny, modify, pause, or escalate an AI.</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Decision right: The authority to approve, deny,.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Evidence artifact: A document, log, checklist,.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Accountability owner: The person or role.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module provides national-level training guidance for public health.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is not legal advice and does not replace review by agency legal counsel,.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Requirements may vary by state, locality, territory, Tribe, agency, funding.</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module provides national-level training guidance for public health agencies.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Third-Party AI Risk Management matters because AI adoption changes how.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Without a structured approach, staff may rely on informal practices, vendor.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Public health agencies operate under legal authorities, public.</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Third-Party AI Risk Management matters because AI adoption changes how public.</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Risk control loop</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Responsible use depends on finding risks early, applying safeguards,.</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public health agency is preparing to use AI in a workflow related to.</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project team initially treats the tool as a helpful efficiency aid, but.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agency responds by creating a clear artifact that defines intended use,.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public health agency is preparing to use AI in a workflow related to ongoing.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public health agency is preparing to use AI in 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project team initially treats the tool as 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agency responds by creating a clear artifact.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Operational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The first step in this topic is to define the decision or workflow clearly.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Staff should identify who is affected, what data are used, what AI output is.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This prevents the module from becoming abstract and anchors the work in.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Staff should identify who is affected, what data.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second step is to assign responsibilities.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AI-supported workflows often cross program, IT,.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common failure mode is treating the topic as a one-time checklist.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 risks can change when data sources, models, vendors, policies, users, 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guardrail is to define review intervals and change triggers.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Another failure mode is unclear ownership.</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When everyone is responsible in general, no one.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guardrail is to assign an accountability owner.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topic applies across generative AI, predictive analytics, NLP, RAG,.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more sensitive the data, the more consequential the output, or the more.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topic applies across generative AI, predictive analytics, NLP, RAG,.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This topic applies across generative AI,.</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more sensitive the data, the more.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public health decision or workflow does this topic affect?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has authority to approve or pause the work?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evidence would show that the workflow is responsible and effective?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public health decision or workflow does this topic affect?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public health decision or workflow does this.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Who has authority to approve or pause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evidence would show that the workflow is.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equity, privacy, legal, security, or public trust risks require review?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How will the agency know when the workflow needs to be revised?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equity, privacy, legal, security, or public.</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How will the agency know when the workflow needs.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 practical third-party ai risk management artifact for one.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artifact should define the use case, affected roles, review criteria,.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practical third-party ai risk management artifact for one AI-supported.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Create a practical third-party ai risk management.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artifact should define the use case, affected.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Third-Party AI Risk Management artifact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Role and responsibility table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Risk and safeguard summary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Third-Party AI Risk Management artifact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Third-Party AI Risk Management artifact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Role and responsibility table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Risk and safeguard summary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Escalation and monitoring plan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Approval or review note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Escalation and monitoring plan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Escalation and monitoring plan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Approval or review note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Third-Party AI Risk Management artifact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Role and responsibility table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Risk and safeguard summary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Third-Party AI Risk Management artifact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Escalation and monitoring plan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Approval or review note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1. What is the strongest evidence that third-party ai risk management has.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2. What is the best reason to assign an accountability owner?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3. When should an AI-supported workflow be escalated for review?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is the strongest evidence that third-party ai risk management has been.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is the strongest evidence that third-party ai.</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CDC Public Health Data Strategy and Data Modernization resources:.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Artificial Intelligence Risk Management Framework and NIST Generative.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Ethics and Governance of Artificial Intelligence for Health guidance:.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OWASP Top 10 for Large Language Model Applications:.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ONC health IT, interoperability, and information.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Agency policies for privacy, public records, cybersecurity, procurement,.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Agency policies for privacy, public records, cybersecurity, procurement, civil.</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Agency policies for privacy, public records,.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Third-Party AI Risk Management</dc:title>
  <dc:subject>Third-Party AI Risk Management learning module</dc:subject>
  <dc:creator>Paula Soper</dc:creator>
  <cp:lastModifiedBy>Paula Soper</cp:lastModifiedBy>
  <cp:revision>1</cp:revision>
  <dcterms:created xsi:type="dcterms:W3CDTF">2026-07-13T03:27:53Z</dcterms:created>
  <dcterms:modified xsi:type="dcterms:W3CDTF">2026-07-13T03:27:53Z</dcterms:modified>
</cp:coreProperties>
</file>