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430 Organizational Change Management for AI Adoption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implementation requires change management.
Identify stakeholders affected by an AI-supported workflow.
Develop a change management plan that includes communication, training, workflow updates, feedback, and adoption measures.
Recognize staff concerns related to trust, workload, deskilling, surveillance, accountability, and job impact.
Produce an AI adoption and change management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tools may fail even when the technology works because the organization is not ready to use them. Staff may not trust the output, may over-trust it, may not understand their review responsibilities, or may develop workarounds that undermine safeguards. Leaders may underestimate the time needed for training, workflow redesign, and user feedback.
Change management is also an equity and workforce issue. Staff who are not included in design may experience AI as a threat or burden. Programs with less technical capacity may be left behind. Communities may experience changes in service delivery without understanding how AI is involved. A change plan helps ensure that adoption is transparent, inclusive, and aligned with public health values.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launches an AI assistant to help staff find internal policies and program guidance. The tool is technically functional, but staff do not use it because they are unsure whether answers are official, whether searches are monitored, and whether they remain responsible for verifying information. Some staff worry that the tool will be used to judge their productivity.
A change management plan addresses these concerns directly. It explains the purpose of the tool, approved uses, prohibited uses, privacy protections, source citation requirements, human verification expectations, and feedback process. It also includes supervisors, program champions, training sessions, office hours, and monitoring of adoption barriers.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change management should begin before procurement or configuration. Leaders should identify who will be affected, what pain points the tool is supposed to address, which workflows will change, and what staff need to learn. Stakeholder engagement should include frontline users, supervisors, program leaders, IT, privacy, legal, communications, equity staff, and where appropriate, community representatives.
The communication plan should be specific. Staff need to know what the tool does, what it does not do, why the agency is using it, what data may be entered, what outputs require review, and how errors should be reported. Communication should also acknowledge uncertainty. Overselling AI can damage trust when limitations become visible. Under-explaining AI can lead to rumors, resistance, or unsafe use.
Training should be tied to workflow. Generic AI literacy is not enough. Users need role-specific examples, review criteria, escalation scenarios, documentation expectations, and practice with realistic outputs. Supervisors need to know how to reinforce appropriate use and respond to concerns. Change management should continue after launch through feedback, monitoring, and iterative improvement.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adoption without understanding. Staff may use the tool incorrectly or treat outputs as authoritative because training was superficial. A guardrail is to require role-based training and workflow-specific practice before access is granted.
Another risk is resistance caused by lack of transparency. If staff believe AI is being introduced to monitor or replace them, they may avoid or undermine the tool. A guardrail is to communicate purpose, boundaries, data practices, and workforce implications clearly and early.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adoption requires training on review, citation, privacy, and public records. Predictive analytics adoption requires training on interpretation, limitations, and override documentation. Agentic workflow adoption requires training on approvals, stop procedures, and escalation. Each AI type changes work in different ways, so change management must be specific.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change management plan for one AI use case. Include stakeholder map, communication messages, training needs, workflow changes, adoption measures, feedback process, and launch support.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adoption plan; stakeholder map; communication plan; training plan; feedback and adoption monitoring plan.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adoption plan; stakeholder map; communication plan; training plan; feedback and adoption monitoring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Organizational Change Management for AI Adoption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 understand.</a:t>
            </a:r>
            <a:endParaRPr lang="en-US" sz="2100" dirty="0"/>
          </a:p>
          <a:p>
            <a:r>
              <a:rPr lang="en-US" sz="2100" dirty="0">
                <a:solidFill>
                  <a:srgbClr val="17364A"/>
                </a:solidFill>
                <a:latin typeface="Aptos" pitchFamily="34" charset="0"/>
                <a:ea typeface="Aptos" pitchFamily="34" charset="-122"/>
                <a:cs typeface="Aptos" pitchFamily="34" charset="-120"/>
              </a:rPr>
              <a:t>Successful implementation requires change management, not just technical deployment.</a:t>
            </a:r>
            <a:endParaRPr lang="en-US" sz="2100" dirty="0"/>
          </a:p>
          <a:p>
            <a:r>
              <a:rPr lang="en-US" sz="2100" dirty="0">
                <a:solidFill>
                  <a:srgbClr val="17364A"/>
                </a:solidFill>
                <a:latin typeface="Aptos" pitchFamily="34" charset="0"/>
                <a:ea typeface="Aptos" pitchFamily="34" charset="-122"/>
                <a:cs typeface="Aptos" pitchFamily="34" charset="-120"/>
              </a:rPr>
              <a:t>Staff need to understand why a tool is being introduced, how it affects their workflow, what they are responsible.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implementation requires change management.</a:t>
            </a:r>
            <a:endParaRPr lang="en-US" sz="2100" dirty="0"/>
          </a:p>
          <a:p>
            <a:r>
              <a:rPr lang="en-US" sz="2100" dirty="0">
                <a:solidFill>
                  <a:srgbClr val="17364A"/>
                </a:solidFill>
                <a:latin typeface="Aptos" pitchFamily="34" charset="0"/>
                <a:ea typeface="Aptos" pitchFamily="34" charset="-122"/>
                <a:cs typeface="Aptos" pitchFamily="34" charset="-120"/>
              </a:rPr>
              <a:t>Identify stakeholders affected by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Develop a change management plan that includes communication, training, workflow updates, feedback,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implementation requires change management.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a:t>
            </a:r>
            <a:endParaRPr lang="en-US" sz="2100" dirty="0"/>
          </a:p>
          <a:p>
            <a:r>
              <a:rPr lang="en-US" sz="2100" dirty="0">
                <a:solidFill>
                  <a:srgbClr val="17364A"/>
                </a:solidFill>
                <a:latin typeface="Aptos" pitchFamily="34" charset="0"/>
                <a:ea typeface="Aptos" pitchFamily="34" charset="-122"/>
                <a:cs typeface="Aptos" pitchFamily="34" charset="-120"/>
              </a:rPr>
              <a:t>Successful implementation requires change management, not just technical deployment.</a:t>
            </a:r>
            <a:endParaRPr lang="en-US" sz="2100" dirty="0"/>
          </a:p>
          <a:p>
            <a:r>
              <a:rPr lang="en-US" sz="2100" dirty="0">
                <a:solidFill>
                  <a:srgbClr val="17364A"/>
                </a:solidFill>
                <a:latin typeface="Aptos" pitchFamily="34" charset="0"/>
                <a:ea typeface="Aptos" pitchFamily="34" charset="-122"/>
                <a:cs typeface="Aptos" pitchFamily="34" charset="-120"/>
              </a:rPr>
              <a:t>Staff need to understand why a tool is being introduced, how it affects their workflow, what they are.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may fail even when the technology works because the organization is not ready to use them.</a:t>
            </a:r>
            <a:endParaRPr lang="en-US" sz="2100" dirty="0"/>
          </a:p>
          <a:p>
            <a:r>
              <a:rPr lang="en-US" sz="2100" dirty="0">
                <a:solidFill>
                  <a:srgbClr val="17364A"/>
                </a:solidFill>
                <a:latin typeface="Aptos" pitchFamily="34" charset="0"/>
                <a:ea typeface="Aptos" pitchFamily="34" charset="-122"/>
                <a:cs typeface="Aptos" pitchFamily="34" charset="-120"/>
              </a:rPr>
              <a:t>Staff may not trust the output, may over-trust it, may not understand their review responsibilities, or.</a:t>
            </a:r>
            <a:endParaRPr lang="en-US" sz="2100" dirty="0"/>
          </a:p>
          <a:p>
            <a:r>
              <a:rPr lang="en-US" sz="2100" dirty="0">
                <a:solidFill>
                  <a:srgbClr val="17364A"/>
                </a:solidFill>
                <a:latin typeface="Aptos" pitchFamily="34" charset="0"/>
                <a:ea typeface="Aptos" pitchFamily="34" charset="-122"/>
                <a:cs typeface="Aptos" pitchFamily="34" charset="-120"/>
              </a:rPr>
              <a:t>Leaders may underestimate the time needed for training, workflow redesign, and user feedback.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tools may fail even when the technology works because the organization is not ready to use them.</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launches an AI assistant to help staff find internal policies and program guidance.</a:t>
            </a:r>
            <a:endParaRPr lang="en-US" sz="2100" dirty="0"/>
          </a:p>
          <a:p>
            <a:r>
              <a:rPr lang="en-US" sz="2100" dirty="0">
                <a:solidFill>
                  <a:srgbClr val="17364A"/>
                </a:solidFill>
                <a:latin typeface="Aptos" pitchFamily="34" charset="0"/>
                <a:ea typeface="Aptos" pitchFamily="34" charset="-122"/>
                <a:cs typeface="Aptos" pitchFamily="34" charset="-120"/>
              </a:rPr>
              <a:t>The tool is technically functional, but staff do not use it because they are unsure whether answers are.</a:t>
            </a:r>
            <a:endParaRPr lang="en-US" sz="2100" dirty="0"/>
          </a:p>
          <a:p>
            <a:r>
              <a:rPr lang="en-US" sz="2100" dirty="0">
                <a:solidFill>
                  <a:srgbClr val="17364A"/>
                </a:solidFill>
                <a:latin typeface="Aptos" pitchFamily="34" charset="0"/>
                <a:ea typeface="Aptos" pitchFamily="34" charset="-122"/>
                <a:cs typeface="Aptos" pitchFamily="34" charset="-120"/>
              </a:rPr>
              <a:t>Some staff worry that the tool will be used to judge their productivity.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launches an AI assistant to help staff find internal policies and program guidance.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change management should begin before procurement or configuration.</a:t>
            </a:r>
            <a:endParaRPr lang="en-US" sz="2100" dirty="0"/>
          </a:p>
          <a:p>
            <a:r>
              <a:rPr lang="en-US" sz="2100" dirty="0">
                <a:solidFill>
                  <a:srgbClr val="17364A"/>
                </a:solidFill>
                <a:latin typeface="Aptos" pitchFamily="34" charset="0"/>
                <a:ea typeface="Aptos" pitchFamily="34" charset="-122"/>
                <a:cs typeface="Aptos" pitchFamily="34" charset="-120"/>
              </a:rPr>
              <a:t>Leaders should identify who will be affected, what pain points the tool is supposed to address, which.</a:t>
            </a:r>
            <a:endParaRPr lang="en-US" sz="2100" dirty="0"/>
          </a:p>
          <a:p>
            <a:r>
              <a:rPr lang="en-US" sz="2100" dirty="0">
                <a:solidFill>
                  <a:srgbClr val="17364A"/>
                </a:solidFill>
                <a:latin typeface="Aptos" pitchFamily="34" charset="0"/>
                <a:ea typeface="Aptos" pitchFamily="34" charset="-122"/>
                <a:cs typeface="Aptos" pitchFamily="34" charset="-120"/>
              </a:rPr>
              <a:t>Stakeholder engagement should include frontline users, supervisors, program leaders, IT, privacy,.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change management should begin before procurement or configuration.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adoption without understanding.</a:t>
            </a:r>
            <a:endParaRPr lang="en-US" sz="2100" dirty="0"/>
          </a:p>
          <a:p>
            <a:r>
              <a:rPr lang="en-US" sz="2100" dirty="0">
                <a:solidFill>
                  <a:srgbClr val="17364A"/>
                </a:solidFill>
                <a:latin typeface="Aptos" pitchFamily="34" charset="0"/>
                <a:ea typeface="Aptos" pitchFamily="34" charset="-122"/>
                <a:cs typeface="Aptos" pitchFamily="34" charset="-120"/>
              </a:rPr>
              <a:t>Staff may use the tool incorrectly or treat outputs as authoritative because training was superficial.</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role-based training and workflow-specific practice before access is granted.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adoption without understanding.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adoption requires training on review, citation, privacy, and public records.</a:t>
            </a:r>
            <a:endParaRPr lang="en-US" sz="2100" dirty="0"/>
          </a:p>
          <a:p>
            <a:r>
              <a:rPr lang="en-US" sz="2100" dirty="0">
                <a:solidFill>
                  <a:srgbClr val="17364A"/>
                </a:solidFill>
                <a:latin typeface="Aptos" pitchFamily="34" charset="0"/>
                <a:ea typeface="Aptos" pitchFamily="34" charset="-122"/>
                <a:cs typeface="Aptos" pitchFamily="34" charset="-120"/>
              </a:rPr>
              <a:t>Predictive analytics adoption requires training on interpretation, limitations, and override.</a:t>
            </a:r>
            <a:endParaRPr lang="en-US" sz="2100" dirty="0"/>
          </a:p>
          <a:p>
            <a:r>
              <a:rPr lang="en-US" sz="2100" dirty="0">
                <a:solidFill>
                  <a:srgbClr val="17364A"/>
                </a:solidFill>
                <a:latin typeface="Aptos" pitchFamily="34" charset="0"/>
                <a:ea typeface="Aptos" pitchFamily="34" charset="-122"/>
                <a:cs typeface="Aptos" pitchFamily="34" charset="-120"/>
              </a:rPr>
              <a:t>Agentic workflow adoption requires training on approvals, stop procedures, and escalation.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adoption requires training on review, citation, privacy, and public records.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change management plan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stakeholder map, communication messages, training needs, workflow changes, adoption measures,.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change management plan for one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Change Management for AI Adoption</dc:title>
  <dc:subject>Organizational Change Management for AI Adoption learning module</dc:subject>
  <dc:creator>Paula Soper</dc:creator>
  <cp:lastModifiedBy>Paula Soper</cp:lastModifiedBy>
  <cp:revision>1</cp:revision>
  <dcterms:created xsi:type="dcterms:W3CDTF">2026-07-13T01:54:44Z</dcterms:created>
  <dcterms:modified xsi:type="dcterms:W3CDTF">2026-07-13T01:54:44Z</dcterms:modified>
</cp:coreProperties>
</file>