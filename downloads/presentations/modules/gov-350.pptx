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350 Identity, Access, and Permissions for AI Workflows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technical-architecture, governance-and-security, operations-and-data-quality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user identity, service identity, authentication, authorization, and permissions.
Apply least-privilege principles to AI-supported public health workflows.
Identify access risks for read-only, retrieval, summarization, and write-back AI functions.
Define audit log and approval requirements for AI tools that access sensitive systems or data.
Create an access and permissions review for an AI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assistant is approved to summarize case records for authorized disease investigators. The access review determines that the assistant may retrieve only records assigned to the investigator’s program, may not access unrelated program data, may not export records to unapproved systems, and may not write final case notes without human approval. Logs must show which user requested the summary, which record was accessed, and whether the output was saved or discarded.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AI workflows may involve multiple identities. A staff member may log in through single sign-on, an AI service may use a service account to retrieve data, and a vendor system may process a request through an API. Each identity should be documented and tied to specific permissions. Agencies should avoid shared accounts or overly broad service accounts because they make accountability and incident investigation difficult.
Authentication verifies who or what is using the system, but authorization defines what that identity can do. For AI workflows, authorization should be granular enough to distinguish reading data, retrieving documents, generating summaries, creating tasks, sending notifications, and updating records. Write-back permissions should receive stronger review than read-only functions because they can change official records or trigger action.
Least privilege is especially important for AI because tools may process data at scale. A human user may look at one record at a time, but an AI integration may retrieve many records quickly. Permissions should limit data by role, program, jurisdiction, purpose, and workflow where possible. Sensitive data should not be accessible simply because it is technically available.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Audit logs should make AI access visible. Logs should capture user identity, service identity, data accessed, action taken, time, output generated, approval status, and errors or exceptions. For agentic workflows, logs should also show tool calls, attempted actions, blocked actions, and human approvals.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Service accounts with broad access to sensitive data.
AI tools retrieving data unrelated to the approved use case.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Write-back actions occurring without human approval.
Shared accounts preventing accountability.
Insufficient logs to investigate data access or output generation.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role-based and purpose-based access controls.
Apply least privilege to users, service accounts, APIs, and agents.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Require stronger approval for write-back, external transmission, and automated actions.
Avoid shared accounts and undocumented service identities.
Maintain detailed audit logs for AI access and actions.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identity, access, and permissions review for one AI-supported workflow. Identify users, service accounts, systems, data accessed, read/write permissions, approval points, prohibited actions, audit log requirements, and escalation triggers.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Access and permissions review
List of user and service identities
Least-privilege recommendation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Write-back approval rules
Audit log requirements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Access and permissions review
List of user and service identities
Least-privilege recommendation
Write-back approval rules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authorization?
2. Why are service accounts important in AI workflows?
3. What does least privilege mean?
4. Which AI function generally requires stronger safeguards?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Identity, Access, and Permissions for AI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Identity, access, and permissions determine who or what can use data, systems, tools,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AI workflows may involve staff users, service accounts, APIs, vendors, plugins,.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clear access controls, an AI tool may retrieve sensitive data, expose information to.</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Governance and Security Track Appears in tracks: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difference between user identity, service identity, authentication, authorization,.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least-privilege principles to AI-supported public health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access risks for read-only, retrieval, summarization, and write-back AI functions.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difference between user identity, service identity, authentication, authorization, and.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difference between user identity, service identity,.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Define audit log and approval requirements for AI tools that.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Create an access and permissions review for an AI workflow.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Identity, access, and permissions determine who or what can use data, systems, tools,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AI workflows may involve staff users, service accounts, APIs, vendors, plugins,.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clear access controls, an AI tool may retrieve sensitive data, expose information to.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Identity, access, and permissions determine who or what can use data, systems, tools, and actions in 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Identity, access, and permissions determine who or what can 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AI workflows may involve staff users, service.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clear access controls, an AI tool may retrieve sensitive.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AI assistant is approved to summarize case records for authorized disease investigators.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access review determines that the assistant may retrieve only records assigned to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Logs must show which user requested the summary, which record was accessed, and whether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AI assistant is approved to summarize case records for authorized disease investigators.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access review determines that the assistant may retrieve only.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Logs must show which user requested the summary, which record was.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workflows may involve multiple identities.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staff member may log in through single sign-on, an AI service may use a service account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Each identity should be documented and tied to specific permissions.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workflows may involve multiple identities.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staff member may log in through single sign-on, an AI service.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Agencies should avoid shared accounts or overly broad service.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Authentication verifies who or what is using the system, but.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Audit logs should make AI access visible.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Logs should capture user identity, service identity, data accessed, action taken, time, output.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agentic workflows, logs should also show tool calls, attempted actions, blocked actions,.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Audit logs should make AI access visible.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Logs should capture user identity, service identity,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agentic workflows, logs should also show tool calls, attempted.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Risks and failure modes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Service accounts with broad access to sensitive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retrieving data unrelated to the approved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Risks and failure modes include the following: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Service accounts with broad access to sensitive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tools retrieving data unrelated to the approved use case.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Write-back actions occurring without human approval.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Shared accounts preventing accountability.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Insufficient logs to investigate data access or output generation.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Write-back actions occurring without human approval.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Write-back actions occurring without human approval.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Shared accounts preventing accountability.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Insufficient logs to investigate data access or output generation.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Recommended guardrails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Use role-based and purpose-based access controls.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least privilege to users, service accounts, APIs, and agents.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Recommended guardrails include the following: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role-based and purpose-based access controls.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Apply least privilege to users, service accounts, APIs, and agents.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Require stronger approval for write-back, external transmission, and automated actions.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Avoid shared accounts and undocumented service identities.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Maintain detailed audit logs for AI access and actions.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Require stronger approval for write-back, external transmission, and automated actions.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Require stronger approval for write-back, external transmission,.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Avoid shared accounts and undocumented service identities.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Maintain detailed audit logs for AI access and actions.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staff roles would need to understand or apply this concept before AI use is approved?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staff roles would need to understand or apply this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could go wrong if this topic is not addressed before.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evidence would governance, leadership, or operations staff need before moving forward?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policy, data, equity, privacy, security, or workflow.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identity, access, and permissions review for one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users, service accounts, systems, data accessed, read/write permissions, approval.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identity, access, and permissions review for one AI-supported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identity, access, and permissions review for one.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users, service accounts, systems, data accessed,.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Access and permissions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List of user and service identities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Least-privilege recommendation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Access and permissions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Access and permissions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List of user and service identities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Least-privilege recommendation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Write-back approval rules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Audit log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Write-back approval rules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Write-back approval rules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Audit log requirements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Access and permissions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List of user and service identities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Least-privilege recommendation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Access and permissions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Write-back approval rules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Audit log requirements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authorization?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Why are service accounts important in AI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does least privilege mean?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authorization?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authorization?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guidance for LLM application 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policies for privacy, cybersecurity, records, procurement,.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Identity, Access, and Permissions for AI Workflows</dc:title>
  <dc:subject>Identity, Access, and Permissions for AI Workflows learning module</dc:subject>
  <dc:creator>Paula Soper</dc:creator>
  <cp:lastModifiedBy>Paula Soper</cp:lastModifiedBy>
  <cp:revision>1</cp:revision>
  <dcterms:created xsi:type="dcterms:W3CDTF">2026-07-13T02:24:10Z</dcterms:created>
  <dcterms:modified xsi:type="dcterms:W3CDTF">2026-07-13T02:24:10Z</dcterms:modified>
</cp:coreProperties>
</file>