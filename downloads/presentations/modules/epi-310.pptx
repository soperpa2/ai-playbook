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Epidemiology Role-Based Track Appears in tracks: epidemiology,.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for surveillance signal review and epidemiologic judgment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using AI to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for surveillance signal review and epidemiologic judgment artifact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for surveillance signal review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for surveillance signal review and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for surveillance signal.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2026-07-13T02:24:09Z</dcterms:created>
  <dcterms:modified xsi:type="dcterms:W3CDTF">2026-07-13T02:24:09Z</dcterms:modified>
</cp:coreProperties>
</file>