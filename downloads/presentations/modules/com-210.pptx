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safe use of AI for multilingual, plain-language,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ai-assisted translation, language access,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ai-assisted translation, language access, and readability.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ai-assisted translation,.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safe use of AI for multilingual, plain-language,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safe use of AI for multilingual, plain-language,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Translation, Language Access, and Readability Review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 matters because.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safe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ai-assisted translation, language access, and readability.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ai-assisted translation, language access, and readability.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ai-assisted translation,.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AI-Assisted Translation, Language Access,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Translation, Language Access, and Readability Review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ai-assisted translation,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ai-assisted translation, language access,.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ai-assisted.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2026-07-13T03:27:52Z</dcterms:created>
  <dcterms:modified xsi:type="dcterms:W3CDTF">2026-07-13T03:27:52Z</dcterms:modified>
</cp:coreProperties>
</file>