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430 Community Oversight and Participatory Governance
Public health AI governance should not be limited to internal agency review. When AI affects communities, services, surveillance, communication, prioritization, or resource allocation, agencies should consider how community perspectives will inform design, review, implementation, and monitoring. Participatory governance creates structured ways for affected people and community partners to shape AI use. This module helps leaders distinguish between informing the public, consulting communities, involving partners, and sharing oversight. It emphasizes that community oversight must be meaningful and appropriately supported. Agencies should not ask communities to approve technical systems without plain-language information, time, context, and a clear explanation of how input will influence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Public health AI governance should not be limited to internal agency review. When AI affects communities, services, surveillance, communication, prioritization, or resource allocation, agencies should consider how community perspectives will inform design, review, implementation, and monitoring. Participatory governance creates structured ways for affected people and community partners to shape AI use. This module helps leaders distinguish between informing the public, consulting communities, involving partners, and sharing oversight. It emphasizes that community oversight must be meaningful and appropriately supported. Agencies should not ask communities to approve technical systems without plain-language information, time, context, and a clear explanation of how input will influence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47: Equity &amp; Disparity Impact Monitoring (Dashboard)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community oversight matters for public health AI.
Identify AI use cases that warrant community engagement or participatory governance.
Design a community engagement approach matched to risk, impact, and community context.
Recognize risks of tokenism, extractive engagement, and inaccessible technical language.
Produce a participatory governance plan for one AI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AI governance should not be limited to internal agency review. When AI affects communities, services, surveillance, communication, prioritization, or resource allocation, agencies should consider how community perspectives will inform design, review, implementation, and monitoring. Participatory governance creates structured ways for affected people and community partners to shape AI use.
This module helps leaders distinguish between informing the public, consulting communities, involving partners, and sharing oversight. It emphasizes that community oversight must be meaningful and appropriately supported. Agencies should not ask communities to approve technical systems without plain-language information, time, context, and a clear explanation of how input will influence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decisions that affect communities, often using data collected through clinical care, surveillance, service systems, public programs, and emergency response. AI can intensify concerns about surveillance, bias, exclusion, language access, disability access, and government trust. Community oversight helps agencies identify concerns that may not be visible through technical review alone.
Participatory governance can also improve AI quality and usefulness. Community partners may identify missing context, harmful assumptions, access barriers, communication needs, and unintended consequences. Their input can help agencies design safer workflows, clearer notices, better escalation pathways, and more meaningful impact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city health department considers using an AI tool to help prioritize outreach for maternal and child health services. The model would use program, demographic, and service utilization data to identify neighborhoods where outreach may be needed. Although the goal is supportive, communities may worry that the tool could stigmatize neighborhoods, miss families not represented in data, or direct resources away from groups with less complete records.
A participatory governance plan would involve community-based organizations, maternal health advocates, service users, and equity staff before the tool is finalized. The agency would explain the intended use, data limitations, safeguards, and decision points in plain language. Community input could shape the variables used, how results are communicated, what services are offered, and how harm or misclassification concerns are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Participatory governance should be matched to the impact of the use case. Internal productivity tools may not require community oversight, although they still require policy and privacy review. Tools that influence public communication, service access, enforcement, prioritization, outreach, or resource allocation may require deeper engagement. The higher the impact on communities, the stronger the case for involving community perspectives early.
Engagement should be designed with care. Agencies should provide plain-language descriptions, realistic examples, data-use explanations, and clear questions for feedback. Meetings should be accessible, compensated when appropriate, linguistically inclusive, and scheduled in ways that support participation. Agencies should also explain what decisions are open for influence and what constraints exist because of law, funding, or public health authority.
Follow-through is essential. Community members should know how their input was used, what changed because of engagement, and how concerns will be monitored after launch. Participatory governance is not a single listening session. It is an ongoing relationship between the agency and affected communities, especially when the AI use is consequential or long-term.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tokenistic engagement. Agencies may seek community input after key decisions have already been made. A guardrail is to engage before requirements, safeguards, and success measures are finalized.
Another risk is technical opacity. Community participants may be asked to respond to vague or overly technical descriptions. A guardrail is to provide plain-language examples, visual workflows, and concrete descriptions of what the AI will and will 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tools that produce public messages may benefit from community review for tone, trust, accessibility, and language. Predictive models used for outreach or allocation should include review of data representativeness and potential stigma. Agentic tools that trigger actions affecting residents should have clear community-informed escalation and correction pathways.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Develop a participatory governance plan for one AI use case. Include affected groups, engagement purpose, timing, materials, questions, accessibility supports, decision influence, feedback loop, and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Participatory governance plan; community briefing outline; engagement questions; feedback response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Participatory governance plan; community briefing outline; engagement questions; feedback response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Community Oversight and Participatory Governance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health AI governance should not be limited to internal agency review.</a:t>
            </a:r>
            <a:endParaRPr lang="en-US" sz="1700" dirty="0"/>
          </a:p>
          <a:p>
            <a:r>
              <a:rPr lang="en-US" sz="1700" dirty="0">
                <a:solidFill>
                  <a:srgbClr val="17364A"/>
                </a:solidFill>
                <a:latin typeface="Aptos" pitchFamily="34" charset="0"/>
                <a:ea typeface="Aptos" pitchFamily="34" charset="-122"/>
                <a:cs typeface="Aptos" pitchFamily="34" charset="-120"/>
              </a:rPr>
              <a:t>When AI affects communities, services, surveillance, communication, prioritization, or resource allocation, agencies should consider how community.</a:t>
            </a:r>
            <a:endParaRPr lang="en-US" sz="1700" dirty="0"/>
          </a:p>
          <a:p>
            <a:r>
              <a:rPr lang="en-US" sz="1700" dirty="0">
                <a:solidFill>
                  <a:srgbClr val="17364A"/>
                </a:solidFill>
                <a:latin typeface="Aptos" pitchFamily="34" charset="0"/>
                <a:ea typeface="Aptos" pitchFamily="34" charset="-122"/>
                <a:cs typeface="Aptos" pitchFamily="34" charset="-120"/>
              </a:rPr>
              <a:t>Participatory governance creates structured ways for affected people and community partners to shape AI use.</a:t>
            </a:r>
            <a:endParaRPr lang="en-US" sz="1700" dirty="0"/>
          </a:p>
          <a:p>
            <a:r>
              <a:rPr lang="en-US" sz="1700" dirty="0">
                <a:solidFill>
                  <a:srgbClr val="17364A"/>
                </a:solidFill>
                <a:latin typeface="Aptos" pitchFamily="34" charset="0"/>
                <a:ea typeface="Aptos" pitchFamily="34" charset="-122"/>
                <a:cs typeface="Aptos" pitchFamily="34" charset="-120"/>
              </a:rPr>
              <a:t>This module helps leaders distinguish between informing the public, consulting communities, involving partners, and sharing oversight.</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advanced/leadership</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Governance and Security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governance-security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 prioritize use cases work.</a:t>
            </a:r>
            <a:endParaRPr lang="en-US" sz="1540" dirty="0"/>
          </a:p>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47: Equity &amp; Disparity Impact Monitoring (Dashboard)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Explain why community oversight matters for public health AI.</a:t>
            </a:r>
            <a:endParaRPr lang="en-US" sz="1700" dirty="0"/>
          </a:p>
          <a:p>
            <a:r>
              <a:rPr lang="en-US" sz="1700" dirty="0">
                <a:solidFill>
                  <a:srgbClr val="17364A"/>
                </a:solidFill>
                <a:latin typeface="Aptos" pitchFamily="34" charset="0"/>
                <a:ea typeface="Aptos" pitchFamily="34" charset="-122"/>
                <a:cs typeface="Aptos" pitchFamily="34" charset="-120"/>
              </a:rPr>
              <a:t>Identify AI use cases that warrant community engagement or participatory governance.</a:t>
            </a:r>
            <a:endParaRPr lang="en-US" sz="1700" dirty="0"/>
          </a:p>
          <a:p>
            <a:r>
              <a:rPr lang="en-US" sz="1700" dirty="0">
                <a:solidFill>
                  <a:srgbClr val="17364A"/>
                </a:solidFill>
                <a:latin typeface="Aptos" pitchFamily="34" charset="0"/>
                <a:ea typeface="Aptos" pitchFamily="34" charset="-122"/>
                <a:cs typeface="Aptos" pitchFamily="34" charset="-120"/>
              </a:rPr>
              <a:t>Design a community engagement approach matched to risk, impact, and community context.</a:t>
            </a:r>
            <a:endParaRPr lang="en-US" sz="1700" dirty="0"/>
          </a:p>
          <a:p>
            <a:r>
              <a:rPr lang="en-US" sz="1700" dirty="0">
                <a:solidFill>
                  <a:srgbClr val="17364A"/>
                </a:solidFill>
                <a:latin typeface="Aptos" pitchFamily="34" charset="0"/>
                <a:ea typeface="Aptos" pitchFamily="34" charset="-122"/>
                <a:cs typeface="Aptos" pitchFamily="34" charset="-120"/>
              </a:rPr>
              <a:t>Recognize risks of tokenism, extractive engagement, and inaccessible technical language.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Explain why community oversight matters for public health AI.</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health AI governance should not be limited to internal agency review.</a:t>
            </a:r>
            <a:endParaRPr lang="en-US" sz="1700" dirty="0"/>
          </a:p>
          <a:p>
            <a:r>
              <a:rPr lang="en-US" sz="1700" dirty="0">
                <a:solidFill>
                  <a:srgbClr val="17364A"/>
                </a:solidFill>
                <a:latin typeface="Aptos" pitchFamily="34" charset="0"/>
                <a:ea typeface="Aptos" pitchFamily="34" charset="-122"/>
                <a:cs typeface="Aptos" pitchFamily="34" charset="-120"/>
              </a:rPr>
              <a:t>When AI affects communities, services, surveillance, communication, prioritization, or resource allocation, agencies should.</a:t>
            </a:r>
            <a:endParaRPr lang="en-US" sz="1700" dirty="0"/>
          </a:p>
          <a:p>
            <a:r>
              <a:rPr lang="en-US" sz="1700" dirty="0">
                <a:solidFill>
                  <a:srgbClr val="17364A"/>
                </a:solidFill>
                <a:latin typeface="Aptos" pitchFamily="34" charset="0"/>
                <a:ea typeface="Aptos" pitchFamily="34" charset="-122"/>
                <a:cs typeface="Aptos" pitchFamily="34" charset="-120"/>
              </a:rPr>
              <a:t>Participatory governance creates structured ways for affected people and community partners to shape AI use.</a:t>
            </a:r>
            <a:endParaRPr lang="en-US" sz="1700" dirty="0"/>
          </a:p>
          <a:p>
            <a:r>
              <a:rPr lang="en-US" sz="1700" dirty="0">
                <a:solidFill>
                  <a:srgbClr val="17364A"/>
                </a:solidFill>
                <a:latin typeface="Aptos" pitchFamily="34" charset="0"/>
                <a:ea typeface="Aptos" pitchFamily="34" charset="-122"/>
                <a:cs typeface="Aptos" pitchFamily="34" charset="-120"/>
              </a:rPr>
              <a:t>This module helps leaders distinguish between informing the public, consulting communities, involving partners, and sharing.</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Public health AI governance should not be limited to internal agency review.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700" dirty="0"/>
          </a:p>
          <a:p>
            <a:r>
              <a:rPr lang="en-US" sz="1700" dirty="0">
                <a:solidFill>
                  <a:srgbClr val="17364A"/>
                </a:solidFill>
                <a:latin typeface="Aptos" pitchFamily="34" charset="0"/>
                <a:ea typeface="Aptos" pitchFamily="34" charset="-122"/>
                <a:cs typeface="Aptos" pitchFamily="34" charset="-120"/>
              </a:rPr>
              <a:t>It is not legal advice and does not replace review by agency legal counsel, privacy officers, procurement officials, civil.</a:t>
            </a:r>
            <a:endParaRPr lang="en-US" sz="1700" dirty="0"/>
          </a:p>
          <a:p>
            <a:r>
              <a:rPr lang="en-US" sz="1700" dirty="0">
                <a:solidFill>
                  <a:srgbClr val="17364A"/>
                </a:solidFill>
                <a:latin typeface="Aptos" pitchFamily="34" charset="0"/>
                <a:ea typeface="Aptos" pitchFamily="34" charset="-122"/>
                <a:cs typeface="Aptos" pitchFamily="34" charset="-120"/>
              </a:rPr>
              <a:t>Requirements may vary by state, locality, territory, Tribe, agency, funding source, data-sharing agreement, emergency.</a:t>
            </a:r>
            <a:endParaRPr lang="en-US" sz="1700" dirty="0"/>
          </a:p>
          <a:p>
            <a:r>
              <a:rPr lang="en-US" sz="1700" dirty="0">
                <a:solidFill>
                  <a:srgbClr val="17364A"/>
                </a:solidFill>
                <a:latin typeface="Aptos" pitchFamily="34" charset="0"/>
                <a:ea typeface="Aptos" pitchFamily="34" charset="-122"/>
                <a:cs typeface="Aptos" pitchFamily="34" charset="-120"/>
              </a:rPr>
              <a:t>Learners should use this module to identify the issues that require review and should confirm applicable requirements.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health agencies make decisions that affect communities, often using data collected through clinical care,.</a:t>
            </a:r>
            <a:endParaRPr lang="en-US" sz="1700" dirty="0"/>
          </a:p>
          <a:p>
            <a:r>
              <a:rPr lang="en-US" sz="1700" dirty="0">
                <a:solidFill>
                  <a:srgbClr val="17364A"/>
                </a:solidFill>
                <a:latin typeface="Aptos" pitchFamily="34" charset="0"/>
                <a:ea typeface="Aptos" pitchFamily="34" charset="-122"/>
                <a:cs typeface="Aptos" pitchFamily="34" charset="-120"/>
              </a:rPr>
              <a:t>AI can intensify concerns about surveillance, bias, exclusion, language access, disability access, and government trust.</a:t>
            </a:r>
            <a:endParaRPr lang="en-US" sz="1700" dirty="0"/>
          </a:p>
          <a:p>
            <a:r>
              <a:rPr lang="en-US" sz="1700" dirty="0">
                <a:solidFill>
                  <a:srgbClr val="17364A"/>
                </a:solidFill>
                <a:latin typeface="Aptos" pitchFamily="34" charset="0"/>
                <a:ea typeface="Aptos" pitchFamily="34" charset="-122"/>
                <a:cs typeface="Aptos" pitchFamily="34" charset="-120"/>
              </a:rPr>
              <a:t>Community oversight helps agencies identify concerns that may not be visible through technical review alone.</a:t>
            </a:r>
            <a:endParaRPr lang="en-US" sz="1700" dirty="0"/>
          </a:p>
          <a:p>
            <a:r>
              <a:rPr lang="en-US" sz="1700" dirty="0">
                <a:solidFill>
                  <a:srgbClr val="17364A"/>
                </a:solidFill>
                <a:latin typeface="Aptos" pitchFamily="34" charset="0"/>
                <a:ea typeface="Aptos" pitchFamily="34" charset="-122"/>
                <a:cs typeface="Aptos" pitchFamily="34" charset="-120"/>
              </a:rPr>
              <a:t>Participatory governance can also improve AI quality and usefulness.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Public health agencies make decisions that affect communities, often using data collected through clinical care,.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city health department considers using an AI tool to help prioritize outreach for maternal and child health services.</a:t>
            </a:r>
            <a:endParaRPr lang="en-US" sz="1700" dirty="0"/>
          </a:p>
          <a:p>
            <a:r>
              <a:rPr lang="en-US" sz="1700" dirty="0">
                <a:solidFill>
                  <a:srgbClr val="17364A"/>
                </a:solidFill>
                <a:latin typeface="Aptos" pitchFamily="34" charset="0"/>
                <a:ea typeface="Aptos" pitchFamily="34" charset="-122"/>
                <a:cs typeface="Aptos" pitchFamily="34" charset="-120"/>
              </a:rPr>
              <a:t>The model would use program, demographic, and service utilization data to identify neighborhoods where outreach may be.</a:t>
            </a:r>
            <a:endParaRPr lang="en-US" sz="1700" dirty="0"/>
          </a:p>
          <a:p>
            <a:r>
              <a:rPr lang="en-US" sz="1700" dirty="0">
                <a:solidFill>
                  <a:srgbClr val="17364A"/>
                </a:solidFill>
                <a:latin typeface="Aptos" pitchFamily="34" charset="0"/>
                <a:ea typeface="Aptos" pitchFamily="34" charset="-122"/>
                <a:cs typeface="Aptos" pitchFamily="34" charset="-120"/>
              </a:rPr>
              <a:t>Although the goal is supportive, communities may worry that the tool could stigmatize neighborhoods, miss families not.</a:t>
            </a:r>
            <a:endParaRPr lang="en-US" sz="1700" dirty="0"/>
          </a:p>
          <a:p>
            <a:r>
              <a:rPr lang="en-US" sz="1700" dirty="0">
                <a:solidFill>
                  <a:srgbClr val="17364A"/>
                </a:solidFill>
                <a:latin typeface="Aptos" pitchFamily="34" charset="0"/>
                <a:ea typeface="Aptos" pitchFamily="34" charset="-122"/>
                <a:cs typeface="Aptos" pitchFamily="34" charset="-120"/>
              </a:rPr>
              <a:t>A participatory governance plan would involve community-based organizations, maternal health advocates, service users, and.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city health department considers using an AI tool to help prioritize outreach for maternal and child health services.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Governance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Participatory governance should be matched to the impact of the use case.</a:t>
            </a:r>
            <a:endParaRPr lang="en-US" sz="1700" dirty="0"/>
          </a:p>
          <a:p>
            <a:r>
              <a:rPr lang="en-US" sz="1700" dirty="0">
                <a:solidFill>
                  <a:srgbClr val="17364A"/>
                </a:solidFill>
                <a:latin typeface="Aptos" pitchFamily="34" charset="0"/>
                <a:ea typeface="Aptos" pitchFamily="34" charset="-122"/>
                <a:cs typeface="Aptos" pitchFamily="34" charset="-120"/>
              </a:rPr>
              <a:t>Internal productivity tools may not require community oversight, although they still require policy and privacy review.</a:t>
            </a:r>
            <a:endParaRPr lang="en-US" sz="1700" dirty="0"/>
          </a:p>
          <a:p>
            <a:r>
              <a:rPr lang="en-US" sz="1700" dirty="0">
                <a:solidFill>
                  <a:srgbClr val="17364A"/>
                </a:solidFill>
                <a:latin typeface="Aptos" pitchFamily="34" charset="0"/>
                <a:ea typeface="Aptos" pitchFamily="34" charset="-122"/>
                <a:cs typeface="Aptos" pitchFamily="34" charset="-120"/>
              </a:rPr>
              <a:t>Tools that influence public communication, service access, enforcement, prioritization, outreach, or resource allocation.</a:t>
            </a:r>
            <a:endParaRPr lang="en-US" sz="1700" dirty="0"/>
          </a:p>
          <a:p>
            <a:r>
              <a:rPr lang="en-US" sz="1700" dirty="0">
                <a:solidFill>
                  <a:srgbClr val="17364A"/>
                </a:solidFill>
                <a:latin typeface="Aptos" pitchFamily="34" charset="0"/>
                <a:ea typeface="Aptos" pitchFamily="34" charset="-122"/>
                <a:cs typeface="Aptos" pitchFamily="34" charset="-120"/>
              </a:rPr>
              <a:t>The higher the impact on communities, the stronger the case for involving community perspectives early.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Participatory governance should be matched to the impact of the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One risk is tokenistic engagement.</a:t>
            </a:r>
            <a:endParaRPr lang="en-US" sz="1700" dirty="0"/>
          </a:p>
          <a:p>
            <a:r>
              <a:rPr lang="en-US" sz="1700" dirty="0">
                <a:solidFill>
                  <a:srgbClr val="17364A"/>
                </a:solidFill>
                <a:latin typeface="Aptos" pitchFamily="34" charset="0"/>
                <a:ea typeface="Aptos" pitchFamily="34" charset="-122"/>
                <a:cs typeface="Aptos" pitchFamily="34" charset="-120"/>
              </a:rPr>
              <a:t>Agencies may seek community input after key decisions have already been made.</a:t>
            </a:r>
            <a:endParaRPr lang="en-US" sz="1700" dirty="0"/>
          </a:p>
          <a:p>
            <a:r>
              <a:rPr lang="en-US" sz="1700" dirty="0">
                <a:solidFill>
                  <a:srgbClr val="17364A"/>
                </a:solidFill>
                <a:latin typeface="Aptos" pitchFamily="34" charset="0"/>
                <a:ea typeface="Aptos" pitchFamily="34" charset="-122"/>
                <a:cs typeface="Aptos" pitchFamily="34" charset="-120"/>
              </a:rPr>
              <a:t>A guardrail is to engage before requirements, safeguards, and success measures are finalized.</a:t>
            </a:r>
            <a:endParaRPr lang="en-US" sz="1700" dirty="0"/>
          </a:p>
          <a:p>
            <a:r>
              <a:rPr lang="en-US" sz="1700" dirty="0">
                <a:solidFill>
                  <a:srgbClr val="17364A"/>
                </a:solidFill>
                <a:latin typeface="Aptos" pitchFamily="34" charset="0"/>
                <a:ea typeface="Aptos" pitchFamily="34" charset="-122"/>
                <a:cs typeface="Aptos" pitchFamily="34" charset="-120"/>
              </a:rPr>
              <a:t>Another risk is technical opacity.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One risk is tokenistic engagement.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Generative AI tools that produce public messages may benefit from community review for tone, trust, accessibility, and.</a:t>
            </a:r>
            <a:endParaRPr lang="en-US" sz="1700" dirty="0"/>
          </a:p>
          <a:p>
            <a:r>
              <a:rPr lang="en-US" sz="1700" dirty="0">
                <a:solidFill>
                  <a:srgbClr val="17364A"/>
                </a:solidFill>
                <a:latin typeface="Aptos" pitchFamily="34" charset="0"/>
                <a:ea typeface="Aptos" pitchFamily="34" charset="-122"/>
                <a:cs typeface="Aptos" pitchFamily="34" charset="-120"/>
              </a:rPr>
              <a:t>Predictive models used for outreach or allocation should include review of data representativeness and potential stigma.</a:t>
            </a:r>
            <a:endParaRPr lang="en-US" sz="1700" dirty="0"/>
          </a:p>
          <a:p>
            <a:r>
              <a:rPr lang="en-US" sz="1700" dirty="0">
                <a:solidFill>
                  <a:srgbClr val="17364A"/>
                </a:solidFill>
                <a:latin typeface="Aptos" pitchFamily="34" charset="0"/>
                <a:ea typeface="Aptos" pitchFamily="34" charset="-122"/>
                <a:cs typeface="Aptos" pitchFamily="34" charset="-120"/>
              </a:rPr>
              <a:t>Agentic tools that trigger actions affecting residents should have clear community-informed escalation and correction.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Generative AI tools that produce public messages may benefit from community review for tone, trust, accessibility, and.</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a:t>
            </a:r>
            <a:endParaRPr lang="en-US" sz="1700" dirty="0"/>
          </a:p>
          <a:p>
            <a:r>
              <a:rPr lang="en-US" sz="17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1700" dirty="0"/>
          </a:p>
          <a:p>
            <a:r>
              <a:rPr lang="en-US" sz="17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700" dirty="0"/>
          </a:p>
          <a:p>
            <a:r>
              <a:rPr lang="en-US" sz="17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Develop a participatory governance plan for one AI use case.</a:t>
            </a:r>
            <a:endParaRPr lang="en-US" sz="1700" dirty="0"/>
          </a:p>
          <a:p>
            <a:r>
              <a:rPr lang="en-US" sz="1700" dirty="0">
                <a:solidFill>
                  <a:srgbClr val="17364A"/>
                </a:solidFill>
                <a:latin typeface="Aptos" pitchFamily="34" charset="0"/>
                <a:ea typeface="Aptos" pitchFamily="34" charset="-122"/>
                <a:cs typeface="Aptos" pitchFamily="34" charset="-120"/>
              </a:rPr>
              <a:t>Include affected groups, engagement purpose, timing, materials, questions, accessibility supports, decision influence,.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Develop a participatory governance plan for one AI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Before You Begin</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Choose a real or realistic public health AI use case.</a:t>
            </a:r>
            <a:endParaRPr lang="en-US" sz="1700" dirty="0"/>
          </a:p>
          <a:p>
            <a:r>
              <a:rPr lang="en-US" sz="17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 before it is adopted.</a:t>
            </a:r>
            <a:endParaRPr lang="en-US" sz="1700" dirty="0"/>
          </a:p>
          <a:p>
            <a:r>
              <a:rPr lang="en-US" sz="17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 implementation.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Choose a real or realistic public health AI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Participatory governance plan; community briefing outline; engagement questions; feedback response plan.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Participatory governance plan; community briefing outline; engagement questions; feedback response plan.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Participatory governance plan; community briefing outline; engagement questions; feedback response plan.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Participatory governance plan; community briefing outline; engagement questions; feedback response plan.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700" dirty="0"/>
          </a:p>
          <a:p>
            <a:r>
              <a:rPr lang="en-US" sz="17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1700" dirty="0"/>
          </a:p>
          <a:p>
            <a:r>
              <a:rPr lang="en-US" sz="17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1700" dirty="0"/>
          </a:p>
          <a:p>
            <a:r>
              <a:rPr lang="en-US" sz="1700" dirty="0">
                <a:solidFill>
                  <a:srgbClr val="17364A"/>
                </a:solidFill>
                <a:latin typeface="Aptos" pitchFamily="34" charset="0"/>
                <a:ea typeface="Aptos" pitchFamily="34" charset="-122"/>
                <a:cs typeface="Aptos" pitchFamily="34" charset="-120"/>
              </a:rPr>
              <a:t>4. What is weak evidence of completion for a leadership and governance module?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NIST Privacy Framework</a:t>
            </a:r>
            <a:endParaRPr lang="en-US" sz="1700" dirty="0"/>
          </a:p>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a:t>
            </a:r>
            <a:endParaRPr lang="en-US" sz="1700" dirty="0"/>
          </a:p>
          <a:p>
            <a:r>
              <a:rPr lang="en-US" sz="1700" dirty="0">
                <a:solidFill>
                  <a:srgbClr val="17364A"/>
                </a:solidFill>
                <a:latin typeface="Aptos" pitchFamily="34" charset="0"/>
                <a:ea typeface="Aptos" pitchFamily="34" charset="-122"/>
                <a:cs typeface="Aptos" pitchFamily="34" charset="-120"/>
              </a:rPr>
              <a:t>Agency strategic plans, procurement policies, privacy policies, cybersecurity policies, records policies, and equity plans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Oversight and Participatory Governance</dc:title>
  <dc:subject>Community Oversight and Participatory Governance learning module</dc:subject>
  <dc:creator>Paula Soper</dc:creator>
  <cp:lastModifiedBy>Paula Soper</cp:lastModifiedBy>
  <cp:revision>1</cp:revision>
  <dcterms:created xsi:type="dcterms:W3CDTF">2026-07-12T18:54:58Z</dcterms:created>
  <dcterms:modified xsi:type="dcterms:W3CDTF">2026-07-12T18:54:58Z</dcterms:modified>
</cp:coreProperties>
</file>