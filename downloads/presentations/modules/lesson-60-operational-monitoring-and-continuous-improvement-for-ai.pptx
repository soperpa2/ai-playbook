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Operations and Data Quality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 governance-security, program-management</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 health agencies.</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 health agencies.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 AI-supported workflows.</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 AI-supported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operational monitoring and continuous improvement for ai artifact for one AI-supported public health use.</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operational monitoring and continuous improvement for ai artifact for one AI-supported public health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2026-07-12T18:54:58Z</dcterms:created>
  <dcterms:modified xsi:type="dcterms:W3CDTF">2026-07-12T18:54:58Z</dcterms:modified>
</cp:coreProperties>
</file>