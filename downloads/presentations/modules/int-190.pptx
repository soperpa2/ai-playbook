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 190 AI for Social Good
AI for Social Good refers to the intentional use of artificial intelligence to improve public well-being, reduce inequities, strengthen institutions, and address complex social problems. For public health, this concept is not abstract. Public health agencies already work to prevent disease, protect communities, improve access, and reduce inequities. AI for Social Good should therefore be judged by whether it advances public health values in measurable, accountable, and community-centered ways. This training helps learners distinguish socially beneficial AI from AI that is merely innovative or efficient. A tool can be technically impressive and still fail to advance the public good if it increases surveillance burden, excludes communities, weakens transparency, or diverts resources from more effective interventions. Conversely, a modest AI tool may create meaningful public value if it reduces staff burden, improves language access, directs services to underserved communities, or helps agencies respond faster and more fairly. The module emphasizes public purpose, equity by design, community engagement, responsible innovation, transparency, measurement, and avoidance of unintended harm. Learners will develop an AI for Social Good review brief for a public health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introductory
Primary track: Shared Foundational / Introductory Course
Appears in tracks: shared-foundational, policy, communications
AI for Social Good refers to the intentional use of artificial intelligence to improve public well-being, reduce inequities, strengthen institutions, and address complex social problems. For public health, this concept is not abstract. Public health agencies already work to prevent disease, protect communities, improve access, and reduce inequities. AI for Social Good should therefore be judged by whether it advances public health values in measurable, accountable, and community-centered ways. This training helps learners distinguish socially beneficial AI from AI that is merely innovative or efficient. A tool can be technically impressive and still fail to advance the public good if it increases surveillance burden, excludes communities, weakens transparency, or diverts resources from more effective interventions. Conversely, a modest AI tool may create meaningful public value if it reduces staff burden, improves language access, directs services to underserved communities, or helps agencies respond faster and more fairly. The module emphasizes public purpose, equity by design, community engagement, responsible innovation, transparency, measurement, and avoidance of unintended harm. Learners will develop an AI for Social Good review brief for a public health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4: Engage Stakeholders - This lesson informs Play 4 by helping learners connect the lesson topic to engage stakeholders work in the AI Playbook sequence.
Play 7: Prioritize Use Cases - This lesson informs Play 7 by helping learners connect the lesson topic to prioritize use cases work in the AI Playbook sequence.
Play 1: Vision &amp; Guardrails - This lesson informs Play 1 by helping learners connect the lesson topic to vision &amp; guardrails work in the AI Playbook sequence.
Play 13: Monitor and Evaluate AI Systems - This lesson informs Play 13 by helping learners connect the lesson topic to monitor and evaluate ai systems work in the AI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20: Community Engagement Planning (Planning) - Use this tool to complete or strengthen the practical exercise for the module using fictional, de-identified, or generalized.
Tool 21: Stakeholder Mapping &amp; RACI (Template) - Use this tool to complete or strengthen the practical exercise for the module using fictional, de-identified, or generalized.
Tool 22: Missing Voices Analysis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AI for Social Good in public health terms.
Distinguish public benefit from novelty, efficiency, or automation alone.
Identify how AI can support public health values, including equity, transparency, accessibility, accountability, and community trust.
Assess potential harms, including exclusion, surveillance burden, stigma, resource diversion, and unequal benefit.
Design community-centered safeguards for socially beneficial AI use.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an AI for Social Good review brief for a public health use case.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for Social Good refers to the intentional use of artificial intelligence to improve public well-being, reduce inequities, strengthen institutions, and address complex social problems. For public health, this concept is not abstract. Public health agencies already work to prevent disease, protect communities, improve access, and reduce inequities. AI for Social Good should therefore be judged by whether it advances public health values in measurable, accountable, and community-centered ways.
This training helps learners distinguish socially beneficial AI from AI that is merely innovative or efficient. A tool can be technically impressive and still fail to advance the public good if it increases surveillance burden, excludes communities, weakens transparency, or diverts resources from more effective interventions. Conversely, a modest AI tool may create meaningful public value if it reduces staff burden, improves language access, directs services to underserved communities, or helps agencies respond faster and more fairly.
The module emphasizes public purpose, equity by design, community engagement, responsible innovation, transparency, measurement, and avoidance of unintended harm. Learners will develop an AI for Social Good review brief for a public health use case.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is uniquely positioned to use AI for social good because its mission is population well-being rather than private gain. AI can help agencies identify emerging needs, improve access to information, reduce administrative burden, support community outreach, and allocate resources more effectively. These benefits are especially important when agencies face workforce shortages, fragmented systems, and increasing demands.
However, AI for Social Good is not guaranteed by good intentions. Tools built for efficiency may shift burden onto communities, reduce human contact, or make services harder to access for people with limited digital literacy. Predictive tools may label communities as risky without addressing structural causes. Chatbots may improve information access for some users while excluding people who need language, disability, or offline support.
The public health standard for social good should be rigorous. Agencies should define the public problem, identify who benefits, identify who could be harmed, involve affected communities, measure outcomes, and document safeguards. The central question is not “Can AI do this?” but “Should AI be used for this purpose, and under what conditions would it create public value?”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use AI to improve access to maternal and child health resources. A tool could help staff identify service gaps, summarize eligibility rules, translate plain-language information, and route families to local support. If designed well, the tool could reduce administrative burden and improve timely access to services.
The same tool could fail if it assumes internet access, uses only English content, provides outdated referral information, exposes sensitive information, or replaces trusted human navigators. An AI for Social Good review would examine community needs, access barriers, language and disability accommodations, privacy, human fallback options, and measurable outcomes.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AI for Social Good begins with problem definition. The problem should be a public health problem, not a technology opportunity. For example, “use a chatbot” is not a problem definition. “Reduce delays in connecting families to local nutrition, housing, transportation, and home visiting resources” is a stronger public health problem definition. Starting with the problem helps agencies avoid technology-driven solutions that do not address root needs.
Equity by design requires agencies to identify who is included, who is excluded, and who bears risk. This includes reviewing data representativeness, digital access, language access, disability access, rural access, immigration-related concerns, privacy expectations, and historical mistrust. Equity review should shape the use case, data sources, interface, outreach strategy, and evaluation metrics.
Community engagement should occur before deployment, not only after concerns arise. Affected communities can help identify priorities, unacceptable uses, preferred communication channels, needed safeguards, and measures of success. Engagement does not mean asking communities to approve a predetermined tool. It means allowing community input to change the design, scope, or decision to proceed.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Measuring social good requires more than counting users or outputs. Agencies should measure whether the AI-supported workflow improves timeliness, access, quality, fairness, staff burden, community trust, and public health outcomes. They should also monitor unintended consequences, such as reduced service quality, increased complaints, inequitable uptake, or inaccurate referrals.
Responsible innovation includes sunset and rollback planning. If an AI tool does not produce expected benefit, creates harm, or becomes outdated, the agency should be prepared to modify, pause, or retire it. Social good depends on ongoing accountability, not one-time approval.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Technology-first design. A tool may be adopted because it is novel rather than because it solves a public health problem. Guardrails include problem-first planning, alternatives analysis, and public value criteria.
Unequal benefit. AI may help people with strong digital access while excluding others. Guardrails include language access, accessibility, offline options, and human fallback.
Stigma and surveillance burden. AI may label communities or increase monitoring without support. Guardrails include equity framing, community engagement, and supportive-use restrictions.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Resource diversion. AI projects may consume resources that could be used for more effective interventions. Guardrails include impact measurement, cost-benefit review, and periodic reassessment.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AI for Social Good applies to every AI method. Generative AI may improve plain-language communication, but it must be accurate, accessible, and culturally appropriate. Predictive analytics may guide supportive outreach, but it should not become a tool for exclusion. RAG systems may improve staff access to guidance, but they must include current and authorized content. Agentic workflows may reduce burden, but they require boundaries and human accountability.
The strongest public health AI projects define social good in operational terms. They identify the population benefit, the equity goal, the workflow change, the safeguards, and the measurement plan. They also acknowledge tradeoffs and document why AI is an appropriate tool compared with non-AI alternatives.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problem would this AI use address?
Who would benefit, and who could be excluded or harmed?
How were affected communities involved in defining the need and safeguards?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non-AI alternatives should be considered?
How will the agency measure public value, equity, trust, and unintended consequences?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AI for Social Good review brief for one public health use case. The brief should define the public health problem, intended public benefit, affected communities, equity considerations, non-AI alternatives, proposed AI role, safeguards, community engagement plan, evaluation measures, and sunset or rollback criteria.
The exercise should result in a decision-support document that helps leaders and governance reviewers determine whether the proposed AI use advances public health values.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for Social Good review brief
Public value and equity assessment
Community engagement and accessibility plan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Impact and unintended-consequence measurement plan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for Social Good review brief
Public value and equity assessment
Community engagement and accessibility plan
Impact and unintended-consequence measurement plan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definition of AI for Social Good in public health?
2. Why is efficiency alone not enough to show social good?
3. What does equity by design require?
4. Which use best reflects AI for Social Good?
5. What is strong completion evidence for this module?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WHO Ethics and Governance of Artificial Intelligence for Health: https://www.who.int/publications/i/item/9789240029200
WHO Guidance on Large Multi-Modal Models: https://www.who.int/publications/i/item/9789240084759
NIST Artificial Intelligence Risk Management Framework: https://www.nist.gov/itl/ai-risk-management-framework
CDC Public Health Data Strategy: https://www.cdc.gov/public-health-data-strategy/php/about/index.html
Agency equity, community engagement, accessibility, and language access policies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INT 190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for Social Good</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for Social Good refers to the intentional use of artificial intelligence.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For public health, this concept is not abstract.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Public health agencies already work to prevent disease, protect communities,.</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introductory Primary track: Shared Foundational / Introductory Course.</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4: Engage Stakeholders - This lesson informs Play 4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7: Prioritize Use Cases - This lesson informs Play 7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13: Monitor and Evaluate AI Systems - This lesson informs Play 13 by.</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20: Community Engagement Planning (Planning) - Use this tool to.</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21: Stakeholder Mapping &amp; RACI (Template) - Use this tool to complete.</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22: Missing Voices Analysis (Checklist) - Use this tool to complete or.</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Define AI for Social Good in public health terms.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Distinguish public benefit from novelty, efficiency, or automation alone.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how AI can support public health values, including equity,.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Define AI for Social Good in public health terms.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Identify how AI can support public health values,.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Assess potential harms, including exclusion,.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Design community-centered safeguards for socially.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Produce an AI for Social Good review brief for a public health use case.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Produce an AI for Social Good review brief for a public health use case.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Produce an AI for Social Good review brief for a.</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for Social Good refers to the intentional use of artificial intelligence.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For public health, this concept is not abstract.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Public health agencies already work to prevent disease, protect communities,.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for Social Good refers to the intentional use of artificial intelligence to.</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Human-in-the-loop use</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Input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AI assist</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AI can support work, but public health judgment remains responsible.</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Public health is uniquely positioned to use AI for social good because its.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can help agencies identify emerging needs, improve access to information,.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These benefits are especially important when agencies face workforce.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Public health is uniquely positioned to use AI for social good because its.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Human-in-the-loop use</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Input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AI assist</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AI can support work, but public health judgment remains responsible.</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health department may use AI to improve access to maternal and child.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tool could help staff identify service gaps, summarize eligibility rules,.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designed well, the tool could reduce administrative burden and improve.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health department may use AI to improve access to maternal and child health.</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tool could help staff identify service gaps,.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same tool could fail if it assumes internet.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An AI for Social Good review would examine.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for Social Good begins with problem definition.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problem should be a public health problem, not a technology opportunity.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For example, “use a chatbot” is not a problem definition. “Reduce delays in.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for Social Good begins with problem definition.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Human-in-the-loop use</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Input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AI assist</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AI can support work, but public health judgment remains responsible.</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Measuring social good requires more than counting users or outputs.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Agencies should measure whether the AI-supported workflow improves.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They should also monitor unintended consequences, such as reduced service.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Measuring social good requires more than counting users or outputs.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Agencies should measure whether the AI-supported.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They should also monitor unintended consequences,.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Responsible innovation includes sunset and.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Technology-first design.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tool may be adopted because it is novel rather than because it solves 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problem-first planning, alternatives analysis, and public.</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Technology-first design.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Unequal benefit.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AI may help people with strong digital access.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Guardrails include language access, accessibility,.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Resource diversion.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projects may consume resources that could be used for more effective.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impact measurement, cost-benefit review, and periodic.</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Resource diversion.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Resource diversion.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AI projects may consume resources that could be.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Guardrails include impact measurement,.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for Social Good applies to every AI method.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Generative AI may improve plain-language communication, but it must be.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Predictive analytics may guide supportive outreach, but it should not become.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for Social Good applies to every AI method.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Generative AI may improve plain-language.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RAG systems may improve staff access to guidance,.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Agentic workflows may reduce burden, but they.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public health problem would this AI use address?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would benefit, and who could be excluded or harmed?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How were affected communities involved in defining the need and safeguards?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public health problem would this AI use address?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public health problem would this AI use.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would benefit, and who could be excluded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How were affected communities involved in defining.</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non-AI alternatives should be considered?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How will the agency measure public value, equity, trust, and unintended.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non-AI alternatives should be considered?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non-AI alternatives should be considered?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How will the agency measure public value, equity,.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an AI for Social Good review brief for one public health use case.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brief should define the public health problem, intended public benefit,.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exercise should result in a decision-support document that helps leaders.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an AI for Social Good review brief for one public health use case.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brief should define the public health problem,.</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exercise should result in a decision-support.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for Social Good review brief</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Public value and equity assessment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Community engagement and accessibility plan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for Social Good review brief</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for Social Good review brief</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Public value and equity assessment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Community engagement and accessibility plan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Impact and unintended-consequence measurement plan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Impact and unintended-consequence measurement plan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Impact and unintended-consequence measurement plan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for Social Good review brief</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Public value and equity assessment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Community engagement and accessibility plan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for Social Good review brief</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for Social Good review brief</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Public value and equity assessment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Community engagement and accessibility plan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is the best definition of AI for Social Good in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Why is efficiency alone not enough to show social good?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What does equity by design require?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the best definition of AI for Social Good in public health?</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the best definition of AI for Social Good.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WHO Ethics and Governance of Artificial Intelligence for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Guidance on Large Multi-Modal Models:.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Artificial Intelligence Risk Management Framework:.</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WHO Ethics and Governance of Artificial Intelligence for Health:.</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WHO Ethics and Governance of Artificial.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NIST Artificial Intelligence Risk Management.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CDC Public Health Data Strategy:.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Social Good</dc:title>
  <dc:subject>AI for Social Good learning module</dc:subject>
  <dc:creator>Paula Soper</dc:creator>
  <cp:lastModifiedBy>Paula Soper</cp:lastModifiedBy>
  <cp:revision>1</cp:revision>
  <dcterms:created xsi:type="dcterms:W3CDTF">2026-07-14T04:35:32Z</dcterms:created>
  <dcterms:modified xsi:type="dcterms:W3CDTF">2026-07-14T04:35:32Z</dcterms:modified>
</cp:coreProperties>
</file>