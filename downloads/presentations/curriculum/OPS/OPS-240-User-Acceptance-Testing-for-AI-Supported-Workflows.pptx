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Acceptance Testing for AI-Supported Workflows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UAT for AI-supported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role-based UAT scenarios and test scripts.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routine cases, edge cases, failure cases, and equity-sensitive scenarios in UAT.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acceptance criteria for usability, safety, documentation, human review, and workflow fit.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UAT plan and sign-off recommendation for an AI-supported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UAT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ops-240-user-acceptance-testing-for-ai-supported-workflows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acceptance testing: Testing by representative users to determine whether a system or workflow meets operational needs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script: A step-by-step scenario used to evaluate whether a user can complete a workflow correctly.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criteria: Specific conditions that must be met before the workflow can be accepted or launched.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case: An unusual, complex, or high-risk scenario that may reveal workflow or system weaknesses.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Sign-off: Documented approval that a workflow meets defined readiness criteria or should not proceed without changes.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launching an AI tool that summarizes case investigation notes, investigators complete UAT scenarios using routine cases, incomplete…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Testers verify whether the summary is understandable, source information is visible, errors can be corrected, outputs can be documented…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does not launch until high-priority issues are resolved.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should be designed around real users and real work.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Testers should include the roles that will actually use or supervise the AI-supported workflow, such as epidemiologists, investigators,…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only technical staff test the tool, usability and workflow problems may be missed.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scenarios should include more than ideal cases.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should be tested with incomplete data, conflicting information, duplicate records, unusual cases, sensitive data,…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cases reveal whether the workflow is safe when conditions are imperfect.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only ideal scenarios and missing high-risk workflow failures.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Excluding real end users from testing.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Launching despite unresolved issues that affect safety, equity, or documentation.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model validation as a substitute for workflow acceptance testing.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UAT plan for one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 roles, test scenarios, edge cases, acceptance criteria, tester instructions, issue log fields, severity categories, sign-off…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test scripts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log template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Evaluation Framework: https://www.cdc.gov/evaluation/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user acceptance testing, quality assurance, accessibility, and implementation…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purpose of UAT for AI-supported workflows?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Who should participate in UAT?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scenario should be included in AI UAT?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happen to UAT issues?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240: User Acceptance Testing for AI-Supported Workflows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