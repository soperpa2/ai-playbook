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 public health.</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the difference between general data quality and fitness for a specific use.</a:t>
            </a:r>
            <a:endParaRPr lang="en-US" sz="2100" dirty="0"/>
          </a:p>
          <a:p>
            <a:r>
              <a:rPr lang="en-US" sz="2100" dirty="0">
                <a:solidFill>
                  <a:srgbClr val="17364A"/>
                </a:solidFill>
                <a:latin typeface="Aptos" pitchFamily="34" charset="0"/>
                <a:ea typeface="Aptos" pitchFamily="34" charset="-122"/>
                <a:cs typeface="Aptos" pitchFamily="34" charset="-120"/>
              </a:rPr>
              <a:t>Assess how missingness, timeliness, duplication, coding variation, and representativeness affect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Assess how missingness, timeliness, duplication, coding variation, and representativeness.</a:t>
            </a:r>
            <a:endParaRPr lang="en-US" sz="1380" dirty="0"/>
          </a:p>
          <a:p>
            <a:r>
              <a:rPr lang="en-US" sz="1380" dirty="0">
                <a:solidFill>
                  <a:srgbClr val="17364A"/>
                </a:solidFill>
                <a:latin typeface="Aptos" pitchFamily="34" charset="0"/>
                <a:ea typeface="Aptos" pitchFamily="34" charset="-122"/>
                <a:cs typeface="Aptos" pitchFamily="34" charset="-120"/>
              </a:rPr>
              <a:t>Define quality thresholds, review rules, and escalation criteria for a workflow.</a:t>
            </a:r>
            <a:endParaRPr lang="en-US" sz="1380" dirty="0"/>
          </a:p>
          <a:p>
            <a:r>
              <a:rPr lang="en-US" sz="1380" dirty="0">
                <a:solidFill>
                  <a:srgbClr val="17364A"/>
                </a:solidFill>
                <a:latin typeface="Aptos" pitchFamily="34" charset="0"/>
                <a:ea typeface="Aptos" pitchFamily="34" charset="-122"/>
                <a:cs typeface="Aptos" pitchFamily="34" charset="-120"/>
              </a:rPr>
              <a:t>Produce a data quality review plan for an AI-supported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quality engineering is the practical work of defining, measuring, improving, and.</a:t>
            </a:r>
            <a:endParaRPr lang="en-US" sz="1380" dirty="0"/>
          </a:p>
          <a:p>
            <a:r>
              <a:rPr lang="en-US" sz="1380" dirty="0">
                <a:solidFill>
                  <a:srgbClr val="17364A"/>
                </a:solidFill>
                <a:latin typeface="Aptos" pitchFamily="34" charset="0"/>
                <a:ea typeface="Aptos" pitchFamily="34" charset="-122"/>
                <a:cs typeface="Aptos" pitchFamily="34" charset="-120"/>
              </a:rPr>
              <a:t>It directly affects whether AI outputs are accurate, equitable, timely, and safe enough to.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2100" dirty="0"/>
          </a:p>
          <a:p>
            <a:r>
              <a:rPr lang="en-US" sz="2100" dirty="0">
                <a:solidFill>
                  <a:srgbClr val="17364A"/>
                </a:solidFill>
                <a:latin typeface="Aptos" pitchFamily="34" charset="0"/>
                <a:ea typeface="Aptos" pitchFamily="34" charset="-122"/>
                <a:cs typeface="Aptos" pitchFamily="34" charset="-120"/>
              </a:rPr>
              <a:t>A summary may sound authoritative even when key fields are missing.</a:t>
            </a:r>
            <a:endParaRPr lang="en-US" sz="2100" dirty="0"/>
          </a:p>
          <a:p>
            <a:r>
              <a:rPr lang="en-US" sz="2100" dirty="0">
                <a:solidFill>
                  <a:srgbClr val="17364A"/>
                </a:solidFill>
                <a:latin typeface="Aptos" pitchFamily="34" charset="0"/>
                <a:ea typeface="Aptos" pitchFamily="34" charset="-122"/>
                <a:cs typeface="Aptos" pitchFamily="34" charset="-120"/>
              </a:rPr>
              <a:t>A risk score may look objective even when the data underrepresent communities with limited healthcare.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risk score may look objective even when the data underrepresent communities with limited.</a:t>
            </a:r>
            <a:endParaRPr lang="en-US" sz="1380" dirty="0"/>
          </a:p>
          <a:p>
            <a:r>
              <a:rPr lang="en-US" sz="1380" dirty="0">
                <a:solidFill>
                  <a:srgbClr val="17364A"/>
                </a:solidFill>
                <a:latin typeface="Aptos" pitchFamily="34" charset="0"/>
                <a:ea typeface="Aptos" pitchFamily="34" charset="-122"/>
                <a:cs typeface="Aptos" pitchFamily="34" charset="-120"/>
              </a:rPr>
              <a:t>A classification model may appear efficient while encoding historical reporting patterns.</a:t>
            </a:r>
            <a:endParaRPr lang="en-US" sz="1380" dirty="0"/>
          </a:p>
          <a:p>
            <a:r>
              <a:rPr lang="en-US" sz="1380" dirty="0">
                <a:solidFill>
                  <a:srgbClr val="17364A"/>
                </a:solidFill>
                <a:latin typeface="Aptos" pitchFamily="34" charset="0"/>
                <a:ea typeface="Aptos" pitchFamily="34" charset="-122"/>
                <a:cs typeface="Aptos" pitchFamily="34" charset="-120"/>
              </a:rPr>
              <a:t>Data quality engineering helps agencies identify these problems before they become.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Completeness.</a:t>
            </a:r>
            <a:endParaRPr lang="en-US" sz="2100" dirty="0"/>
          </a:p>
          <a:p>
            <a:r>
              <a:rPr lang="en-US" sz="2100" dirty="0">
                <a:solidFill>
                  <a:srgbClr val="17364A"/>
                </a:solidFill>
                <a:latin typeface="Aptos" pitchFamily="34" charset="0"/>
                <a:ea typeface="Aptos" pitchFamily="34" charset="-122"/>
                <a:cs typeface="Aptos" pitchFamily="34" charset="-120"/>
              </a:rPr>
              <a:t>Completeness refers to whether required data fields are present.</a:t>
            </a:r>
            <a:endParaRPr lang="en-US" sz="2100" dirty="0"/>
          </a:p>
          <a:p>
            <a:r>
              <a:rPr lang="en-US" sz="2100" dirty="0">
                <a:solidFill>
                  <a:srgbClr val="17364A"/>
                </a:solidFill>
                <a:latin typeface="Aptos" pitchFamily="34" charset="0"/>
                <a:ea typeface="Aptos" pitchFamily="34" charset="-122"/>
                <a:cs typeface="Aptos" pitchFamily="34" charset="-120"/>
              </a:rPr>
              <a:t>Missing fields may affect case classification, risk prediction, subgroup analysis, and outreach planning.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Completeness.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Timeliness.</a:t>
            </a:r>
            <a:endParaRPr lang="en-US" sz="1380" dirty="0"/>
          </a:p>
          <a:p>
            <a:r>
              <a:rPr lang="en-US" sz="1380" dirty="0">
                <a:solidFill>
                  <a:srgbClr val="17364A"/>
                </a:solidFill>
                <a:latin typeface="Aptos" pitchFamily="34" charset="0"/>
                <a:ea typeface="Aptos" pitchFamily="34" charset="-122"/>
                <a:cs typeface="Aptos" pitchFamily="34" charset="-120"/>
              </a:rPr>
              <a:t>Timeliness refers to whether data are available quickly enough for the intended use.</a:t>
            </a:r>
            <a:endParaRPr lang="en-US" sz="1380" dirty="0"/>
          </a:p>
          <a:p>
            <a:r>
              <a:rPr lang="en-US" sz="1380" dirty="0">
                <a:solidFill>
                  <a:srgbClr val="17364A"/>
                </a:solidFill>
                <a:latin typeface="Aptos" pitchFamily="34" charset="0"/>
                <a:ea typeface="Aptos" pitchFamily="34" charset="-122"/>
                <a:cs typeface="Aptos" pitchFamily="34" charset="-120"/>
              </a:rPr>
              <a:t>Delayed data may be acceptable for retrospective analysis but unsafe for urgent response.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Representativeness.</a:t>
            </a:r>
            <a:endParaRPr lang="en-US" sz="2100" dirty="0"/>
          </a:p>
          <a:p>
            <a:r>
              <a:rPr lang="en-US" sz="2100" dirty="0">
                <a:solidFill>
                  <a:srgbClr val="17364A"/>
                </a:solidFill>
                <a:latin typeface="Aptos" pitchFamily="34" charset="0"/>
                <a:ea typeface="Aptos" pitchFamily="34" charset="-122"/>
                <a:cs typeface="Aptos" pitchFamily="34" charset="-120"/>
              </a:rPr>
              <a:t>Representativeness refers to whether data reflect the population, events, or settings relevant to the.</a:t>
            </a:r>
            <a:endParaRPr lang="en-US" sz="2100" dirty="0"/>
          </a:p>
          <a:p>
            <a:r>
              <a:rPr lang="en-US" sz="2100" dirty="0">
                <a:solidFill>
                  <a:srgbClr val="17364A"/>
                </a:solidFill>
                <a:latin typeface="Aptos" pitchFamily="34" charset="0"/>
                <a:ea typeface="Aptos" pitchFamily="34" charset="-122"/>
                <a:cs typeface="Aptos" pitchFamily="34" charset="-120"/>
              </a:rPr>
              <a:t>Underrepresentation can produce biased or incomplete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Representativeness.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Representativeness refers to whether data reflect the population, events, or settings.</a:t>
            </a:r>
            <a:endParaRPr lang="en-US" sz="1380" dirty="0"/>
          </a:p>
          <a:p>
            <a:r>
              <a:rPr lang="en-US" sz="1380" dirty="0">
                <a:solidFill>
                  <a:srgbClr val="17364A"/>
                </a:solidFill>
                <a:latin typeface="Aptos" pitchFamily="34" charset="0"/>
                <a:ea typeface="Aptos" pitchFamily="34" charset="-122"/>
                <a:cs typeface="Aptos" pitchFamily="34" charset="-120"/>
              </a:rPr>
              <a:t>Data drift.</a:t>
            </a:r>
            <a:endParaRPr lang="en-US" sz="1380" dirty="0"/>
          </a:p>
          <a:p>
            <a:r>
              <a:rPr lang="en-US" sz="1380" dirty="0">
                <a:solidFill>
                  <a:srgbClr val="17364A"/>
                </a:solidFill>
                <a:latin typeface="Aptos" pitchFamily="34" charset="0"/>
                <a:ea typeface="Aptos" pitchFamily="34" charset="-122"/>
                <a:cs typeface="Aptos" pitchFamily="34" charset="-120"/>
              </a:rPr>
              <a:t>Data drift is a change in data patterns over time.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2100" dirty="0"/>
          </a:p>
          <a:p>
            <a:r>
              <a:rPr lang="en-US" sz="2100" dirty="0">
                <a:solidFill>
                  <a:srgbClr val="17364A"/>
                </a:solidFill>
                <a:latin typeface="Aptos" pitchFamily="34" charset="0"/>
                <a:ea typeface="Aptos" pitchFamily="34" charset="-122"/>
                <a:cs typeface="Aptos" pitchFamily="34" charset="-120"/>
              </a:rPr>
              <a:t>If demographic fields are missing more often for some populations, the model may be less reliable for.</a:t>
            </a:r>
            <a:endParaRPr lang="en-US" sz="2100" dirty="0"/>
          </a:p>
          <a:p>
            <a:r>
              <a:rPr lang="en-US" sz="2100" dirty="0">
                <a:solidFill>
                  <a:srgbClr val="17364A"/>
                </a:solidFill>
                <a:latin typeface="Aptos" pitchFamily="34" charset="0"/>
                <a:ea typeface="Aptos" pitchFamily="34" charset="-122"/>
                <a:cs typeface="Aptos" pitchFamily="34" charset="-120"/>
              </a:rPr>
              <a:t>If the data feed from certain clinics is delayed, the prioritization queue may reflect reporting.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demographic fields are missing more often for some populations, the model may be less.</a:t>
            </a:r>
            <a:endParaRPr lang="en-US" sz="1380" dirty="0"/>
          </a:p>
          <a:p>
            <a:r>
              <a:rPr lang="en-US" sz="1380" dirty="0">
                <a:solidFill>
                  <a:srgbClr val="17364A"/>
                </a:solidFill>
                <a:latin typeface="Aptos" pitchFamily="34" charset="0"/>
                <a:ea typeface="Aptos" pitchFamily="34" charset="-122"/>
                <a:cs typeface="Aptos" pitchFamily="34" charset="-120"/>
              </a:rPr>
              <a:t>If the data feed from certain clinics is delayed, the prioritization queue may reflect.</a:t>
            </a:r>
            <a:endParaRPr lang="en-US" sz="1380" dirty="0"/>
          </a:p>
          <a:p>
            <a:r>
              <a:rPr lang="en-US" sz="1380" dirty="0">
                <a:solidFill>
                  <a:srgbClr val="17364A"/>
                </a:solidFill>
                <a:latin typeface="Aptos" pitchFamily="34" charset="0"/>
                <a:ea typeface="Aptos" pitchFamily="34" charset="-122"/>
                <a:cs typeface="Aptos" pitchFamily="34" charset="-120"/>
              </a:rPr>
              <a:t>A data quality review can reveal these issues before the tool is deployed.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2100" dirty="0"/>
          </a:p>
          <a:p>
            <a:r>
              <a:rPr lang="en-US" sz="2100" dirty="0">
                <a:solidFill>
                  <a:srgbClr val="17364A"/>
                </a:solidFill>
                <a:latin typeface="Aptos" pitchFamily="34" charset="0"/>
                <a:ea typeface="Aptos" pitchFamily="34" charset="-122"/>
                <a:cs typeface="Aptos" pitchFamily="34" charset="-120"/>
              </a:rPr>
              <a:t>For an AI-supported case triage workflow, required fields may include condition, lab evidence, onset.</a:t>
            </a:r>
            <a:endParaRPr lang="en-US" sz="2100" dirty="0"/>
          </a:p>
          <a:p>
            <a:r>
              <a:rPr lang="en-US" sz="2100" dirty="0">
                <a:solidFill>
                  <a:srgbClr val="17364A"/>
                </a:solidFill>
                <a:latin typeface="Aptos" pitchFamily="34" charset="0"/>
                <a:ea typeface="Aptos" pitchFamily="34" charset="-122"/>
                <a:cs typeface="Aptos" pitchFamily="34" charset="-120"/>
              </a:rPr>
              <a:t>The agency should decide which missing fields stop automated support, which trigger a warning,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quality engineering begins by defining required fields and acceptable thresholds for.</a:t>
            </a:r>
            <a:endParaRPr lang="en-US" sz="1380" dirty="0"/>
          </a:p>
          <a:p>
            <a:r>
              <a:rPr lang="en-US" sz="1380" dirty="0">
                <a:solidFill>
                  <a:srgbClr val="17364A"/>
                </a:solidFill>
                <a:latin typeface="Aptos" pitchFamily="34" charset="0"/>
                <a:ea typeface="Aptos" pitchFamily="34" charset="-122"/>
                <a:cs typeface="Aptos" pitchFamily="34" charset="-120"/>
              </a:rPr>
              <a:t>For an AI-supported case triage workflow, required fields may include condition, lab.</a:t>
            </a:r>
            <a:endParaRPr lang="en-US" sz="1380" dirty="0"/>
          </a:p>
          <a:p>
            <a:r>
              <a:rPr lang="en-US" sz="1380" dirty="0">
                <a:solidFill>
                  <a:srgbClr val="17364A"/>
                </a:solidFill>
                <a:latin typeface="Aptos" pitchFamily="34" charset="0"/>
                <a:ea typeface="Aptos" pitchFamily="34" charset="-122"/>
                <a:cs typeface="Aptos" pitchFamily="34" charset="-120"/>
              </a:rPr>
              <a:t>The agency should decide which missing fields stop automated support, which trigger 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Confident output from weak data.</a:t>
            </a:r>
            <a:endParaRPr lang="en-US" sz="2100" dirty="0"/>
          </a:p>
          <a:p>
            <a:r>
              <a:rPr lang="en-US" sz="2100" dirty="0">
                <a:solidFill>
                  <a:srgbClr val="17364A"/>
                </a:solidFill>
                <a:latin typeface="Aptos" pitchFamily="34" charset="0"/>
                <a:ea typeface="Aptos" pitchFamily="34" charset="-122"/>
                <a:cs typeface="Aptos" pitchFamily="34" charset="-120"/>
              </a:rPr>
              <a:t>AI may produce polished outputs from incomplete or biased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uncertainty labeling, source review, and limits on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Confident output from weak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Fitness-for-use mismatch.</a:t>
            </a:r>
            <a:endParaRPr lang="en-US" sz="1380" dirty="0"/>
          </a:p>
          <a:p>
            <a:r>
              <a:rPr lang="en-US" sz="1380" dirty="0">
                <a:solidFill>
                  <a:srgbClr val="17364A"/>
                </a:solidFill>
                <a:latin typeface="Aptos" pitchFamily="34" charset="0"/>
                <a:ea typeface="Aptos" pitchFamily="34" charset="-122"/>
                <a:cs typeface="Aptos" pitchFamily="34" charset="-120"/>
              </a:rPr>
              <a:t>Data suitable for one purpose may be unsafe for another.</a:t>
            </a:r>
            <a:endParaRPr lang="en-US" sz="1380" dirty="0"/>
          </a:p>
          <a:p>
            <a:r>
              <a:rPr lang="en-US" sz="1380" dirty="0">
                <a:solidFill>
                  <a:srgbClr val="17364A"/>
                </a:solidFill>
                <a:latin typeface="Aptos" pitchFamily="34" charset="0"/>
                <a:ea typeface="Aptos" pitchFamily="34" charset="-122"/>
                <a:cs typeface="Aptos" pitchFamily="34" charset="-120"/>
              </a:rPr>
              <a:t>Guardrails include use-case-specific quality criteria and approval conditions.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blind spots.</a:t>
            </a:r>
            <a:endParaRPr lang="en-US" sz="2100" dirty="0"/>
          </a:p>
          <a:p>
            <a:r>
              <a:rPr lang="en-US" sz="2100" dirty="0">
                <a:solidFill>
                  <a:srgbClr val="17364A"/>
                </a:solidFill>
                <a:latin typeface="Aptos" pitchFamily="34" charset="0"/>
                <a:ea typeface="Aptos" pitchFamily="34" charset="-122"/>
                <a:cs typeface="Aptos" pitchFamily="34" charset="-120"/>
              </a:rPr>
              <a:t>Missingness and underrepresentation may affect some groups more than others.</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review, community context, and documentation of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blind spots.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blind spots.</a:t>
            </a:r>
            <a:endParaRPr lang="en-US" sz="1380" dirty="0"/>
          </a:p>
          <a:p>
            <a:r>
              <a:rPr lang="en-US" sz="1380" dirty="0">
                <a:solidFill>
                  <a:srgbClr val="17364A"/>
                </a:solidFill>
                <a:latin typeface="Aptos" pitchFamily="34" charset="0"/>
                <a:ea typeface="Aptos" pitchFamily="34" charset="-122"/>
                <a:cs typeface="Aptos" pitchFamily="34" charset="-120"/>
              </a:rPr>
              <a:t>Missingness and underrepresentation may affect some groups more than others.</a:t>
            </a:r>
            <a:endParaRPr lang="en-US" sz="1380" dirty="0"/>
          </a:p>
          <a:p>
            <a:r>
              <a:rPr lang="en-US" sz="1380" dirty="0">
                <a:solidFill>
                  <a:srgbClr val="17364A"/>
                </a:solidFill>
                <a:latin typeface="Aptos" pitchFamily="34" charset="0"/>
                <a:ea typeface="Aptos" pitchFamily="34" charset="-122"/>
                <a:cs typeface="Aptos" pitchFamily="34" charset="-120"/>
              </a:rPr>
              <a:t>Guardrails include subgroup review, community context, and documentation of limitations.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analytics depend heavily on feature quality, label quality, and representative training data.</a:t>
            </a:r>
            <a:endParaRPr lang="en-US" sz="2100" dirty="0"/>
          </a:p>
          <a:p>
            <a:r>
              <a:rPr lang="en-US" sz="2100" dirty="0">
                <a:solidFill>
                  <a:srgbClr val="17364A"/>
                </a:solidFill>
                <a:latin typeface="Aptos" pitchFamily="34" charset="0"/>
                <a:ea typeface="Aptos" pitchFamily="34" charset="-122"/>
                <a:cs typeface="Aptos" pitchFamily="34" charset="-120"/>
              </a:rPr>
              <a:t>NLP may be affected by language variation, abbreviations, and documentation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RAG depends on document quality, metadata, and currency.</a:t>
            </a:r>
            <a:endParaRPr lang="en-US" sz="1380" dirty="0"/>
          </a:p>
          <a:p>
            <a:r>
              <a:rPr lang="en-US" sz="1380" dirty="0">
                <a:solidFill>
                  <a:srgbClr val="17364A"/>
                </a:solidFill>
                <a:latin typeface="Aptos" pitchFamily="34" charset="0"/>
                <a:ea typeface="Aptos" pitchFamily="34" charset="-122"/>
                <a:cs typeface="Aptos" pitchFamily="34" charset="-120"/>
              </a:rPr>
              <a:t>Agentic AI should be blocked from acting automatically when required data are missing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data quality problems most often affect your program area?</a:t>
            </a:r>
            <a:endParaRPr lang="en-US" sz="2100" dirty="0"/>
          </a:p>
          <a:p>
            <a:r>
              <a:rPr lang="en-US" sz="210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2100" dirty="0"/>
          </a:p>
          <a:p>
            <a:r>
              <a:rPr lang="en-US" sz="210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380" dirty="0"/>
          </a:p>
          <a:p>
            <a:r>
              <a:rPr lang="en-US" sz="138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1380" dirty="0"/>
          </a:p>
          <a:p>
            <a:r>
              <a:rPr lang="en-US" sz="138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would staff detect data drift?</a:t>
            </a:r>
            <a:endParaRPr lang="en-US" sz="2100" dirty="0"/>
          </a:p>
          <a:p>
            <a:r>
              <a:rPr lang="en-US" sz="2100" dirty="0">
                <a:solidFill>
                  <a:srgbClr val="17364A"/>
                </a:solidFill>
                <a:latin typeface="Aptos" pitchFamily="34" charset="0"/>
                <a:ea typeface="Aptos" pitchFamily="34" charset="-122"/>
                <a:cs typeface="Aptos" pitchFamily="34" charset="-120"/>
              </a:rPr>
              <a:t>Who has authority to pause or limit AI use when data quality is insufficient?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would staff detect data drift?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How would staff detect data drift?</a:t>
            </a:r>
            <a:endParaRPr lang="en-US" sz="1380" dirty="0"/>
          </a:p>
          <a:p>
            <a:r>
              <a:rPr lang="en-US" sz="1380" dirty="0">
                <a:solidFill>
                  <a:srgbClr val="17364A"/>
                </a:solidFill>
                <a:latin typeface="Aptos" pitchFamily="34" charset="0"/>
                <a:ea typeface="Aptos" pitchFamily="34" charset="-122"/>
                <a:cs typeface="Aptos" pitchFamily="34" charset="-120"/>
              </a:rPr>
              <a:t>Who has authority to pause or limit AI use when data quality is insufficient?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data quality review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fields, quality dimensions, thresholds or review rules, known.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data quality review plan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data quality review plan for one AI-supported workflow.</a:t>
            </a:r>
            <a:endParaRPr lang="en-US" sz="1380" dirty="0"/>
          </a:p>
          <a:p>
            <a:r>
              <a:rPr lang="en-US" sz="1380" dirty="0">
                <a:solidFill>
                  <a:srgbClr val="17364A"/>
                </a:solidFill>
                <a:latin typeface="Aptos" pitchFamily="34" charset="0"/>
                <a:ea typeface="Aptos" pitchFamily="34" charset="-122"/>
                <a:cs typeface="Aptos" pitchFamily="34" charset="-120"/>
              </a:rPr>
              <a:t>Include the use case, required fields, quality dimensions, thresholds or review rules,.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quality review plan</a:t>
            </a:r>
            <a:endParaRPr lang="en-US" sz="1380" dirty="0"/>
          </a:p>
          <a:p>
            <a:r>
              <a:rPr lang="en-US" sz="1380" dirty="0">
                <a:solidFill>
                  <a:srgbClr val="17364A"/>
                </a:solidFill>
                <a:latin typeface="Aptos" pitchFamily="34" charset="0"/>
                <a:ea typeface="Aptos" pitchFamily="34" charset="-122"/>
                <a:cs typeface="Aptos" pitchFamily="34" charset="-120"/>
              </a:rPr>
              <a:t>Data quality checklist</a:t>
            </a:r>
            <a:endParaRPr lang="en-US" sz="1380" dirty="0"/>
          </a:p>
          <a:p>
            <a:r>
              <a:rPr lang="en-US" sz="1380" dirty="0">
                <a:solidFill>
                  <a:srgbClr val="17364A"/>
                </a:solidFill>
                <a:latin typeface="Aptos" pitchFamily="34" charset="0"/>
                <a:ea typeface="Aptos" pitchFamily="34" charset="-122"/>
                <a:cs typeface="Aptos" pitchFamily="34" charset="-120"/>
              </a:rPr>
              <a:t>Thresholds or review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Known limitations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Known limitations statement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Known limitations statement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quality review plan</a:t>
            </a:r>
            <a:endParaRPr lang="en-US" sz="1380" dirty="0"/>
          </a:p>
          <a:p>
            <a:r>
              <a:rPr lang="en-US" sz="1380" dirty="0">
                <a:solidFill>
                  <a:srgbClr val="17364A"/>
                </a:solidFill>
                <a:latin typeface="Aptos" pitchFamily="34" charset="0"/>
                <a:ea typeface="Aptos" pitchFamily="34" charset="-122"/>
                <a:cs typeface="Aptos" pitchFamily="34" charset="-120"/>
              </a:rPr>
              <a:t>Data quality checklist</a:t>
            </a:r>
            <a:endParaRPr lang="en-US" sz="1380" dirty="0"/>
          </a:p>
          <a:p>
            <a:r>
              <a:rPr lang="en-US" sz="1380" dirty="0">
                <a:solidFill>
                  <a:srgbClr val="17364A"/>
                </a:solidFill>
                <a:latin typeface="Aptos" pitchFamily="34" charset="0"/>
                <a:ea typeface="Aptos" pitchFamily="34" charset="-122"/>
                <a:cs typeface="Aptos" pitchFamily="34" charset="-120"/>
              </a:rPr>
              <a:t>Thresholds or review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fitness for use mean?</a:t>
            </a:r>
            <a:endParaRPr lang="en-US" sz="2100" dirty="0"/>
          </a:p>
          <a:p>
            <a:r>
              <a:rPr lang="en-US" sz="2100" dirty="0">
                <a:solidFill>
                  <a:srgbClr val="17364A"/>
                </a:solidFill>
                <a:latin typeface="Aptos" pitchFamily="34" charset="0"/>
                <a:ea typeface="Aptos" pitchFamily="34" charset="-122"/>
                <a:cs typeface="Aptos" pitchFamily="34" charset="-120"/>
              </a:rPr>
              <a:t>2. Why can poor data quality be dangerous in AI-supported workflows?</a:t>
            </a:r>
            <a:endParaRPr lang="en-US" sz="2100" dirty="0"/>
          </a:p>
          <a:p>
            <a:r>
              <a:rPr lang="en-US" sz="2100" dirty="0">
                <a:solidFill>
                  <a:srgbClr val="17364A"/>
                </a:solidFill>
                <a:latin typeface="Aptos" pitchFamily="34" charset="0"/>
                <a:ea typeface="Aptos" pitchFamily="34" charset="-122"/>
                <a:cs typeface="Aptos" pitchFamily="34" charset="-120"/>
              </a:rPr>
              <a:t>3. What is data drift?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fitness for use mean?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does fitness for use mean?</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surveillance and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surveillance and data quality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surveillance and data quality resources</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a:t>
            </a:r>
            <a:endParaRPr lang="en-US" sz="1380" dirty="0"/>
          </a:p>
          <a:p>
            <a:r>
              <a:rPr lang="en-US" sz="138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2026-07-13T02:11:44Z</dcterms:created>
  <dcterms:modified xsi:type="dcterms:W3CDTF">2026-07-13T02:11:44Z</dcterms:modified>
</cp:coreProperties>
</file>