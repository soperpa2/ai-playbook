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330 Equity Evaluation for AI Models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analytics-and-modeling, governance-and-security, epidemiology, policy, communications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overall model performance can mask inequitable performance.
Identify relevant subgroups and contextual factors for equity evaluation in public health.
Assess data representativeness, missingness, and measurement bias before model use.
Define subgroup performance measures and review thresholds for AI-supported workflows.
Produce an equity evaluation plan for a model or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model predicts which clients are most likely to miss follow-up care after a public health referral. Overall performance appears acceptable, but subgroup review shows lower sensitivity for rural clients and people with missing phone numbers. The model may under-prioritize people who face transportation, broadband, housing, or communication barriers. Equity evaluation would require additional analysis, workflow changes, and monitoring before the tool is used for outreach prioritization.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Equity evaluation begins with the intended use. A model used for internal workload planning has different equity implications than a model used to prioritize field response or determine which communities receive outreach. Evaluators should identify who is affected by the model output, what action follows, and what harms may occur from false positives, false negatives, or delayed review.
Data assessment is the next step. Public health datasets often reflect uneven healthcare access, reporting patterns, documentation practices, language access, and program reach. Missing race, ethnicity, language, disability, address, housing, or contact information may not be random. It may reflect structural barriers or data collection practices that affect some communities more than others.
Subgroup performance should be measured when data allow. This may include sensitivity, specificity, false positive rates, false negative rates, calibration, timeliness, or user override rates by race, ethnicity, age, sex, gender, geography, language, disability, rurality, payer, facility type, or other relevant factors. Subgroups should be chosen based on public health relevance, not simply data convenience.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Equity evaluation should lead to action. Mitigations may include changing thresholds, improving data collection, adding human review, limiting the intended use, creating separate workflows, improving language access, consulting community partners, adding uncertainty warnings, or declining to deploy the model. Equity monitoring should continue after launch because data patterns and workflow use can change.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Relying on average performance while ignoring subgroup harms.
Using datasets that underrepresent communities with limited healthcare access.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Treating missing data as neutral when missingness reflects structural inequities.
Using AI prioritization to allocate scarce resources without equity review.
Failing to monitor equity impacts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equity evaluation for AI uses that affect prioritization, eligibility, outreach, response, or public communication.
Assess representativeness and missingness before model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Measure subgroup performance where feasible and document limitations where not feasible.
Include community, equity, and program reviewers in governance decisions.
Monitor equity indicators and user overrides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equity evaluation plan for one AI model or AI-supported workflow. Include intended use, affected populations, relevant subgroups, data representativeness concerns, missingness concerns, subgroup performance measures, potential harms, mitigation options, monitoring indicators, and decision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evaluation plan
Subgroup and data representativeness review
Potential harm and mitigation table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monitoring indicators
Governance recommendation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Equity evaluation plan
Subgroup and data representativeness review
Potential harm and mitigation table
Equity monitoring indicators
Governance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overall model performance insufficient for public health equity review?
2. What is measurement bias?
3. Which use most clearly requires equity evaluation?
4. What should happen if subgroup performance is poor for a population affected by the workflow?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Equity Evaluation for AI Models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evaluation examines whether an AI model performs differently across.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have a responsibility to evaluate not only average.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is especially important when AI is used to prioritize cases, allocate.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Analytics and Modeling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overall model performance can mask inequitable performance.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relevant subgroups and contextual factors for equity evaluation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Assess data representativeness, missingness, and measurement bias before.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overall model performance can mask inequitable performance.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Define subgroup performance measures and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equity evaluation plan for a model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evaluation examines whether an AI model performs differently across.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have a responsibility to evaluate not only average.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is especially important when AI is used to prioritize cases, allocate.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evaluation examines whether an AI model performs differently across.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model predicts which clients are most likely to miss follow-up care after.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Overall performance appears acceptable, but subgroup review shows lower.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may under-prioritize people who face transportation, broadband,.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model predicts which clients are most likely to miss follow-up care after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Overall performance appears acceptable, but.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model may under-prioritize people who face.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Equity evaluation would require additional.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evaluation begins with the intended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used for internal workload planning has different equity.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Evaluators should identify who is affected by the model output, what action.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evaluation begins with the intended 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evaluation should lead to action.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Mitigations may include changing thresholds, improving data collection,.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Equity monitoring should continue after launch because data patterns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evaluation should lead to action.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evaluation should lead to action.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Mitigations may include changing thresholds,.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Equity monitoring should continue after launch.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Relying on average performance while ignoring subgroup harms.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Using datasets that underrepresent communities with limited healthcare access.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Risks and failure modes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Relying on average performance while ignoring.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Using datasets that underrepresent communities.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Treating missing data as neutral when missingness reflects structural.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Using AI prioritization to allocate scarce resources without equity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Failing to monitor equity impacts after deployment.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Treating missing data as neutral when missingness reflects structural inequities.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Treating missing data as neutral when missingness.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Using AI prioritization to allocate scarce.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Failing to monitor equity impacts after deployment.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 equity evaluation for AI uses that affect prioritization,.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Assess representativeness and missingness before model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 equity evaluation for AI uses that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Assess representativeness and missingness before.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Measure subgroup performance where feasible and document limitations where.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community, equity, and program reviewers in governance decisions.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Monitor equity indicators and user overrides after deployment.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Measure subgroup performance where feasible and document limitations where not.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Measure subgroup performance where feasible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community, equity, and program reviewers.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Monitor equity indicators and user overrides after.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equity evaluation plan for one AI model or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intended use, affected populations, relevant subgroups,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equity evaluation plan for one AI model or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equity evaluation plan for one AI model.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intended use, affected populations,.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evaluation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Subgroup and data representativeness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Potential harm and mitigation table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evaluation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evaluation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Subgroup and data representativeness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Potential harm and mitigation table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monitoring indicators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Governance recommendation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monitoring indicators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monitoring indicators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Governance recommendation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evaluation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Subgroup and data representativeness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Potential harm and mitigation table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evaluation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monitoring indicators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Governance recommendation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Why is overall model performance insufficient for public health equity.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measurement bias?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Which use most clearly requires equity evaluation?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Why is overall model performance insufficient for public health equity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Why is overall model performance insufficient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Equity Evaluation for AI Models</dc:title>
  <dc:subject>Equity Evaluation for AI Models learning module</dc:subject>
  <dc:creator>Paula Soper</dc:creator>
  <cp:lastModifiedBy>Paula Soper</cp:lastModifiedBy>
  <cp:revision>1</cp:revision>
  <dcterms:created xsi:type="dcterms:W3CDTF">2026-07-13T03:02:46Z</dcterms:created>
  <dcterms:modified xsi:type="dcterms:W3CDTF">2026-07-13T03:02:46Z</dcterms:modified>
</cp:coreProperties>
</file>