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320 Ethical Use of AI in Resource Prioritization and Field Response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policy, public-health-executive-leadership, ai-for-social-good, governance-security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ethical use of ai in resource prioritization and field response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Ethical Use of AI in Resource Prioritization and Field Response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AI-supported prioritization of field response, outreach, and scarce resources.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ethical use of ai in resource prioritization and field response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Ethical Use of AI in Resource Prioritization and Field Response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Ethical Use of AI in Resource Prioritization and Field Response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ethical use of ai in resource prioritization and field response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Ethical Use of AI in Resource Prioritization and Field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AI-supported prioritization of field response, outreach, and scarce resources.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Epidemiology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epidemiology, policy, public-health-executive-leadership, ai-for-social-good,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ethical use of ai in resource prioritization and field response in public health.</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ethical use of ai in resource prioritization and field response in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AI-supported prioritization of field response, outreach, and scarce resources.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AI-supported prioritization of field response, outreach, and scarce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Ethical Use of AI in Resource Prioritization and Field Response matters because AI adoption changes how.</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Ethical Use of AI in Resource Prioritization and Field Response matters because AI adoption changes how.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AI-supported prioritization of.</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AI-supported prioritization of.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ethical use of ai in resource prioritization and field response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ethical use of ai in resource prioritization and field response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ethical use of ai in resource prioritization and field response.</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ethical use of ai in resource prioritization and field response.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Use of AI in Resource Prioritization and Field Response</dc:title>
  <dc:subject>Ethical Use of AI in Resource Prioritization and Field Response learning module</dc:subject>
  <dc:creator>Paula Soper</dc:creator>
  <cp:lastModifiedBy>Paula Soper</cp:lastModifiedBy>
  <cp:revision>1</cp:revision>
  <dcterms:created xsi:type="dcterms:W3CDTF">2026-07-12T19:55:20Z</dcterms:created>
  <dcterms:modified xsi:type="dcterms:W3CDTF">2026-07-12T19:55:20Z</dcterms:modified>
</cp:coreProperties>
</file>