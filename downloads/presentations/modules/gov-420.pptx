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420 Public Accountability and AI Transparency Reporting
Public health agencies have a responsibility to explain how AI is used in ways that affect public services, public communication, surveillance, resource allocation, or community trust. Transparency reporting helps agencies communicate what AI tools are in use, why they are used, what safeguards are in place, and how the public or partners can raise concerns. This module helps leaders design AI transparency practices that are meaningful, not performative. Transparency should be understandable, accessible, and proportionate to risk. It should support public accountability while protecting security, privacy, confidential data, and sensitive operational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Governance and Security Track
Appears in tracks: governance-security
Public health agencies have a responsibility to explain how AI is used in ways that affect public services, public communication, surveillance, resource allocation, or community trust. Transparency reporting helps agencies communicate what AI tools are in use, why they are used, what safeguards are in place, and how the public or partners can raise concerns. This module helps leaders design AI transparency practices that are meaningful, not performative. Transparency should be understandable, accessible, and proportionate to risk. It should support public accountability while protecting security, privacy, confidential data, and sensitive operational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7: Prioritize Use Cases - This lesson informs Play 7 by helping learners connect the lesson topic to prioritize use cases work in the AI Playbook sequence.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this tool to complete or strengthen the practical exercise for the module using fictional, de-identified, or generalized.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transparency reporting matters for public health AI.
Identify which AI uses should be disclosed internally, publicly, or to specific partners.
Develop contents for an AI transparency notice or AI use registry.
Balance transparency with privacy, security, confidentiality, and operational sensitivity.
Produce a draft AI transparency reporting template.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Public health agencies have a responsibility to explain how AI is used in ways that affect public services, public communication, surveillance, resource allocation, or community trust. Transparency reporting helps agencies communicate what AI tools are in use, why they are used, what safeguards are in place, and how the public or partners can raise concerns.
This module helps leaders design AI transparency practices that are meaningful, not performative. Transparency should be understandable, accessible, and proportionate to risk. It should support public accountability while protecting security, privacy, confidential data, and sensitive operational details.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depends on trust. If communities discover that AI is being used in surveillance, communication, service routing, or resource allocation without explanation, they may question whether decisions are fair, accurate, or accountable. Transparency does not require agencies to disclose every technical detail, but it does require clear communication about the purpose and safeguards of consequential AI uses.
Transparency also improves internal accountability. A registry of AI use cases helps leaders know what tools are active, who owns them, what data they use, and when they were last reviewed. It reduces the chance that tools continue operating after their purpose, vendor terms, data sources, or risk profile changes.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uses AI to draft public health messages, summarize internal reports, and prioritize inspection follow-up. Some uses may not require broad public disclosure, while others may affect public services and should be listed in an AI use registry. The registry does not need to reveal sensitive security details, but it should identify the purpose, owner, data categories, review process, and human oversight.
For a public-facing tool, the agency may also create a plain-language notice explaining that AI assists with initial responses, that staff review high-risk content, that personal information should not be entered unless requested through approved channels, and that users can contact the agency for help or correction. This type of notice supports trust and sets realistic expectations.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Transparency reporting should be risk-based. Low-risk internal tools may be documented in an internal registry. Tools that influence public communication, prioritization, access, enforcement, or public-facing interactions may require public notice. High-impact tools may require more detailed documentation, such as intended use, data sources, validation approach, human review, limitations, contact information, and review schedule.
The reporting process should be accessible. Public-facing explanations should use plain language, avoid technical jargon, and be available in appropriate languages and accessible formats. Transparency is not achieved by publishing a dense technical document that affected communities cannot understand. Agencies should consider how communities, partners, and staff will actually interpret the information.
Transparency should also include mechanisms for accountability. A notice or registry should identify how concerns can be raised, how corrections can be requested when appropriate, and how the agency reviews incidents or complaints. Public reporting should connect to internal governance processes so that feedback can lead to action.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One risk is transparency theater. Agencies may publish broad statements about responsible AI without disclosing actual uses, owners, or safeguards. A guardrail is to maintain an AI use registry with concrete information about approved and operational use cases.
Another risk is over-disclosure of sensitive details. Publishing system architecture, vulnerabilities, or confidential data flows could create security or privacy risks. A guardrail is to review transparency materials through privacy, legal, security, and communications before release.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transparency may explain when AI assists drafting and how human review occurs. Predictive analytics transparency may explain what the model supports, what decisions remain human, and how fairness is monitored. Agentic AI transparency may explain what actions are automated, what approvals are required, and how errors can be reported.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transparency reporting template and apply it to one AI use case. Include purpose, owner, users, data categories, risk level, safeguards, human review, limitations, review date, and contact pathway.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transparency template; sample AI use registry entry; public notice draft; internal review checklist.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transparency template; sample AI use registry entry; public notice draft; internal review checklist.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420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Public Accountability and AI Transparency Reporting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Public health agencies have a responsibility to explain how AI is used in.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Transparency reporting helps agencies communicate what AI tools are in use,.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module helps leaders design AI transparency practices that are.</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advanced/leadership Primary track: Governance and Security Track Appears.</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3: Equity Impact Assessment Checklist (Checklist) - Use this tool to.</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 this.</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why transparency reporting matters for public health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which AI uses should be disclosed internally, publicly, or to.</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Develop contents for an AI transparency notice or AI use registry.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why transparency reporting matters for public health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Balance transparency with privacy, security,.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Produce a draft AI transparency reporting template.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Public health agencies have a responsibility to explain how AI is used in.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Transparency reporting helps agencies communicate what AI tools are in use,.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module helps leaders design AI transparency practices that are.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Public health agencies have a responsibility to explain how AI is used in ways.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provides national-level training guidance for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is not legal advice and does not replace review by agency legal counsel,.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Requirements may vary by state, locality, territory, Tribe, agency, funding.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provides national-level training guidance for public health agencies.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Public health depends on trust.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communities discover that AI is being used in surveillance,.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Transparency does not require agencies to disclose every technical detail,.</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Public health depends on trust.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health department uses AI to draft public health messages, summarize.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Some uses may not require broad public disclosure, while others may affect.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registry does not need to reveal sensitive security details, but it.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health department uses AI to draft public health messages, summarize internal.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health department uses AI to draft public health.</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Some uses may not require broad public disclosure,.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registry does not need to reveal sensitive.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Governance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Transparency reporting should be risk-based.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Low-risk internal tools may be documented in an internal registry.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Tools that influence public communication, prioritization, access,.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Transparency reporting should be risk-based.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Tools that influence public communication,.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High-impact tools may require more detailed.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reporting process should be accessible.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One risk is transparency theater.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Agencies may publish broad statements about responsible AI without.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guardrail is to maintain an AI use registry with concrete information.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One risk is transparency theater.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Agencies may publish broad statements about.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guardrail is to maintain an AI use registry with.</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Another risk is over-disclosure of sensitive.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transparency may explain when AI assists drafting and how.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Predictive analytics transparency may explain what the model supports, what.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Agentic AI transparency may explain what actions are automated, what.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transparency may explain when AI assists drafting and how human.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Predictive analytics transparency may explain what.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Agentic AI transparency may explain what actions.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current or proposed AI use case in your agency raises this leadership.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currently has authority to make decisions about this issue, and is that.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evidence would governance or leadership need before approving the use.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current or proposed AI use case in your agency raises this leadership or.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current or proposed AI use case in your.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currently has authority to make decisions.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evidence would governance or leadership need.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staff, partners, or communities would be affected if this issue were.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policy, process, or artifact should be created or updated after this.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staff, partners, or communities would be affected if this issue were.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staff, partners, or communities would be.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policy, process, or artifact should be.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transparency reporting template and apply it to one AI use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Include purpose, owner, users, data categories, risk level, safeguards,.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transparency reporting template and apply it to one AI use case.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Create a transparency reporting template and apply.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Include purpose, owner, users, data categories,.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Before You Begin</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Choose a real or realistic public health AI use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Document assumptions, unresolved questions, and which agency roles would.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exercise should produce a work product that could support governance.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Choose a real or realistic public health AI use case.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Document assumptions, unresolved questions, and.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exercise should produce a work product that.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transparency template; sample AI use registry entry; public notice draft;.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transparency template; sample AI use registry entry; public notice draft;.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transparency template; sample AI use registry.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transparency template; sample AI use registry entry; public notice draft;.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transparency template; sample AI use registry entry; public notice draft;.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transparency template; sample AI use registry.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strongest reason this module topic belongs in AI leadership.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Which practice best supports accountable public health AI governance?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When should an AI use case be escalated for leadership or governance.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strongest reason this module topic belongs in AI leadership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strongest reason this module topic.</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NIST Artificial Intelligence Risk Management Framework (AI RMF 1.0):.</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Generative AI Profile:.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Privacy Framework</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NIST Artificial Intelligence Risk Management.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CDC Public Health Data Strategy and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Ethics and Governance of Artificial.</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Accountability and AI Transparency Reporting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OMB Memorandum M-24-10 on federal AI governance, risk management,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Agency strategic plans, procurement policies, privacy policies,.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OMB Memorandum M-24-10 on federal AI governance, risk management,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OMB Memorandum M-24-10 on federal AI governance,.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Agency strategic plans, procurement policies,.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Accountability and AI Transparency Reporting</dc:title>
  <dc:subject>Public Accountability and AI Transparency Reporting learning module</dc:subject>
  <dc:creator>Paula Soper</dc:creator>
  <cp:lastModifiedBy>Paula Soper</cp:lastModifiedBy>
  <cp:revision>1</cp:revision>
  <dcterms:created xsi:type="dcterms:W3CDTF">2026-07-14T04:35:32Z</dcterms:created>
  <dcterms:modified xsi:type="dcterms:W3CDTF">2026-07-14T04:35:32Z</dcterms:modified>
</cp:coreProperties>
</file>