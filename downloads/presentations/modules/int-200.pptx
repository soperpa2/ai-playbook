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200 AI Use Case Intake and Triage Basics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Shared Foundational / Introductory Course
Appears in tracks: shared-foundational, governance-and-security, program-management, public-health-executive-leadership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31: Use Case Scoring &amp; Prioritization Matrix (Matrix)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an AI use case in plain language using the public health workflow, users, data, intended output, and decision context.
Distinguish between low-risk, moderate-risk, and high-risk AI use cases based on data sensitivity, workflow impact, public-facing use, automation level, and potential harm.
Identify when a use case should be routed to privacy, legal, IT, cybersecurity, equity, procurement, communications, or executive review.
Recognize use cases that should not proceed because AI is unnecessary, inappropriate, unsafe, or unsupported by available data.
Produce a use case intake and triage worksheet that can support governance review and portfolio prioritization.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communicable disease program wants to use generative AI to summarize case investigation notes and identify missing information. Intake would document the workflow, the staff who would use the output, the source data, whether protected health information is involved, whether the output would be saved in the system of record, and whether the tool would only summarize or also recommend action. Triage would likely route the use case to privacy, legal, IT, epidemiology, equity, and governance review before any pilot begins.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An effective intake process begins by defining the problem before selecting the technology. Staff should describe the current workflow, the pain point, the people affected, the desired improvement, and the reason AI is being considered. This prevents technology-first proposals that begin with a tool and then search for a public health problem to justify it. A clear problem statement also helps reviewers decide whether AI is needed or whether a simpler change, such as a template, dashboard, workflow redesign, or rules-based automation, would be safer and more appropriate.
The next step is to identify the data and output. Reviewers need to know whether the use case involves protected health information, personally identifiable information, confidential public health records, public documents, internal policies, vendor data, community feedback, or synthetic data. They also need to know what the AI output will be: a draft, summary, classification, prediction, recommendation, score, translation, alert, or automated action. Different outputs create different risks and require different levels of review.
Triage should evaluate both impact and readiness. Impact includes the potential effect on people, programs, public trust, legal obligations, and resource allocation. Readiness includes data quality, system integration, staff capacity, policy alignment, validation feasibility, and operational ownership. A high-impact use case with low readiness may not be rejected permanently, but it should not move into implementation until the readiness gaps are addressed.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Use case intake also supports portfolio management. When agencies collect use cases in a consistent format, leaders can compare proposals across programs, identify common infrastructure needs, avoid duplicative procurements, and align AI investments with strategic priorities. The intake record becomes the first governance artifact in the AI lifecycle.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Informal AI experimentation with sensitive or confidential data before review.
Tool-first proposals that do not solve a real workflow problem.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Use cases moving forward without ownership, validation, or monitoring plans.
High-risk public-facing or decision-support uses being treated as low-risk productivity tools.
Equity, accessibility, and community impacts being considered too late.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a standard intake worksheet before piloting or procuring AI tools.
Classify proposed uses by data sensitivity, automation level, public-facing impact, and decision consequence.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Route use cases to required reviewers before implementation begins.
Document use cases that are rejected, deferred, or approved with conditions.
Maintain a portfolio view of approved, active, paused, and retired AI uses.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Complete a use case intake and triage worksheet for one real or realistic public health workflow. Include the problem statement, workflow, intended users, data sources, AI-supported task, output, potential benefit, risk level, required reviewers, readiness gaps, and recommendation to proceed, defer, redesign, or reject.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Completed AI use case intake worksheet
Risk and readiness triage decision
List of required reviewers and next steps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Documented rationale for proceeding, deferring, redesigning, or rejecting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Completed AI use case intake worksheet
Risk and readiness triage decision
List of required reviewers and next steps
Documented rationale for proceeding, deferring, redesigning, or rejecting the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main purpose of AI use case intake?
2. Which proposal should usually receive higher-risk triage?
3. What should happen when a proposed workflow problem can be solved without AI?
4. Which item belongs in an intake worksheet?
5. What is strong evidence of completion?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Use Case Intake and Triage Basics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use case intake is the structured process of receiving, describing, screening, and routing ideas for.</a:t>
            </a:r>
            <a:endParaRPr lang="en-US" sz="2100" dirty="0"/>
          </a:p>
          <a:p>
            <a:r>
              <a:rPr lang="en-US" sz="2100" dirty="0">
                <a:solidFill>
                  <a:srgbClr val="17364A"/>
                </a:solidFill>
                <a:latin typeface="Aptos" pitchFamily="34" charset="0"/>
                <a:ea typeface="Aptos" pitchFamily="34" charset="-122"/>
                <a:cs typeface="Aptos" pitchFamily="34" charset="-120"/>
              </a:rPr>
              <a:t>In public health, this step is essential because AI ideas often begin as informal suggestions to save time,.</a:t>
            </a:r>
            <a:endParaRPr lang="en-US" sz="2100" dirty="0"/>
          </a:p>
          <a:p>
            <a:r>
              <a:rPr lang="en-US" sz="2100" dirty="0">
                <a:solidFill>
                  <a:srgbClr val="17364A"/>
                </a:solidFill>
                <a:latin typeface="Aptos" pitchFamily="34" charset="0"/>
                <a:ea typeface="Aptos" pitchFamily="34" charset="-122"/>
                <a:cs typeface="Aptos" pitchFamily="34" charset="-120"/>
              </a:rPr>
              <a:t>Without a common intake process, agencies may approve low-value or high-risk ideas too quickly while overlooking.</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Shared Foundational / Introductory Course</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shared-foundational, governance-and-security, program-management, public-health-executive-leadership</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31: Use Case Scoring &amp; Prioritization Matrix (Matrix)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49: AI Use Case Intake and Triage Worksheet (Worksheet)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Describe an AI use case in plain language using the public health workflow, users, data, intended.</a:t>
            </a:r>
            <a:endParaRPr lang="en-US" sz="2100" dirty="0"/>
          </a:p>
          <a:p>
            <a:r>
              <a:rPr lang="en-US" sz="2100" dirty="0">
                <a:solidFill>
                  <a:srgbClr val="17364A"/>
                </a:solidFill>
                <a:latin typeface="Aptos" pitchFamily="34" charset="0"/>
                <a:ea typeface="Aptos" pitchFamily="34" charset="-122"/>
                <a:cs typeface="Aptos" pitchFamily="34" charset="-120"/>
              </a:rPr>
              <a:t>Distinguish between low-risk, moderate-risk, and high-risk AI use cases based on data sensitivity,.</a:t>
            </a:r>
            <a:endParaRPr lang="en-US" sz="2100" dirty="0"/>
          </a:p>
          <a:p>
            <a:r>
              <a:rPr lang="en-US" sz="2100" dirty="0">
                <a:solidFill>
                  <a:srgbClr val="17364A"/>
                </a:solidFill>
                <a:latin typeface="Aptos" pitchFamily="34" charset="0"/>
                <a:ea typeface="Aptos" pitchFamily="34" charset="-122"/>
                <a:cs typeface="Aptos" pitchFamily="34" charset="-120"/>
              </a:rPr>
              <a:t>Identify when a use case should be routed to privacy, legal, IT, cybersecurity, equity,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Describe an AI use case in plain language using the public health workflow, users, data, intended.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use case intake is the structured process of receiving, describing, screening, and routing ideas for.</a:t>
            </a:r>
            <a:endParaRPr lang="en-US" sz="2100" dirty="0"/>
          </a:p>
          <a:p>
            <a:r>
              <a:rPr lang="en-US" sz="2100" dirty="0">
                <a:solidFill>
                  <a:srgbClr val="17364A"/>
                </a:solidFill>
                <a:latin typeface="Aptos" pitchFamily="34" charset="0"/>
                <a:ea typeface="Aptos" pitchFamily="34" charset="-122"/>
                <a:cs typeface="Aptos" pitchFamily="34" charset="-120"/>
              </a:rPr>
              <a:t>In public health, this step is essential because AI ideas often begin as informal suggestions to save.</a:t>
            </a:r>
            <a:endParaRPr lang="en-US" sz="2100" dirty="0"/>
          </a:p>
          <a:p>
            <a:r>
              <a:rPr lang="en-US" sz="2100" dirty="0">
                <a:solidFill>
                  <a:srgbClr val="17364A"/>
                </a:solidFill>
                <a:latin typeface="Aptos" pitchFamily="34" charset="0"/>
                <a:ea typeface="Aptos" pitchFamily="34" charset="-122"/>
                <a:cs typeface="Aptos" pitchFamily="34" charset="-120"/>
              </a:rPr>
              <a:t>Without a common intake process, agencies may approve low-value or high-risk ideas too quickly while.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use case intake is the structured process of receiving, describing, screening, and routing ideas for.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communicable disease program wants to use generative AI to summarize case investigation notes and.</a:t>
            </a:r>
            <a:endParaRPr lang="en-US" sz="2100" dirty="0"/>
          </a:p>
          <a:p>
            <a:r>
              <a:rPr lang="en-US" sz="2100" dirty="0">
                <a:solidFill>
                  <a:srgbClr val="17364A"/>
                </a:solidFill>
                <a:latin typeface="Aptos" pitchFamily="34" charset="0"/>
                <a:ea typeface="Aptos" pitchFamily="34" charset="-122"/>
                <a:cs typeface="Aptos" pitchFamily="34" charset="-120"/>
              </a:rPr>
              <a:t>Intake would document the workflow, the staff who would use the output, the source data, whether.</a:t>
            </a:r>
            <a:endParaRPr lang="en-US" sz="2100" dirty="0"/>
          </a:p>
          <a:p>
            <a:r>
              <a:rPr lang="en-US" sz="2100" dirty="0">
                <a:solidFill>
                  <a:srgbClr val="17364A"/>
                </a:solidFill>
                <a:latin typeface="Aptos" pitchFamily="34" charset="0"/>
                <a:ea typeface="Aptos" pitchFamily="34" charset="-122"/>
                <a:cs typeface="Aptos" pitchFamily="34" charset="-120"/>
              </a:rPr>
              <a:t>Triage would likely route the use case to privacy, legal, IT, epidemiology, equity, and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communicable disease program wants to use generative AI to summarize case investigation notes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effective intake process begins by defining the problem before selecting the technology.</a:t>
            </a:r>
            <a:endParaRPr lang="en-US" sz="2100" dirty="0"/>
          </a:p>
          <a:p>
            <a:r>
              <a:rPr lang="en-US" sz="2100" dirty="0">
                <a:solidFill>
                  <a:srgbClr val="17364A"/>
                </a:solidFill>
                <a:latin typeface="Aptos" pitchFamily="34" charset="0"/>
                <a:ea typeface="Aptos" pitchFamily="34" charset="-122"/>
                <a:cs typeface="Aptos" pitchFamily="34" charset="-120"/>
              </a:rPr>
              <a:t>Staff should describe the current workflow, the pain point, the people affected, the desired.</a:t>
            </a:r>
            <a:endParaRPr lang="en-US" sz="2100" dirty="0"/>
          </a:p>
          <a:p>
            <a:r>
              <a:rPr lang="en-US" sz="2100" dirty="0">
                <a:solidFill>
                  <a:srgbClr val="17364A"/>
                </a:solidFill>
                <a:latin typeface="Aptos" pitchFamily="34" charset="0"/>
                <a:ea typeface="Aptos" pitchFamily="34" charset="-122"/>
                <a:cs typeface="Aptos" pitchFamily="34" charset="-120"/>
              </a:rPr>
              <a:t>This prevents technology-first proposals that begin with a tool and then search for a public health.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effective intake process begins by defining the problem before selecting the technology.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case intake also supports portfolio management.</a:t>
            </a:r>
            <a:endParaRPr lang="en-US" sz="2100" dirty="0"/>
          </a:p>
          <a:p>
            <a:r>
              <a:rPr lang="en-US" sz="2100" dirty="0">
                <a:solidFill>
                  <a:srgbClr val="17364A"/>
                </a:solidFill>
                <a:latin typeface="Aptos" pitchFamily="34" charset="0"/>
                <a:ea typeface="Aptos" pitchFamily="34" charset="-122"/>
                <a:cs typeface="Aptos" pitchFamily="34" charset="-120"/>
              </a:rPr>
              <a:t>When agencies collect use cases in a consistent format, leaders can compare proposals across programs,.</a:t>
            </a:r>
            <a:endParaRPr lang="en-US" sz="2100" dirty="0"/>
          </a:p>
          <a:p>
            <a:r>
              <a:rPr lang="en-US" sz="2100" dirty="0">
                <a:solidFill>
                  <a:srgbClr val="17364A"/>
                </a:solidFill>
                <a:latin typeface="Aptos" pitchFamily="34" charset="0"/>
                <a:ea typeface="Aptos" pitchFamily="34" charset="-122"/>
                <a:cs typeface="Aptos" pitchFamily="34" charset="-120"/>
              </a:rPr>
              <a:t>The intake record becomes the first governance artifact in the AI lifecycle.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case intake also supports portfolio management.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Informal AI experimentation with sensitive or confidential data before review.</a:t>
            </a:r>
            <a:endParaRPr lang="en-US" sz="2100" dirty="0"/>
          </a:p>
          <a:p>
            <a:r>
              <a:rPr lang="en-US" sz="2100" dirty="0">
                <a:solidFill>
                  <a:srgbClr val="17364A"/>
                </a:solidFill>
                <a:latin typeface="Aptos" pitchFamily="34" charset="0"/>
                <a:ea typeface="Aptos" pitchFamily="34" charset="-122"/>
                <a:cs typeface="Aptos" pitchFamily="34" charset="-120"/>
              </a:rPr>
              <a:t>Tool-first proposals that do not solve a real workflow problem.</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cases moving forward without ownership, validation, or monitoring plans.</a:t>
            </a:r>
            <a:endParaRPr lang="en-US" sz="2100" dirty="0"/>
          </a:p>
          <a:p>
            <a:r>
              <a:rPr lang="en-US" sz="2100" dirty="0">
                <a:solidFill>
                  <a:srgbClr val="17364A"/>
                </a:solidFill>
                <a:latin typeface="Aptos" pitchFamily="34" charset="0"/>
                <a:ea typeface="Aptos" pitchFamily="34" charset="-122"/>
                <a:cs typeface="Aptos" pitchFamily="34" charset="-120"/>
              </a:rPr>
              <a:t>High-risk public-facing or decision-support uses being treated as low-risk productivity tools.</a:t>
            </a:r>
            <a:endParaRPr lang="en-US" sz="2100" dirty="0"/>
          </a:p>
          <a:p>
            <a:r>
              <a:rPr lang="en-US" sz="2100" dirty="0">
                <a:solidFill>
                  <a:srgbClr val="17364A"/>
                </a:solidFill>
                <a:latin typeface="Aptos" pitchFamily="34" charset="0"/>
                <a:ea typeface="Aptos" pitchFamily="34" charset="-122"/>
                <a:cs typeface="Aptos" pitchFamily="34" charset="-120"/>
              </a:rPr>
              <a:t>Equity, accessibility, and community impacts being considered too late.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cases moving forward without ownership, validation, or monitoring plans.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Require a standard intake worksheet before piloting or procuring AI tools.</a:t>
            </a:r>
            <a:endParaRPr lang="en-US" sz="2100" dirty="0"/>
          </a:p>
          <a:p>
            <a:r>
              <a:rPr lang="en-US" sz="2100" dirty="0">
                <a:solidFill>
                  <a:srgbClr val="17364A"/>
                </a:solidFill>
                <a:latin typeface="Aptos" pitchFamily="34" charset="0"/>
                <a:ea typeface="Aptos" pitchFamily="34" charset="-122"/>
                <a:cs typeface="Aptos" pitchFamily="34" charset="-120"/>
              </a:rPr>
              <a:t>Classify proposed uses by data sensitivity, automation level, public-facing impact, and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Route use cases to required reviewers before implementation begins.</a:t>
            </a:r>
            <a:endParaRPr lang="en-US" sz="2100" dirty="0"/>
          </a:p>
          <a:p>
            <a:r>
              <a:rPr lang="en-US" sz="2100" dirty="0">
                <a:solidFill>
                  <a:srgbClr val="17364A"/>
                </a:solidFill>
                <a:latin typeface="Aptos" pitchFamily="34" charset="0"/>
                <a:ea typeface="Aptos" pitchFamily="34" charset="-122"/>
                <a:cs typeface="Aptos" pitchFamily="34" charset="-120"/>
              </a:rPr>
              <a:t>Document use cases that are rejected, deferred, or approved with conditions.</a:t>
            </a:r>
            <a:endParaRPr lang="en-US" sz="2100" dirty="0"/>
          </a:p>
          <a:p>
            <a:r>
              <a:rPr lang="en-US" sz="2100" dirty="0">
                <a:solidFill>
                  <a:srgbClr val="17364A"/>
                </a:solidFill>
                <a:latin typeface="Aptos" pitchFamily="34" charset="0"/>
                <a:ea typeface="Aptos" pitchFamily="34" charset="-122"/>
                <a:cs typeface="Aptos" pitchFamily="34" charset="-120"/>
              </a:rPr>
              <a:t>Maintain a portfolio view of approved, active, paused, and retired AI uses.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Route use cases to required reviewers before implementation begins.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Complete a use case intake and triage worksheet for one real or realistic public health workflow.</a:t>
            </a:r>
            <a:endParaRPr lang="en-US" sz="2100" dirty="0"/>
          </a:p>
          <a:p>
            <a:r>
              <a:rPr lang="en-US" sz="2100" dirty="0">
                <a:solidFill>
                  <a:srgbClr val="17364A"/>
                </a:solidFill>
                <a:latin typeface="Aptos" pitchFamily="34" charset="0"/>
                <a:ea typeface="Aptos" pitchFamily="34" charset="-122"/>
                <a:cs typeface="Aptos" pitchFamily="34" charset="-120"/>
              </a:rPr>
              <a:t>Include the problem statement, workflow, intended users, data sources, AI-supported task, output,.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Complete a use case intake and triage worksheet for one real or realistic public health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Completed AI use case intake worksheet</a:t>
            </a:r>
            <a:endParaRPr lang="en-US" sz="2100" dirty="0"/>
          </a:p>
          <a:p>
            <a:r>
              <a:rPr lang="en-US" sz="2100" dirty="0">
                <a:solidFill>
                  <a:srgbClr val="17364A"/>
                </a:solidFill>
                <a:latin typeface="Aptos" pitchFamily="34" charset="0"/>
                <a:ea typeface="Aptos" pitchFamily="34" charset="-122"/>
                <a:cs typeface="Aptos" pitchFamily="34" charset="-120"/>
              </a:rPr>
              <a:t>Risk and readiness triage decision</a:t>
            </a:r>
            <a:endParaRPr lang="en-US" sz="2100" dirty="0"/>
          </a:p>
          <a:p>
            <a:r>
              <a:rPr lang="en-US" sz="2100" dirty="0">
                <a:solidFill>
                  <a:srgbClr val="17364A"/>
                </a:solidFill>
                <a:latin typeface="Aptos" pitchFamily="34" charset="0"/>
                <a:ea typeface="Aptos" pitchFamily="34" charset="-122"/>
                <a:cs typeface="Aptos" pitchFamily="34" charset="-120"/>
              </a:rPr>
              <a:t>List of required reviewers and next steps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Completed AI use case intake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Documented rationale for proceeding, deferring, redesigning, or rejecting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Documented rationale for proceeding, deferring, redesigning, or rejecting the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Completed AI use case intake worksheet</a:t>
            </a:r>
            <a:endParaRPr lang="en-US" sz="2100" dirty="0"/>
          </a:p>
          <a:p>
            <a:r>
              <a:rPr lang="en-US" sz="2100" dirty="0">
                <a:solidFill>
                  <a:srgbClr val="17364A"/>
                </a:solidFill>
                <a:latin typeface="Aptos" pitchFamily="34" charset="0"/>
                <a:ea typeface="Aptos" pitchFamily="34" charset="-122"/>
                <a:cs typeface="Aptos" pitchFamily="34" charset="-120"/>
              </a:rPr>
              <a:t>Risk and readiness triage decision</a:t>
            </a:r>
            <a:endParaRPr lang="en-US" sz="2100" dirty="0"/>
          </a:p>
          <a:p>
            <a:r>
              <a:rPr lang="en-US" sz="2100" dirty="0">
                <a:solidFill>
                  <a:srgbClr val="17364A"/>
                </a:solidFill>
                <a:latin typeface="Aptos" pitchFamily="34" charset="0"/>
                <a:ea typeface="Aptos" pitchFamily="34" charset="-122"/>
                <a:cs typeface="Aptos" pitchFamily="34" charset="-120"/>
              </a:rPr>
              <a:t>List of required reviewers and next steps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Completed AI use case intake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main purpose of AI use case intake?</a:t>
            </a:r>
            <a:endParaRPr lang="en-US" sz="2100" dirty="0"/>
          </a:p>
          <a:p>
            <a:r>
              <a:rPr lang="en-US" sz="2100" dirty="0">
                <a:solidFill>
                  <a:srgbClr val="17364A"/>
                </a:solidFill>
                <a:latin typeface="Aptos" pitchFamily="34" charset="0"/>
                <a:ea typeface="Aptos" pitchFamily="34" charset="-122"/>
                <a:cs typeface="Aptos" pitchFamily="34" charset="-120"/>
              </a:rPr>
              <a:t>2. Which proposal should usually receive higher-risk triage?</a:t>
            </a:r>
            <a:endParaRPr lang="en-US" sz="2100" dirty="0"/>
          </a:p>
          <a:p>
            <a:r>
              <a:rPr lang="en-US" sz="2100" dirty="0">
                <a:solidFill>
                  <a:srgbClr val="17364A"/>
                </a:solidFill>
                <a:latin typeface="Aptos" pitchFamily="34" charset="0"/>
                <a:ea typeface="Aptos" pitchFamily="34" charset="-122"/>
                <a:cs typeface="Aptos" pitchFamily="34" charset="-120"/>
              </a:rPr>
              <a:t>3. What should happen when a proposed workflow problem can be solved without AI?</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main purpose of AI use case intake?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Use Case Intake and Triage Basics</dc:title>
  <dc:subject>AI Use Case Intake and Triage Basics learning module</dc:subject>
  <dc:creator>Paula Soper</dc:creator>
  <cp:lastModifiedBy>Paula Soper</cp:lastModifiedBy>
  <cp:revision>1</cp:revision>
  <dcterms:created xsi:type="dcterms:W3CDTF">2026-07-13T01:54:45Z</dcterms:created>
  <dcterms:modified xsi:type="dcterms:W3CDTF">2026-07-13T01:54:45Z</dcterms:modified>
</cp:coreProperties>
</file>