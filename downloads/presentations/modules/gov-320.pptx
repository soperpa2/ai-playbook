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320 AI Documentation, Model Cards, and System Cards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documentation, model cards, and system cards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documentation packet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Documentation, Model Cards, and System Cards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documentation records what the system is intended to do, how it was developed or configured, what data it uses, how it was evaluated, what limitations are known, and how it is monitored. Documentation supports accountability across the AI lifecycle.
A model card is a structured summary of a model, including intended use, data, evaluation, limitations, risks, and appropriate use. A system card extends documentation to the broader system, including workflow integration, interfaces, user roles, retrieval sources, human oversight, and operational controls.
Documentation is not a paperwork exercise. It is how agencies preserve institutional memory, support governance review, answer vendor questions, investigate incidents, train staff, and explain decisions to leaders or the public when appropriate.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using a generative AI assistant to draft public health messages should document the approved use, source materials, prohibited content, review process, accessibility expectations, language review, hallucination controls, user training, monitoring process, and incident response pathway. A system card would help reviewers understand the whole workflow rather than only the model.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documentation should be created before deployment and maintained after launch. The documentation should identify the system owner, intended users, data inputs, outputs, human review requirements, validation approach, known limitations, and change management process. A document that is created once and never updated will not support responsible operations.
Model cards are especially useful for predictive or classification models because they can document training data, evaluation metrics, subgroup performance, limitations, and intended use. System cards are especially useful for generative, RAG, and agentic systems because these tools depend on prompts, retrieval content, integrations, permissions, and human workflows.
Documentation should also cover changes. Model updates, prompt changes, data source changes, terminology updates, and workflow changes can all affect system behavior. Change logs and version histories help agencies reconstruct what happened if outputs change or incidents occur.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documentation packet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documentation packet.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documentation packet.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ai documentation, model cards, and system cards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Documentation, Model Cards, and System Cards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makes systems understandable, reviewable, and accountable.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cards and system cards are structured documentation tools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public health staff create documentation that supports.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documentation, model cards, and system cards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documentation, model cards, and system cards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documentation packet that can support readiness assessment,.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documentation packet that can support readiness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documentation packet that can 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makes systems understandable, reviewable, and accountable.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Model cards and system cards are structured documentation tools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public health staff create documentation that supports.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Model Cards, and System Cards matters because AI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Model Cards, and System Cards matters because AI systems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records what the system is intended to do, how it was.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Documentation supports accountability across the AI lifecycle.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card is a structured summary of a model, including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records what the system is intended to do, how it was developed.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documentation records what the system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card is a structured summary of a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system card extends documentation to the broader.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agency using a generative AI assistant to draft public health messages.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system card would help reviewers understand the whole workflow rather than.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agency using a generative AI assistant to draft public health messages should.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agency using a generative AI assistant to draft.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system card would help reviewers understand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should be created before deployment and maintained after.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documentation should identify the system owner, intended users,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document that is created once and never updated will not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documentation should identify the system.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Model cards are especially useful for predictive.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System cards are especially useful for generative,.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staff do not connect technical decisions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provide demonstrations, dashboards,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documentation, test.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predictive analytics,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that drafts internal training text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should be applied during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documentation packet for one real or realistic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documentation packet for one real or realistic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documentation packet.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documentation packet.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documentation packet. It should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documentation packet. It should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best reason to address ai documentation, model cards,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best reason to address ai documentation, model cards, and system.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Documentation, Model Cards, and System Cards</dc:title>
  <dc:subject>AI Documentation, Model Cards, and System Cards learning module</dc:subject>
  <dc:creator>Paula Soper</dc:creator>
  <cp:lastModifiedBy>Paula Soper</cp:lastModifiedBy>
  <cp:revision>1</cp:revision>
  <dcterms:created xsi:type="dcterms:W3CDTF">2026-07-13T03:02:47Z</dcterms:created>
  <dcterms:modified xsi:type="dcterms:W3CDTF">2026-07-13T03:02:47Z</dcterms:modified>
</cp:coreProperties>
</file>