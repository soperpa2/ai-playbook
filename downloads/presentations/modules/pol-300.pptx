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300 Public Health AI Policy Landscape and Regulatory Readiness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governance-and-security, public-health-executive-leadership, program-management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categories of law, policy, standards, and guidance that may affect public health AI.
Explain why regulatory readiness requires monitoring, interpretation, documentation, and policy maintenance.
Distinguish between binding requirements, agency policy, professional guidance, standards, and best practices.
Create a policy scan process for AI-related developments.
Produce an AI regulatory readiness memo or policy update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is considering AI tools for translation, complaint triage, and case note summarization. A policy scan identifies privacy, public records, procurement, accessibility, cybersecurity, and civil rights considerations. The agency creates a readiness memo that distinguishes existing requirements from emerging guidance, recommends interim safeguards, and establishes a quarterly process to update AI policies as requirements evolve.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Policy readiness begins by identifying relevant domains rather than looking for a single AI law. Public health AI may be affected by health privacy rules, state confidentiality laws, public records requirements, procurement standards, accessibility laws, cybersecurity policies, civil rights obligations, data sharing agreements, records retention rules, and professional ethics. AI-specific policy should be layered onto this existing policy environment.
Agencies should distinguish between different levels of authority. A statute, regulation, contract clause, grant requirement, executive order, agency policy, professional guideline, and technical standard do not all carry the same legal weight. However, nonbinding guidance can still be important because it may reflect emerging expectations for responsible practice, risk management, transparency, documentation, or auditability.
A policy scan should be assigned to a responsible role or group. The scan should identify sources to monitor, frequency of review, criteria for relevance, and a process for escalating items that may affect agency policy or active AI use cases. The process should avoid overreacting to every news item while still ensuring that meaningful changes are not missed.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Regulatory readiness also requires change management. When policy requirements change, the agency may need to update SOPs, procurement language, risk tiers, training, documentation, vendor oversight, public transparency materials, or incident response procedures. A policy update is not complete until it has been translated into operational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Assuming there is no policy risk because there is no single AI statute.
Treating nonbinding guidance as irrelevant even when it reflects expected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Failing to update internal policies after legal, procurement, privacy, or cybersecurity changes.
Allowing vendors to define compliance obligations without agency review.
Maintaining policies that are too vague to guide real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Assign responsibility for AI policy scanning and interpretation.
Distinguish binding requirements from guidance and best practices.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Maintain a crosswalk from external requirements to internal policies and procedures.
Update training, SOPs, and procurement language when policies change.
Document assumptions, decisions, and unresolved legal or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public health AI policy scan and regulatory readiness memo. Identify relevant policy domains, sources to monitor, current agency policy gaps, likely operational implications, recommended interim safeguards, and a process for ongoing updates.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scan plan
Regulatory readiness memo
Policy-domain crosswalk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Recommended policy updates
Ongoing monitoring process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scan plan
Regulatory readiness memo
Policy-domain crosswalk
Recommended policy updates
Ongoing monitoring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regulatory readiness mean in this module?
2. Which statement is most accurate?
3. What is a policy scan?
4. What should happen after a policy change affects AI use?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AI Policy Landscape and Regulatory Readiness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public health AI policy landscape is evolving quickly across federal.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do not need to wait for every rule to be settled.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Regulatory readiness means the agency can identify relevant requirements,.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this tool.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categories of law, policy, standards, and guidance that may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regulatory readiness requires monitoring, interpretation,.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binding requirements, agency policy, professional.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categories of law, policy, standards, and guidance that may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why regulatory readiness requires.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between binding requirements,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policy scan process for AI-related.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public health AI policy landscape is evolving quickly across federal.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do not need to wait for every rule to be settled.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Regulatory readiness means the agency can identify relevant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public health AI policy landscape is evolving quickly across federal.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is considering AI tools for translation, complaint.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policy scan identifies privacy, public records, procurement,.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creates a readiness memo that distinguishes existing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is considering AI tools for translation, complaint.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is considering AI tools.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policy scan identifies privacy, public records,.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creates a readiness memo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Policy readiness begins by identifying relevant domains rather than looking.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AI may be affected by health privacy rules, state.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AI-specific policy should be layered onto this existing policy environment.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Policy readiness begins by identifying relevant domains rather than looking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Regulatory readiness also requires change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policy requirements change, the agency may need to update SOPs,.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policy update is not complete until it has been translated into.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Regulatory readiness also requires change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Regulatory readiness also requires change.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policy requirements change, the agency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policy update is not complete until it has been.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Assuming there is no policy risk because there is no single AI statute.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Treating nonbinding guidance as irrelevant even when it reflects expected.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Assuming there is no policy risk because there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Treating nonbinding guidance as irrelevant even.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Failing to update internal policies after legal, procurement, privacy,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Allowing vendors to define compliance obligations without agency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Maintaining policies that are too vague to guide real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Failing to update internal policies after legal, procurement, privacy,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Failing to update internal policies after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Allowing vendors to define compliance obligations.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Maintaining policies that are too vague to guide.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Assign responsibility for AI policy scanning and interpretation.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binding requirements from guidance and best practices.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Assign responsibility for AI policy scanning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binding requirements from guidance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Maintain a crosswalk from external requirements to internal policies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Update training, SOPs, and procurement language when policies 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decisions, and unresolved legal or policy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Maintain a crosswalk from external requirements to internal policies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Maintain a crosswalk from external requirements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Update training, SOPs, and procurement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assumptions, decisions, and unresolved.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public health AI policy scan and regulatory readiness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relevant policy domains, sources to monitor, current agency policy.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public health AI policy scan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relevant policy domains, sources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scan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Regulatory readiness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Policy-domain crosswalk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scan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policy scan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Regulatory readiness memo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Policy-domain crosswalk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policy updates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Ongoing monitoring process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policy updates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policy updates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Ongoing monitoring process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scan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Regulatory readiness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Policy-domain crosswalk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scan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policy updates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Ongoing monitoring process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does regulatory readiness mean in this module?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statement is most accurate?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policy scan?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does regulatory readiness mean in this module?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does regulatory readiness mean in this module?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AI Policy Landscape and Regulatory Readiness</dc:title>
  <dc:subject>Public Health AI Policy Landscape and Regulatory Readiness learning module</dc:subject>
  <dc:creator>Paula Soper</dc:creator>
  <cp:lastModifiedBy>Paula Soper</cp:lastModifiedBy>
  <cp:revision>1</cp:revision>
  <dcterms:created xsi:type="dcterms:W3CDTF">2026-07-14T04:35:33Z</dcterms:created>
  <dcterms:modified xsi:type="dcterms:W3CDTF">2026-07-14T04:35:33Z</dcterms:modified>
</cp:coreProperties>
</file>