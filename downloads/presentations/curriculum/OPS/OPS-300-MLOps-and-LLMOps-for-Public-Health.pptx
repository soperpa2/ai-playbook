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300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MLOps and LLMOps for Public Health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intermediate/practitioner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purpose of mlops and llmops for public health in public health AI work.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technical, operational, privacy, security, equity, and governance issues associated with the topic.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the topic to a real or realistic public health workflow, system, or implementation scenario.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 common failure modes that can affect safety, accuracy, trust, workflow fit, or sustainability.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practical guardrails that should be documented before implementation.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 AI operations plan that can support readiness assessment, governance review, procurement, implementation, or monitoring.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The expected artifact is a completed AI operations plan. It should be specific to a public health workflow and should…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Operations and Data Quality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ops-300-mlops-and-llmops-for-public-health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300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MLOps and LLMOps for Public Health matters because AI systems are embedded in public health programs, data systems, and decision processes rather…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topic affects whether AI outputs are accurate, explainable, safe, equitable, secure, and sustainable.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Agencies that ignore this area may create tools that work in a demonstration but fail in actual practice.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topic also affects accountability.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agencies must be able to explain how data are used, why a tool was approved, what evidence supports the workflow, who reviews outputs,…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300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10607040" cy="3474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8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MLOps refers to operational practices for managing machine learning models through their lifecycle. LLMOps applies similar…</a:t>
            </a:r>
            <a:endParaRPr lang="en-US" sz="1800" dirty="0"/>
          </a:p>
          <a:p>
            <a:r>
              <a:rPr lang="en-US" sz="18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versioning is the practice of tracking which version of a model, prompt, retrieval corpus, evaluation dataset, or…</a:t>
            </a:r>
            <a:endParaRPr lang="en-US" sz="1800" dirty="0"/>
          </a:p>
          <a:p>
            <a:r>
              <a:rPr lang="en-US" sz="18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Drift occurs when data patterns, user behavior, or model performance change over time. In public health, drift may occur because…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5257800"/>
            <a:ext cx="10607040" cy="685800"/>
          </a:xfrm>
          <a:prstGeom prst="roundRect">
            <a:avLst>
              <a:gd name="adj" fmla="val 10667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367528"/>
            <a:ext cx="103327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Facilitator note: Ask learners to translate each concept into a public health workflow example before moving to the exercise.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300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syndromic surveillance team may use an anomaly detection model to flag unusual emergency department visit patterns.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may perform well during testing, but performance can change when chief complaint text changes, new facilities join the feed, or…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MLOps plan would define monitoring indicators, evaluation frequency, responsible staff, retraining rules, and rollback procedures.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AI, predictive analytics, RAG, automation, and agentic workflows all depend on the controls described in this module.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controls should be scaled to the risk of the use case.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tool that drafts internal training text may require lighter review than a tool that updates case records, prioritizes outreach, or supports…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module should be applied during readiness assessment, procurement, implementation planning, pilot testing, and post-deployment monitoring.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300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AI management starts before deployment.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should define an intended use, baseline performance, evaluation datasets, release criteria, monitoring indicators, and an owner…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these elements, agencies may not know whether the deployed system is still behaving as approved.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LLMOps adds additional elements because generative systems depend on prompts, retrieval documents, context windows, model settings, safety…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change in any of these components can change outputs.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Agencies should track prompt templates, source document updates, model upgrades, and evaluation results.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300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treating the topic as a technical detail rather than a public health control.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staff do not connect technical decisions to authority, workflow, equity, privacy, security, and accountability, the agency…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Another risk is relying on vendor claims without agency-defined evidence.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Vendors may provide demonstrations, dashboards, or summary metrics that do not match the agency workflow or data environment.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guardrail is to require documentation, test results, acceptance criteria, and agency-controlled review.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300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AI operations plan for one real or realistic public health AI workflow.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artifact should describe the use case, affected users, data sources, system dependencies, risks, guardrails, review points, and unresolved…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exercise should produce a work product that could be used in a governance meeting, procurement review, implementation planning session,…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expected artifact is a completed AI operations plan. It should be specific to a public health workflow and should…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AI Risk Management Framework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Platform-specific MLOps and LLMOps documentation for approved agency tools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Generative AI Profile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 and Data Modernization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OWASP Top 10 for LLM Applications, when security or AI integrations are relevant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privacy, cybersecurity, data governance, procurement, and records management…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300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the best reason to address mlops and llmops for public health before deployment?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Which practice best supports responsible implementation?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Which statement best describes a common failure mode?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What should be included in the practical artifact for this module?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When should the issue be escalated for governance or leadership review?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300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OPS 300: MLOps and LLMOps for Public Health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