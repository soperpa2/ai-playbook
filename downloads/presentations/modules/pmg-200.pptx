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200 Business Analysis for AI-Enabled Public Health Systems
Business analysis translates public health needs into clear requirements, workflows, user stories, acceptance criteria, data needs, and implementation decisions. AI projects often fail when technical teams, vendors, and program staff do not share a precise understanding of the problem to be solved. This module gives informaticians and program leads a disciplined approach to defining AI-supported workflows before technology choices are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Program Management Role-Based Track
Appears in tracks: operations-data-quality
Business analysis translates public health needs into clear requirements, workflows, user stories, acceptance criteria, data needs, and implementation decisions. AI projects often fail when technical teams, vendors, and program staff do not share a precise understanding of the problem to be solved. This module gives informaticians and program leads a disciplined approach to defining AI-supported workflows before technology choices are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this tool to complete or strengthen the practical exercise for the module using fictional, de-identified, or generalized.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business analysis for ai-enabled public health systems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business analysis package that can support readiness assessment, governance review, procurement, implementation, or monitoring.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Business analysis translates public health needs into clear requirements, workflows, user stories, acceptance criteria, data needs, and implementation decisions. AI projects often fail when technical teams, vendors, and program staff do not share a precise understanding of the problem to be solved. This module gives informaticians and program leads a disciplined approach to defining AI-supported workflows before technology choices are finalized.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Business Analysis for AI-Enabled Public Health Systems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Business analysis clarifies the problem, workflow, users, requirements, constraints, and success criteria before technology decisions are made. AI projects often fail when teams start with a tool rather than a well-defined public health need.
A user story describes what a user needs to do and why. In AI work, user stories should include human review, data requirements, documentation, and limitations. A user story should not simply say that the user wants AI; it should describe the task the AI is supporting.
Acceptance criteria are testable conditions that determine whether a requirement has been met. For AI systems, acceptance criteria should include accuracy, workflow fit, usability, security, privacy, accessibility, and human oversight.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may want AI to help classify community complaints. A business analyst would clarify whether the real problem is high complaint volume, inconsistent routing, delayed response, lack of category definitions, or insufficient staffing. The resulting requirements may call for classification support with human review rather than fully automated complaint resolution.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Business analysis begins with problem definition. Teams should document the public health objective, the operational pain point, the affected users, the current workflow, the decision being supported, and the consequences of error. A vague goal such as “use AI to improve efficiency” is not sufficient for implementation.
Requirements should be grounded in workflow. Analysts should define current-state and future-state processes, data inputs, outputs, decision points, exception handling, reporting needs, and approval steps. This helps prevent tools from being procured without a clear implementation pathway.
AI business analysis also requires boundary setting. Teams should define intended uses, prohibited uses, users, data permissions, human review points, and escalation triggers. These boundaries should become requirements, training expectations, and governance criteria.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business analysis package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business analysis package. It should be specific to a public health workflow and should include technical dependencies, governance questions, human review expectations, monitoring indicators, and unresolved risks.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business analysis package. It should be specific to a public health workflow and should include technical dependencies, governance questions, human review expectations, monitoring indicators, and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business analysis for ai-enabled public health systems before deployment?
2. Which practice best supports responsible implementation?
3. Which statement best describes a common failure mode?
4. What should be included in the practical artifact for this module?
5. When should the issue be escalated for governance or leadership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Agency privacy, cybersecurity, data governance, procurement, and records management policies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Business Analysis for AI-Enabled Public Health Systems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Business analysis translates public health needs into clear requirements,.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projects often fail when technical teams, vendors, and program staff do.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gives informaticians and program leads a disciplined approach to.</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Program Management Role-Based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purpose of business analysis for ai-enabled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technical, operational, privacy, security, equity,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topic to a real or realistic public health workflow, system,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business analysis for ai-enabled public health systems in.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Identify the technical, operational, privacy,.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Recognize common failure modes that can affect.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practical guardrails that should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Produce a AI business analysis package that can support readiness.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 AI business analysis package that can support readiness assessment,.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Produce a AI business analysis package that can.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Business analysis translates public health needs into clear requirements,.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projects often fail when technical teams, vendors, and program staff do.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gives informaticians and program leads a disciplined approach to.</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Business analysis translates public health needs into clear requirements,.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Business analysis translates public health needs.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projects often fail when technical teams,.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module gives informaticians and program leads.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Business Analysis for AI-Enabled Public Health Systems matters because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topic affects whether AI outputs are accurate, explainable, safe,.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that ignore this area may create tools that work in a demonstration.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Business Analysis for AI-Enabled Public Health Systems matters because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Business Analysis for AI-Enabled Public Health.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topic also affects accountability.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health agencies must be able to explain how.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Business analysis clarifies the problem, workflow, users, requirements,.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projects often fail when teams start with a tool rather than 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user story describes what a user needs to do and why.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Business analysis clarifies the problem, workflow, users, requirements,.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Business analysis clarifies the problem,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 AI work, user stories should include human.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user story should not simply say that the user.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local health department may want AI to help classify community complaints.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business analyst would clarify whether the real problem is high complaint.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resulting requirements may call for classification support with human.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local health department may want AI to help classify community complaints.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business analyst would clarify whether the real.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resulting requirements may call for.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Business analysis begins with problem definition.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Teams should document the public health objective, the operational pain.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vague goal such as “use AI to improve efficiency” is not sufficient for.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Business analysis begins with problem definition.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Teams should document the public health objective,.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Requirements should be grounded in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Analysts should define current-state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treating the topic as a technical detail rather.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When staff do not connect technical decisions to authority,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Another risk is relying on vendor claims without agency-defined evidence.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treating the topic as a technical detail rather than 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predictive analytics, RAG, automation, and agentic workflows.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controls should be scaled to the risk of the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tool that drafts internal training text may require lighter review than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predictive analytics, RAG, automation, and agentic workflows all.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Where does this topic appear in one current or proposed AI workflow in your.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decisions, data sources, users, or partners would be affected if this.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governance reviewers need before approving the workflow?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does this topic appear in one current or proposed AI workflow in your.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Where does this topic appear in one current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decisions, data sources, users, or partners.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governance reviewers need.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safeguards should be required before pilot testing?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owns ongoing monitoring and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safeguards should be required before pilot testing?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safeguards should be required before pilot.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owns ongoing monitoring and review?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AI business analysis package for one real or realistic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artifact should describe the use case, affected users, data 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produce a work product that could be used in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AI business analysis package for one real or realistic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artifact should describe the use case,.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produce a work product that.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Learners should document assumptions and identify.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AI business analysis package.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should be specific to a public health workflow and should include.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AI business analysis package.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AI business.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AI business analysis package. It should.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AI business analysis package. It should be.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AI business.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best reason to address business analysis for ai-enabled.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responsible implementation?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statement best describes a common failure mode?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best reason to address business analysis for ai-enabled public.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best reason to address business.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AI Risk Management Framework:.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AI Risk Management Framework:.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OWASP Top 10 for LLM Applications, when security.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Agency privacy, cybersecurity, data governance,.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Analysis for AI-Enabled Public Health Systems</dc:title>
  <dc:subject>Business Analysis for AI-Enabled Public Health Systems learning module</dc:subject>
  <dc:creator>Paula Soper</dc:creator>
  <cp:lastModifiedBy>Paula Soper</cp:lastModifiedBy>
  <cp:revision>1</cp:revision>
  <dcterms:created xsi:type="dcterms:W3CDTF">2026-07-13T03:27:54Z</dcterms:created>
  <dcterms:modified xsi:type="dcterms:W3CDTF">2026-07-13T03:27:54Z</dcterms:modified>
</cp:coreProperties>
</file>