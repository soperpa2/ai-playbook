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Comment, Social Listening, and Community Feedback Analysis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public comment, social listening, and community feedback analysis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Public Comment, Social Listening, and Community Feedback Analysis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Communications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com-220-public-comment-social-listening-and-community-feedback-analysis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Comment, Social Listening, and Community Feedback Analysis matters because AI adoption changes how public health agencies make, document,…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ethical analysis of public comments, social listening data,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public comment, social listening, and community feedback analysis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Comment, Social Listening, and Community Feedback Analysis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public comment, social listening, and community feedback analysis has been…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 220: Public Comment, Social Listening, and Community Feedback Analysis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