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 300 Public Health AI Policy Landscape and Regulatory Readiness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Policy Role-Based Track
Appears in tracks: policy, governance-and-security, public-health-executive-leadership, program-management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3: Establish AI Governance - This lesson informs Play 3 by helping learners connect the lesson topic to establish ai governance work in the AI Playbook sequence.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8: Develop a Funding Strategy - This lesson informs Play 8 by helping learners connect the lesson topic to develop a funding strategy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16: Incident Response Checklist (Checklist) - Use this tool to complete or strengthen the practical exercise for the module using fictional, de-identified, or generalized.
Tool 17: Compliance Audit Checklist (Checklist) - Use this tool to complete or strengthen the practical exercise for the module using fictional, de-identified, or generalized.
Tool 18: Policy Update &amp; Version Control Log (Log) - Use this tool to complete or strengthen the practical exercise for the module using fictional, de-identified, or generalized.
Tool 19: Plain-Language AI Public Notice Template (Template) - Use this tool to complete or strengthen the practical exercise for the module using fictional, de-identified, or generalized.
Tool 32: Vendor Evaluation Checklist (Checklist) - Use this tool to complete or strengthen the practical exercise for the module using fictional, de-identified, or generalized.
Tool 34: STLT AI Procurement and Vendor Addendum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Identify categories of law, policy, standards, and guidance that may affect public health AI.
Explain why regulatory readiness requires monitoring, interpretation, documentation, and policy maintenance.
Distinguish between binding requirements, agency policy, professional guidance, standards, and best practices.
Create a policy scan process for AI-related developments.
Produce an AI regulatory readiness memo or policy update plan.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The public health AI policy landscape is evolving quickly across federal agencies, states, local governments, professional organizations, courts, standards bodies, and procurement offices. Public health agencies do not need to wait for every rule to be settled before acting responsibly, but they do need a process for monitoring policy changes and translating them into agency practice. Regulatory readiness means the agency can identify relevant requirements, update internal policies, and document compliance as AI uses change.
This module teaches policy and governance staff how to track AI policy developments, interpret their relevance to public health, and maintain internal AI policies that are adaptable. It focuses on readiness rather than legal advice. Learners examine how privacy, civil rights, procurement, public records, cybersecurity, accessibility, data governance, and administrative law may intersect with AI-supported public health work.
Policy readiness protects agencies from both inaction and unstructured adoption. It helps leaders make decisions while acknowledging uncertainty, documenting assumptions, and creating mechanisms to update policies as the external environment changes.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local health department is considering AI tools for translation, complaint triage, and case note summarization. A policy scan identifies privacy, public records, procurement, accessibility, cybersecurity, and civil rights considerations. The agency creates a readiness memo that distinguishes existing requirements from emerging guidance, recommends interim safeguards, and establishes a quarterly process to update AI policies as requirements evolve.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Policy readiness begins by identifying relevant domains rather than looking for a single AI law. Public health AI may be affected by health privacy rules, state confidentiality laws, public records requirements, procurement standards, accessibility laws, cybersecurity policies, civil rights obligations, data sharing agreements, records retention rules, and professional ethics. AI-specific policy should be layered onto this existing policy environment.
Agencies should distinguish between different levels of authority. A statute, regulation, contract clause, grant requirement, executive order, agency policy, professional guideline, and technical standard do not all carry the same legal weight. However, nonbinding guidance can still be important because it may reflect emerging expectations for responsible practice, risk management, transparency, documentation, or auditability.
A policy scan should be assigned to a responsible role or group. The scan should identify sources to monitor, frequency of review, criteria for relevance, and a process for escalating items that may affect agency policy or active AI use cases. The process should avoid overreacting to every news item while still ensuring that meaningful changes are not missed.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Regulatory readiness also requires change management. When policy requirements change, the agency may need to update SOPs, procurement language, risk tiers, training, documentation, vendor oversight, public transparency materials, or incident response procedures. A policy update is not complete until it has been translated into operational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Assuming there is no policy risk because there is no single AI statute.
Treating nonbinding guidance as irrelevant even when it reflects expected practice.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Failing to update internal policies after legal, procurement, privacy, or cybersecurity changes.
Allowing vendors to define compliance obligations without agency review.
Maintaining policies that are too vague to guide real decisions.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Assign responsibility for AI policy scanning and interpretation.
Distinguish binding requirements from guidance and best practices.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Maintain a crosswalk from external requirements to internal policies and procedures.
Update training, SOPs, and procurement language when policies change.
Document assumptions, decisions, and unresolved legal or policy questions.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public health AI policy scan and regulatory readiness memo. Identify relevant policy domains, sources to monitor, current agency policy gaps, likely operational implications, recommended interim safeguards, and a process for ongoing updates.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policy scan plan
Regulatory readiness memo
Policy-domain crosswalk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Recommended policy updates
Ongoing monitoring process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policy scan plan
Regulatory readiness memo
Policy-domain crosswalk
Recommended policy updates
Ongoing monitoring process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does regulatory readiness mean in this module?
2. Which statement is most accurate?
3. What is a policy scan?
4. What should happen after a policy change affects AI use?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POL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Public Health AI Policy Landscape and Regulatory Readiness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Policy Role-Based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8: Develop a Funding Strategy - This lesson informs Play 8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16: Incident Response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17: Compliance Audit Checklist (Checklist) - Use this tool to complete.</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18: Policy Update &amp; Version Control Log (Log)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19: Plain-Language AI Public Notice Template (Template) - Use this tool.</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Identify categories of law, policy, standards, and guidance that may affect.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why regulatory readiness requires monitoring,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between binding requirements, agency policy, professional.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categories of law, policy, standards, and guidance that may affect.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Explain why regulatory readiness requires.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between binding requirements,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Create a policy scan process for AI-related.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The public health AI policy landscape is evolving quickly across federal.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agencies do not need to wait for every rule to be settled.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means the agency can identify relevant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public health AI policy landscape is evolving quickly across federal.</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This module provides national-level training guidance for public health.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It is not legal advice and does not replace review by agency legal counsel,.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Requirements may vary by state, locality, territory, Tribe, agency, funding.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provides national-level training guidance for public health agencies.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local health department is considering AI tools for translation, complaint.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scan identifies privacy, public records, procurement,.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agency creates a readiness memo that distinguishes existing requirements.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local health department is considering AI tools for translation, complaint.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local health department is considering AI tools.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scan identifies privacy, public records,.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creates a readiness memo that.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Policy readiness begins by identifying relevant domains rather than looking.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AI may be affected by health privacy rules, state.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AI-specific policy should be layered onto this existing policy environment.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Policy readiness begins by identifying relevant domains rather than looking for.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Governance pathway</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A proposed AI use should move through documented review before it.</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Regulatory readiness also requires change management.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When policy requirements change, the agency may need to update SOPs,.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policy update is not complete until it has been translated into.</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Regulatory readiness also requires change management.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Regulatory readiness also requires change.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When policy requirements change, the agency may.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policy update is not complete until it has been.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Risks and failure modes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Assuming there is no policy risk because there is no single AI statute.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Treating nonbinding guidance as irrelevant even when it reflects expected.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Risks and failure modes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Assuming there is no policy risk because there 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Treating nonbinding guidance as irrelevant even.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Failing to update internal policies after legal, procurement, privacy, 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Allowing vendors to define compliance obligations without agency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Maintaining policies that are too vague to guide real decisions.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Failing to update internal policies after legal, procurement, privacy, or.</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Failing to update internal policies after legal,.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Allowing vendors to define compliance obligations.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Maintaining policies that are too vague to guide.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guardrails include the following: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Assign responsibility for AI policy scanning and interpretation.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binding requirements from guidance and best practices.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guardrails include the following:</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Assign responsibility for AI policy scanning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Distinguish binding requirements from guidance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Maintain a crosswalk from external requirements to internal policies and.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Update training, SOPs, and procurement language when policies change.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Document assumptions, decisions, and unresolved legal or policy questions.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Maintain a crosswalk from external requirements to internal policies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Maintain a crosswalk from external requirements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Update training, SOPs, and procurement language.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assumptions, decisions, and unresolved.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staff roles would need to understand or apply this concept before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Where does this topic appear in your agency,.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staff roles would need to understand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could go wrong if this topic is not addressed.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evidence would governance, leadership, or operations staff need before.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policy, data, equity, privacy, security, or workflow questions remain.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 need before.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evidence would governance, leadership,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policy, data, equity, privacy, security, 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 public health AI policy scan and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Identify relevant policy domains, sources to monitor, current agency policy.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public health AI policy scan and regulatory readiness memo.</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Create a public health AI policy scan and.</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relevant policy domains, sources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AI policy scan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Regulatory readiness memo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Policy-domain crosswalk</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Recommended policy updates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Ongoing monitoring process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policy updates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AI policy scan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Regulatory readiness memo</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Policy-domain crosswalk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AI policy scan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Recommended policy updates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Ongoing monitoring process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1. What does regulatory readiness mean in this module?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2. Which statement is most accurate?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3. What is a policy scan?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 What does regulatory readiness mean in this module?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1.</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does regulatory readiness mean in this module?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2.</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OWASP guidance for LLM application security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Agency policies for privacy, cybersecurity,.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Public Health AI Policy Landscape and Regulatory Readiness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Relevant public health program SOPs, data governance documentation,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Governance lens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 documentation, and.</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Relevant public health program SOPs, data.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document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Translate this concept into clear decision rights, review steps, documentation.</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Public Health AI Policy Landscape and Regulatory Readiness</dc:title>
  <dc:subject>Public Health AI Policy Landscape and Regulatory Readiness learning module</dc:subject>
  <dc:creator>Paula Soper</dc:creator>
  <cp:lastModifiedBy>Paula Soper</cp:lastModifiedBy>
  <cp:revision>1</cp:revision>
  <dcterms:created xsi:type="dcterms:W3CDTF">2026-07-13T03:02:48Z</dcterms:created>
  <dcterms:modified xsi:type="dcterms:W3CDTF">2026-07-13T03:02:48Z</dcterms:modified>
</cp:coreProperties>
</file>