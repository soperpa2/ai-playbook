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210 Requirements Writing for AI Procurement and Implementation
AI procurement requires stronger requirements than ordinary software purchasing because agencies must define not only features, but also data rights, validation, interoperability, security, privacy, monitoring, documentation, accessibility, and exit strategy. This module teaches learners how to write requirements that can be evaluated, tested, enforced, and monitored throughout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Program Management Role-Based Track
Appears in tracks: operations-data-quality
AI procurement requires stronger requirements than ordinary software purchasing because agencies must define not only features, but also data rights, validation, interoperability, security, privacy, monitoring, documentation, accessibility, and exit strategy. This module teaches learners how to write requirements that can be evaluated, tested, enforced, and monitored throughout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7: Prioritize Use Cases - This lesson informs Play 7 by helping learners connect the lesson topic to prioritize use cases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requirements writing for ai procurement and implementation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requirements matrix that can support readiness assessment, governance review, procurement, implementation, or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procurement requires stronger requirements than ordinary software purchasing because agencies must define not only features, but also data rights, validation, interoperability, security, privacy, monitoring, documentation, accessibility, and exit strategy. This module teaches learners how to write requirements that can be evaluated, tested, enforced, and monitored throughout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Requirements Writing for AI Procurement and Implementation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 requirement is a clear statement of what a system must do or how it must perform. AI requirements must cover functional capabilities, nonfunctional expectations, data handling, validation, transparency, monitoring, security, accessibility, interoperability, and support.
Functional requirements describe what the tool must do, such as summarize a case report, classify a complaint, or generate a draft message. Nonfunctional requirements describe how the tool must perform, such as uptime, response time, security, auditability, explainability, and accessibility.
Procurement requirements must be testable. If a requirement cannot be evaluated during proposal review, implementation, or acceptance testing, it is unlikely to protect the agency. Requirements should avoid vague claims such as “uses responsible AI” unless they are translated into evidence, controls, and deliverables.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state health agency procuring an AI-supported case triage tool should require interoperability with the surveillance system, role-based access, source traceability, validation results, subgroup performance reporting, audit logs, human review controls, incident reporting, documentation, and data deletion at contract end. These requirements make vendor claims testable and enforceable.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Strong AI requirements begin with intended use. The agency should state the specific workflow, users, data sources, outputs, and decisions the system may support. It should also state prohibited uses. This prevents scope creep and reduces the chance that a tool will be used for decisions it was not designed or approved to support.
Data requirements should specify allowed data sources, minimum necessary fields, terminology standards, data quality expectations, retention, ownership, reuse limits, and deletion requirements. If vendors will use agency data to improve models, that use should be explicitly approved or prohibited.
Acceptance and monitoring requirements should specify what evidence the vendor must provide before launch and throughout operations. This may include validation reports, test cases, model cards, change logs, uptime reports, incident reports, bias assessments, security documentation, and user training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requirements matrix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requirements matrix.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requirements matrix.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requirements writing for ai procurement and implementation before deployment?
2. Which practice best supports responsible implementation?
3. Which statement best describes a common failure mode?
4. What should be included in the practical artifact for this module?
5. When should the issue be escalated for governance or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ONC interoperability resources and agency procurement templates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Requirements Writing for AI Procurement and Implementation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procurement requires stronger requirements than ordinary software purchasing because agencies must define not only features, but also data.</a:t>
            </a:r>
            <a:endParaRPr lang="en-US" sz="1700" dirty="0"/>
          </a:p>
          <a:p>
            <a:r>
              <a:rPr lang="en-US" sz="1700" dirty="0">
                <a:solidFill>
                  <a:srgbClr val="17364A"/>
                </a:solidFill>
                <a:latin typeface="Aptos" pitchFamily="34" charset="0"/>
                <a:ea typeface="Aptos" pitchFamily="34" charset="-122"/>
                <a:cs typeface="Aptos" pitchFamily="34" charset="-120"/>
              </a:rPr>
              <a:t>This module teaches learners how to write requirements that can be evaluated, tested, enforced, and monitored throughout implementation.</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applied/foundational</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Program Management Role-Based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operations-data-quality</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 readiness assessment work.</a:t>
            </a:r>
            <a:endParaRPr lang="en-US" sz="1540" dirty="0"/>
          </a:p>
          <a:p>
            <a:r>
              <a:rPr lang="en-US" sz="154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 prioritize use cases work.</a:t>
            </a:r>
            <a:endParaRPr lang="en-US" sz="1540" dirty="0"/>
          </a:p>
          <a:p>
            <a:r>
              <a:rPr lang="en-US" sz="154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 establish ai governance.</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 the practical exercise for.</a:t>
            </a:r>
            <a:endParaRPr lang="en-US" sz="1460" dirty="0"/>
          </a:p>
          <a:p>
            <a:r>
              <a:rPr lang="en-US" sz="146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 Checklist to translate this.</a:t>
            </a:r>
            <a:endParaRPr lang="en-US" sz="1460" dirty="0"/>
          </a:p>
          <a:p>
            <a:r>
              <a:rPr lang="en-US" sz="146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 public health AI planning,.</a:t>
            </a:r>
            <a:endParaRPr lang="en-US" sz="1460" dirty="0"/>
          </a:p>
          <a:p>
            <a:r>
              <a:rPr lang="en-US" sz="1460" dirty="0">
                <a:solidFill>
                  <a:srgbClr val="17364A"/>
                </a:solidFill>
                <a:latin typeface="Aptos" pitchFamily="34" charset="0"/>
                <a:ea typeface="Aptos" pitchFamily="34" charset="-122"/>
                <a:cs typeface="Aptos" pitchFamily="34" charset="-120"/>
              </a:rPr>
              <a:t>Tool 9: Data Quality Assessment Checklist (Checklist) - Use this tool to complete or strengthen the practical exercise for the module.</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Explain the purpose of requirements writing for ai procurement and implementation in public health AI work.</a:t>
            </a:r>
            <a:endParaRPr lang="en-US" sz="1700" dirty="0"/>
          </a:p>
          <a:p>
            <a:r>
              <a:rPr lang="en-US" sz="17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 the topic.</a:t>
            </a:r>
            <a:endParaRPr lang="en-US" sz="1700" dirty="0"/>
          </a:p>
          <a:p>
            <a:r>
              <a:rPr lang="en-US" sz="17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1700" dirty="0"/>
          </a:p>
          <a:p>
            <a:r>
              <a:rPr lang="en-US" sz="1700" dirty="0">
                <a:solidFill>
                  <a:srgbClr val="17364A"/>
                </a:solidFill>
                <a:latin typeface="Aptos" pitchFamily="34" charset="0"/>
                <a:ea typeface="Aptos" pitchFamily="34" charset="-122"/>
                <a:cs typeface="Aptos" pitchFamily="34" charset="-120"/>
              </a:rPr>
              <a:t>Recognize common failure modes that can affect safety, accuracy, trust, workflow fit, or sustainability.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Explain the purpose of requirements writing for ai procurement and implementation in public health AI work.</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Produce a AI requirements matrix that can support readiness assessment, governance review, procurement, implementation, or.</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Produce a AI requirements matrix that can support readiness assessment, governance review, procurement, implementation, or.</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procurement requires stronger requirements than ordinary software purchasing because agencies must define not only.</a:t>
            </a:r>
            <a:endParaRPr lang="en-US" sz="1700" dirty="0"/>
          </a:p>
          <a:p>
            <a:r>
              <a:rPr lang="en-US" sz="1700" dirty="0">
                <a:solidFill>
                  <a:srgbClr val="17364A"/>
                </a:solidFill>
                <a:latin typeface="Aptos" pitchFamily="34" charset="0"/>
                <a:ea typeface="Aptos" pitchFamily="34" charset="-122"/>
                <a:cs typeface="Aptos" pitchFamily="34" charset="-120"/>
              </a:rPr>
              <a:t>This module teaches learners how to write requirements that can be evaluated, tested, enforced, and monitored throughout.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procurement requires stronger requirements than ordinary software purchasing because agencies must define not only.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700" dirty="0"/>
          </a:p>
          <a:p>
            <a:r>
              <a:rPr lang="en-US" sz="1700" dirty="0">
                <a:solidFill>
                  <a:srgbClr val="17364A"/>
                </a:solidFill>
                <a:latin typeface="Aptos" pitchFamily="34" charset="0"/>
                <a:ea typeface="Aptos" pitchFamily="34" charset="-122"/>
                <a:cs typeface="Aptos" pitchFamily="34" charset="-120"/>
              </a:rPr>
              <a:t>It is not legal advice and does not replace review by agency legal counsel, privacy officers, procurement officials, civil.</a:t>
            </a:r>
            <a:endParaRPr lang="en-US" sz="1700" dirty="0"/>
          </a:p>
          <a:p>
            <a:r>
              <a:rPr lang="en-US" sz="1700" dirty="0">
                <a:solidFill>
                  <a:srgbClr val="17364A"/>
                </a:solidFill>
                <a:latin typeface="Aptos" pitchFamily="34" charset="0"/>
                <a:ea typeface="Aptos" pitchFamily="34" charset="-122"/>
                <a:cs typeface="Aptos" pitchFamily="34" charset="-120"/>
              </a:rPr>
              <a:t>Requirements may vary by state, locality, territory, Tribe, agency, funding source, data-sharing agreement, emergency.</a:t>
            </a:r>
            <a:endParaRPr lang="en-US" sz="1700" dirty="0"/>
          </a:p>
          <a:p>
            <a:r>
              <a:rPr lang="en-US" sz="1700" dirty="0">
                <a:solidFill>
                  <a:srgbClr val="17364A"/>
                </a:solidFill>
                <a:latin typeface="Aptos" pitchFamily="34" charset="0"/>
                <a:ea typeface="Aptos" pitchFamily="34" charset="-122"/>
                <a:cs typeface="Aptos" pitchFamily="34" charset="-120"/>
              </a:rPr>
              <a:t>Learners should use this module to identify the issues that require review and should confirm applicable requirements.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Requirements Writing for AI Procurement and Implementation matters because AI systems are embedded in public health.</a:t>
            </a:r>
            <a:endParaRPr lang="en-US" sz="1700" dirty="0"/>
          </a:p>
          <a:p>
            <a:r>
              <a:rPr lang="en-US" sz="17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1700" dirty="0"/>
          </a:p>
          <a:p>
            <a:r>
              <a:rPr lang="en-US" sz="17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1700" dirty="0"/>
          </a:p>
          <a:p>
            <a:r>
              <a:rPr lang="en-US" sz="1700" dirty="0">
                <a:solidFill>
                  <a:srgbClr val="17364A"/>
                </a:solidFill>
                <a:latin typeface="Aptos" pitchFamily="34" charset="0"/>
                <a:ea typeface="Aptos" pitchFamily="34" charset="-122"/>
                <a:cs typeface="Aptos" pitchFamily="34" charset="-120"/>
              </a:rPr>
              <a:t>The topic also affects accountability.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Requirements Writing for AI Procurement and Implementation matters because AI systems are embedded in public health.</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requirement is a clear statement of what a system must do or how it must perform.</a:t>
            </a:r>
            <a:endParaRPr lang="en-US" sz="1700" dirty="0"/>
          </a:p>
          <a:p>
            <a:r>
              <a:rPr lang="en-US" sz="1700" dirty="0">
                <a:solidFill>
                  <a:srgbClr val="17364A"/>
                </a:solidFill>
                <a:latin typeface="Aptos" pitchFamily="34" charset="0"/>
                <a:ea typeface="Aptos" pitchFamily="34" charset="-122"/>
                <a:cs typeface="Aptos" pitchFamily="34" charset="-120"/>
              </a:rPr>
              <a:t>AI requirements must cover functional capabilities, nonfunctional expectations, data handling, validation, transparency,.</a:t>
            </a:r>
            <a:endParaRPr lang="en-US" sz="1700" dirty="0"/>
          </a:p>
          <a:p>
            <a:r>
              <a:rPr lang="en-US" sz="1700" dirty="0">
                <a:solidFill>
                  <a:srgbClr val="17364A"/>
                </a:solidFill>
                <a:latin typeface="Aptos" pitchFamily="34" charset="0"/>
                <a:ea typeface="Aptos" pitchFamily="34" charset="-122"/>
                <a:cs typeface="Aptos" pitchFamily="34" charset="-120"/>
              </a:rPr>
              <a:t>Functional requirements describe what the tool must do, such as summarize a case report, classify a complaint, or generate.</a:t>
            </a:r>
            <a:endParaRPr lang="en-US" sz="1700" dirty="0"/>
          </a:p>
          <a:p>
            <a:r>
              <a:rPr lang="en-US" sz="1700" dirty="0">
                <a:solidFill>
                  <a:srgbClr val="17364A"/>
                </a:solidFill>
                <a:latin typeface="Aptos" pitchFamily="34" charset="0"/>
                <a:ea typeface="Aptos" pitchFamily="34" charset="-122"/>
                <a:cs typeface="Aptos" pitchFamily="34" charset="-120"/>
              </a:rPr>
              <a:t>Nonfunctional requirements describe how the tool must perform, such as uptime, response time, security, auditability,.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requirement is a clear statement of what a system must do or how it must perform.</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state health agency procuring an AI-supported case triage tool should require interoperability with the surveillance.</a:t>
            </a:r>
            <a:endParaRPr lang="en-US" sz="1700" dirty="0"/>
          </a:p>
          <a:p>
            <a:r>
              <a:rPr lang="en-US" sz="1700" dirty="0">
                <a:solidFill>
                  <a:srgbClr val="17364A"/>
                </a:solidFill>
                <a:latin typeface="Aptos" pitchFamily="34" charset="0"/>
                <a:ea typeface="Aptos" pitchFamily="34" charset="-122"/>
                <a:cs typeface="Aptos" pitchFamily="34" charset="-120"/>
              </a:rPr>
              <a:t>These requirements make vendor claims testable and enforceable.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state health agency procuring an AI-supported case triage tool should require interoperability with the surveillance.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Strong AI requirements begin with intended use.</a:t>
            </a:r>
            <a:endParaRPr lang="en-US" sz="1700" dirty="0"/>
          </a:p>
          <a:p>
            <a:r>
              <a:rPr lang="en-US" sz="1700" dirty="0">
                <a:solidFill>
                  <a:srgbClr val="17364A"/>
                </a:solidFill>
                <a:latin typeface="Aptos" pitchFamily="34" charset="0"/>
                <a:ea typeface="Aptos" pitchFamily="34" charset="-122"/>
                <a:cs typeface="Aptos" pitchFamily="34" charset="-120"/>
              </a:rPr>
              <a:t>The agency should state the specific workflow, users, data sources, outputs, and decisions the system may support.</a:t>
            </a:r>
            <a:endParaRPr lang="en-US" sz="1700" dirty="0"/>
          </a:p>
          <a:p>
            <a:r>
              <a:rPr lang="en-US" sz="1700" dirty="0">
                <a:solidFill>
                  <a:srgbClr val="17364A"/>
                </a:solidFill>
                <a:latin typeface="Aptos" pitchFamily="34" charset="0"/>
                <a:ea typeface="Aptos" pitchFamily="34" charset="-122"/>
                <a:cs typeface="Aptos" pitchFamily="34" charset="-120"/>
              </a:rPr>
              <a:t>It should also state prohibited uses.</a:t>
            </a:r>
            <a:endParaRPr lang="en-US" sz="1700" dirty="0"/>
          </a:p>
          <a:p>
            <a:r>
              <a:rPr lang="en-US" sz="1700" dirty="0">
                <a:solidFill>
                  <a:srgbClr val="17364A"/>
                </a:solidFill>
                <a:latin typeface="Aptos" pitchFamily="34" charset="0"/>
                <a:ea typeface="Aptos" pitchFamily="34" charset="-122"/>
                <a:cs typeface="Aptos" pitchFamily="34" charset="-120"/>
              </a:rPr>
              <a:t>This prevents scope creep and reduces the chance that a tool will be used for decisions it was not designed or approved to.</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Strong AI requirements begin with intended use.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700" dirty="0"/>
          </a:p>
          <a:p>
            <a:r>
              <a:rPr lang="en-US" sz="17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 accountability, the.</a:t>
            </a:r>
            <a:endParaRPr lang="en-US" sz="1700" dirty="0"/>
          </a:p>
          <a:p>
            <a:r>
              <a:rPr lang="en-US" sz="17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1700" dirty="0"/>
          </a:p>
          <a:p>
            <a:r>
              <a:rPr lang="en-US" sz="1700" dirty="0">
                <a:solidFill>
                  <a:srgbClr val="17364A"/>
                </a:solidFill>
                <a:latin typeface="Aptos" pitchFamily="34" charset="0"/>
                <a:ea typeface="Aptos" pitchFamily="34" charset="-122"/>
                <a:cs typeface="Aptos" pitchFamily="34" charset="-120"/>
              </a:rPr>
              <a:t>Vendors may provide demonstrations, dashboards, or summary metrics that do not match the agency workflow or data environment.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 described in this.</a:t>
            </a:r>
            <a:endParaRPr lang="en-US" sz="1700" dirty="0"/>
          </a:p>
          <a:p>
            <a:r>
              <a:rPr lang="en-US" sz="1700" dirty="0">
                <a:solidFill>
                  <a:srgbClr val="17364A"/>
                </a:solidFill>
                <a:latin typeface="Aptos" pitchFamily="34" charset="0"/>
                <a:ea typeface="Aptos" pitchFamily="34" charset="-122"/>
                <a:cs typeface="Aptos" pitchFamily="34" charset="-120"/>
              </a:rPr>
              <a:t>The controls should be scaled to the risk of the use case.</a:t>
            </a:r>
            <a:endParaRPr lang="en-US" sz="1700" dirty="0"/>
          </a:p>
          <a:p>
            <a:r>
              <a:rPr lang="en-US" sz="17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 records, prioritizes.</a:t>
            </a:r>
            <a:endParaRPr lang="en-US" sz="1700" dirty="0"/>
          </a:p>
          <a:p>
            <a:r>
              <a:rPr lang="en-US" sz="1700" dirty="0">
                <a:solidFill>
                  <a:srgbClr val="17364A"/>
                </a:solidFill>
                <a:latin typeface="Aptos" pitchFamily="34" charset="0"/>
                <a:ea typeface="Aptos" pitchFamily="34" charset="-122"/>
                <a:cs typeface="Aptos" pitchFamily="34" charset="-120"/>
              </a:rPr>
              <a:t>The module should be applied during readiness assessment, procurement, implementation planning, pilot testing, and.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 described in this.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700" dirty="0"/>
          </a:p>
          <a:p>
            <a:r>
              <a:rPr lang="en-US" sz="17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1700" dirty="0"/>
          </a:p>
          <a:p>
            <a:r>
              <a:rPr lang="en-US" sz="17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Which safeguards should be required before pilot testing?</a:t>
            </a:r>
            <a:endParaRPr lang="en-US" sz="1700" dirty="0"/>
          </a:p>
          <a:p>
            <a:r>
              <a:rPr lang="en-US" sz="1700" dirty="0">
                <a:solidFill>
                  <a:srgbClr val="17364A"/>
                </a:solidFill>
                <a:latin typeface="Aptos" pitchFamily="34" charset="0"/>
                <a:ea typeface="Aptos" pitchFamily="34" charset="-122"/>
                <a:cs typeface="Aptos" pitchFamily="34" charset="-120"/>
              </a:rPr>
              <a:t>Who owns ongoing monitoring and review?</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Which safeguards should be required before pilot testing?</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 AI requirements matrix for one real or realistic public health AI workflow.</a:t>
            </a:r>
            <a:endParaRPr lang="en-US" sz="1700" dirty="0"/>
          </a:p>
          <a:p>
            <a:r>
              <a:rPr lang="en-US" sz="17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 guardrails, review.</a:t>
            </a:r>
            <a:endParaRPr lang="en-US" sz="1700" dirty="0"/>
          </a:p>
          <a:p>
            <a:r>
              <a:rPr lang="en-US" sz="17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 review, implementation.</a:t>
            </a:r>
            <a:endParaRPr lang="en-US" sz="1700" dirty="0"/>
          </a:p>
          <a:p>
            <a:r>
              <a:rPr lang="en-US" sz="1700" dirty="0">
                <a:solidFill>
                  <a:srgbClr val="17364A"/>
                </a:solidFill>
                <a:latin typeface="Aptos" pitchFamily="34" charset="0"/>
                <a:ea typeface="Aptos" pitchFamily="34" charset="-122"/>
                <a:cs typeface="Aptos" pitchFamily="34" charset="-120"/>
              </a:rPr>
              <a:t>Learners should document assumptions and identify which staff or partners need to be consulted.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 AI requirements matrix for one real or realistic public health AI workflow.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The expected artifact is a completed AI requirements matrix.</a:t>
            </a:r>
            <a:endParaRPr lang="en-US" sz="1700" dirty="0"/>
          </a:p>
          <a:p>
            <a:r>
              <a:rPr lang="en-US" sz="17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 questions, human.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expected artifact is a completed AI requirements matrix.</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The expected artifact is a completed AI requirements matrix. It should be specific to a public health workflow and should.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expected artifact is a completed AI requirements matrix. It should be specific to a public health workflow and should.</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the best reason to address requirements writing for ai procurement and implementation before deployment?</a:t>
            </a:r>
            <a:endParaRPr lang="en-US" sz="1700" dirty="0"/>
          </a:p>
          <a:p>
            <a:r>
              <a:rPr lang="en-US" sz="1700" dirty="0">
                <a:solidFill>
                  <a:srgbClr val="17364A"/>
                </a:solidFill>
                <a:latin typeface="Aptos" pitchFamily="34" charset="0"/>
                <a:ea typeface="Aptos" pitchFamily="34" charset="-122"/>
                <a:cs typeface="Aptos" pitchFamily="34" charset="-120"/>
              </a:rPr>
              <a:t>2. Which practice best supports responsible implementation?</a:t>
            </a:r>
            <a:endParaRPr lang="en-US" sz="1700" dirty="0"/>
          </a:p>
          <a:p>
            <a:r>
              <a:rPr lang="en-US" sz="1700" dirty="0">
                <a:solidFill>
                  <a:srgbClr val="17364A"/>
                </a:solidFill>
                <a:latin typeface="Aptos" pitchFamily="34" charset="0"/>
                <a:ea typeface="Aptos" pitchFamily="34" charset="-122"/>
                <a:cs typeface="Aptos" pitchFamily="34" charset="-120"/>
              </a:rPr>
              <a:t>3. Which statement best describes a common failure mode?</a:t>
            </a:r>
            <a:endParaRPr lang="en-US" sz="1700" dirty="0"/>
          </a:p>
          <a:p>
            <a:r>
              <a:rPr lang="en-US" sz="1700" dirty="0">
                <a:solidFill>
                  <a:srgbClr val="17364A"/>
                </a:solidFill>
                <a:latin typeface="Aptos" pitchFamily="34" charset="0"/>
                <a:ea typeface="Aptos" pitchFamily="34" charset="-122"/>
                <a:cs typeface="Aptos" pitchFamily="34" charset="-120"/>
              </a:rPr>
              <a:t>4. What should be included in the practical artifact for this module?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the best reason to address requirements writing for ai procurement and implementation before deployment?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700" dirty="0"/>
          </a:p>
          <a:p>
            <a:r>
              <a:rPr lang="en-US" sz="1700" dirty="0">
                <a:solidFill>
                  <a:srgbClr val="17364A"/>
                </a:solidFill>
                <a:latin typeface="Aptos" pitchFamily="34" charset="0"/>
                <a:ea typeface="Aptos" pitchFamily="34" charset="-122"/>
                <a:cs typeface="Aptos" pitchFamily="34" charset="-120"/>
              </a:rPr>
              <a:t>ONC interoperability resources and agency procurement templates</a:t>
            </a:r>
            <a:endParaRPr lang="en-US" sz="1700" dirty="0"/>
          </a:p>
          <a:p>
            <a:r>
              <a:rPr lang="en-US" sz="1700" dirty="0">
                <a:solidFill>
                  <a:srgbClr val="17364A"/>
                </a:solidFill>
                <a:latin typeface="Aptos" pitchFamily="34" charset="0"/>
                <a:ea typeface="Aptos" pitchFamily="34" charset="-122"/>
                <a:cs typeface="Aptos" pitchFamily="34" charset="-120"/>
              </a:rPr>
              <a:t>NIST Generative AI Profile:.</a:t>
            </a:r>
            <a:endParaRPr lang="en-US" sz="1700" dirty="0"/>
          </a:p>
          <a:p>
            <a:r>
              <a:rPr lang="en-US" sz="17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Requirements Writing for AI Procurement and Implementation</dc:title>
  <dc:subject>Requirements Writing for AI Procurement and Implementation learning module</dc:subject>
  <dc:creator>Paula Soper</dc:creator>
  <cp:lastModifiedBy>Paula Soper</cp:lastModifiedBy>
  <cp:revision>1</cp:revision>
  <dcterms:created xsi:type="dcterms:W3CDTF">2026-07-12T18:54:58Z</dcterms:created>
  <dcterms:modified xsi:type="dcterms:W3CDTF">2026-07-12T18:54:58Z</dcterms:modified>
</cp:coreProperties>
</file>