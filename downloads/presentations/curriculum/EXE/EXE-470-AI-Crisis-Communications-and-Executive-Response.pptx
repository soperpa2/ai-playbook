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Crisis Communications and Executive Response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crisis communications and executive response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Crisis Communications and Executive Response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exe-470-ai-crisis-communications-and-executive-response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Crisis Communications and Executive Response matters because AI adoption changes how public health agencies make, document, communicate,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executive response to AI incidents, media scrutiny, public concern,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crisis communications and executive response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Crisis Communications and Executive Response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crisis communications and executive response has been applied…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470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470: AI Crisis Communications and Executive Response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