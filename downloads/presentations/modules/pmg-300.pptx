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PMG 300 AI Vendor Implementation Management
This module focuses on managing vendor delivery, configuration, testing, issue resolution, acceptance, and transition to operations.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Program Management Role-Based Track
Appears in tracks: program-management, governance-security, technical-architecture
This module focuses on managing vendor delivery, configuration, testing, issue resolution, acceptance, and transition to operations.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 AI Vision &amp; Principles Workshop (Workshop) - Use AI Vision &amp; Principles Workshop to translate this lesson into a documented public health AI planning, governance,.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ai vendor implementation management in public health AI.
Identify the roles, decisions, risks, and documentation needed for the topic.
Apply the topic to a real or realistic public health workflow or decision.
Recognize equity, privacy, security, legal, operational, and public trust implications.
Produce a practical artifact that supports readiness, governance, implementation, monitoring, or accountability.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focuses on managing vendor delivery, configuration, testing, issue resolution, acceptance, and transition to operations.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Decision right: The authority to approve, deny, modify, pause, or escalate an AI use case or operational decision.
Evidence artifact: A document, log, checklist, test result, approval record, or review note that demonstrates responsible AI practice.
Escalation pathway: A defined route for raising concerns to the appropriate reviewer or decision-maker.
Accountability owner: The person or role responsible for ensuring that an AI use case is governed, monitored, and corrected when needed.
Operational safeguard: A procedure, control, or review step that reduces risk during day-to-day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Vendor Implementation Management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is preparing to use AI in a workflow related to managing vendor delivery, configuration, testing, issue resolution, acceptance, and transition to operations.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This topic applies across generative AI, predictive analytics, NLP, RAG, automation, and agentic workflows. The more sensitive the data, the more consequential the output, or the more automated the action, the stronger the documentation, review, and monitoring expectations should 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decision or workflow does this topic affect?
Who has authority to approve or pause the work?
What evidence would show that the workflow is responsible and effective?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equity, privacy, legal, security, or public trust risks require review?
How will the agency know when the workflow needs to be revised?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practical ai vendor implementation management artifact for one AI-supported public health use case. The artifact should define the use case, affected roles, review criteria, safeguards, documentation expectations, escalation triggers, monitoring indicators, and next review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Vendor Implementation Management artifact
Role and responsibility table
Risk and safeguard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monitoring plan
Approval or review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Vendor Implementation Management artifact
Role and responsibility table
Risk and safeguard summary
Escalation and monitoring plan
Approval or review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evidence that ai vendor implementation management has been applied responsibly?
2. What is the best reason to assign an accountability owner?
3. When should an AI-supported workflow be escalated for review?
4. Which practice best supports public accountability?
5. What should happen when data sources, policy, vendor configuration, or workflow use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PMG 300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Vendor Implementation Management</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focuses on managing vendor delivery, configuration, testing, issue resolution, acceptance, and.</a:t>
            </a:r>
            <a:endParaRPr lang="en-US" sz="2100" dirty="0"/>
          </a:p>
          <a:p>
            <a:r>
              <a:rPr lang="en-US" sz="2100" dirty="0">
                <a:solidFill>
                  <a:srgbClr val="17364A"/>
                </a:solidFill>
                <a:latin typeface="Aptos" pitchFamily="34" charset="0"/>
                <a:ea typeface="Aptos" pitchFamily="34" charset="-122"/>
                <a:cs typeface="Aptos" pitchFamily="34" charset="-120"/>
              </a:rPr>
              <a:t>It is designed for public health staff who must translate responsible AI principles into repeatable decisions,.</a:t>
            </a:r>
            <a:endParaRPr lang="en-US" sz="2100" dirty="0"/>
          </a:p>
          <a:p>
            <a:r>
              <a:rPr lang="en-US" sz="2100" dirty="0">
                <a:solidFill>
                  <a:srgbClr val="17364A"/>
                </a:solidFill>
                <a:latin typeface="Aptos" pitchFamily="34" charset="0"/>
                <a:ea typeface="Aptos" pitchFamily="34" charset="-122"/>
                <a:cs typeface="Aptos" pitchFamily="34" charset="-120"/>
              </a:rPr>
              <a:t>The module helps learners move beyond general awareness by producing a practical artifact that can be used in.</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intermediate/practitioner</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Program Management Role-Based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program-management, governance-security, technical-architecture</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Text 13"/>
          <p:cNvSpPr/>
          <p:nvPr/>
        </p:nvSpPr>
        <p:spPr>
          <a:xfrm>
            <a:off x="8695944"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8" name="Text 16"/>
          <p:cNvSpPr/>
          <p:nvPr/>
        </p:nvSpPr>
        <p:spPr>
          <a:xfrm>
            <a:off x="9985248"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1: AI Vision &amp; Principles Workshop (Workshop) - Use AI Vision &amp; Principles Workshop to translate this.</a:t>
            </a:r>
            <a:endParaRPr lang="en-US" sz="1850" dirty="0"/>
          </a:p>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the purpose of ai vendor implementation management in public health AI.</a:t>
            </a:r>
            <a:endParaRPr lang="en-US" sz="2100" dirty="0"/>
          </a:p>
          <a:p>
            <a:r>
              <a:rPr lang="en-US" sz="2100" dirty="0">
                <a:solidFill>
                  <a:srgbClr val="17364A"/>
                </a:solidFill>
                <a:latin typeface="Aptos" pitchFamily="34" charset="0"/>
                <a:ea typeface="Aptos" pitchFamily="34" charset="-122"/>
                <a:cs typeface="Aptos" pitchFamily="34" charset="-120"/>
              </a:rPr>
              <a:t>Identify the roles, decisions, risks, and documentation needed for the topic.</a:t>
            </a:r>
            <a:endParaRPr lang="en-US" sz="2100" dirty="0"/>
          </a:p>
          <a:p>
            <a:r>
              <a:rPr lang="en-US" sz="2100" dirty="0">
                <a:solidFill>
                  <a:srgbClr val="17364A"/>
                </a:solidFill>
                <a:latin typeface="Aptos" pitchFamily="34" charset="0"/>
                <a:ea typeface="Aptos" pitchFamily="34" charset="-122"/>
                <a:cs typeface="Aptos" pitchFamily="34" charset="-120"/>
              </a:rPr>
              <a:t>Apply the topic to a real or realistic public health workflow or decision.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the purpose of ai vendor implementation management in public health AI.</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focuses on managing vendor delivery, configuration, testing, issue resolution, acceptance,.</a:t>
            </a:r>
            <a:endParaRPr lang="en-US" sz="2100" dirty="0"/>
          </a:p>
          <a:p>
            <a:r>
              <a:rPr lang="en-US" sz="2100" dirty="0">
                <a:solidFill>
                  <a:srgbClr val="17364A"/>
                </a:solidFill>
                <a:latin typeface="Aptos" pitchFamily="34" charset="0"/>
                <a:ea typeface="Aptos" pitchFamily="34" charset="-122"/>
                <a:cs typeface="Aptos" pitchFamily="34" charset="-120"/>
              </a:rPr>
              <a:t>It is designed for public health staff who must translate responsible AI principles into repeatable.</a:t>
            </a:r>
            <a:endParaRPr lang="en-US" sz="2100" dirty="0"/>
          </a:p>
          <a:p>
            <a:r>
              <a:rPr lang="en-US" sz="2100" dirty="0">
                <a:solidFill>
                  <a:srgbClr val="17364A"/>
                </a:solidFill>
                <a:latin typeface="Aptos" pitchFamily="34" charset="0"/>
                <a:ea typeface="Aptos" pitchFamily="34" charset="-122"/>
                <a:cs typeface="Aptos" pitchFamily="34" charset="-120"/>
              </a:rPr>
              <a:t>The module helps learners move beyond general awareness by producing a practical artifact that can be.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focuses on managing vendor delivery, configuration, testing, issue resolution, acceptance,.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Decision right: The authority to approve, deny, modify, pause, or escalate an AI use case or.</a:t>
            </a:r>
            <a:endParaRPr lang="en-US" sz="2100" dirty="0"/>
          </a:p>
          <a:p>
            <a:r>
              <a:rPr lang="en-US" sz="2100" dirty="0">
                <a:solidFill>
                  <a:srgbClr val="17364A"/>
                </a:solidFill>
                <a:latin typeface="Aptos" pitchFamily="34" charset="0"/>
                <a:ea typeface="Aptos" pitchFamily="34" charset="-122"/>
                <a:cs typeface="Aptos" pitchFamily="34" charset="-120"/>
              </a:rPr>
              <a:t>Evidence artifact: A document, log, checklist, test result, approval record, or review note that.</a:t>
            </a:r>
            <a:endParaRPr lang="en-US" sz="2100" dirty="0"/>
          </a:p>
          <a:p>
            <a:r>
              <a:rPr lang="en-US" sz="2100" dirty="0">
                <a:solidFill>
                  <a:srgbClr val="17364A"/>
                </a:solidFill>
                <a:latin typeface="Aptos" pitchFamily="34" charset="0"/>
                <a:ea typeface="Aptos" pitchFamily="34" charset="-122"/>
                <a:cs typeface="Aptos" pitchFamily="34" charset="-120"/>
              </a:rPr>
              <a:t>Escalation pathway: A defined route for raising concerns to the appropriate reviewer or decision-maker.</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Decision right: The authority to approve, deny, modify, pause, or escalate an AI use case or.</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2100" dirty="0"/>
          </a:p>
          <a:p>
            <a:r>
              <a:rPr lang="en-US" sz="2100" dirty="0">
                <a:solidFill>
                  <a:srgbClr val="17364A"/>
                </a:solidFill>
                <a:latin typeface="Aptos" pitchFamily="34" charset="0"/>
                <a:ea typeface="Aptos" pitchFamily="34" charset="-122"/>
                <a:cs typeface="Aptos" pitchFamily="34" charset="-120"/>
              </a:rPr>
              <a:t>It is not legal advice and does not replace review by agency legal counsel, privacy officers,.</a:t>
            </a:r>
            <a:endParaRPr lang="en-US" sz="2100" dirty="0"/>
          </a:p>
          <a:p>
            <a:r>
              <a:rPr lang="en-US" sz="2100" dirty="0">
                <a:solidFill>
                  <a:srgbClr val="17364A"/>
                </a:solidFill>
                <a:latin typeface="Aptos" pitchFamily="34" charset="0"/>
                <a:ea typeface="Aptos" pitchFamily="34" charset="-122"/>
                <a:cs typeface="Aptos" pitchFamily="34" charset="-120"/>
              </a:rPr>
              <a:t>Requirements may vary by state, locality, territory, Tribe, agency, funding source, data-sharing.</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Vendor Implementation Management matters because AI adoption changes how public health agencies.</a:t>
            </a:r>
            <a:endParaRPr lang="en-US" sz="2100" dirty="0"/>
          </a:p>
          <a:p>
            <a:r>
              <a:rPr lang="en-US" sz="2100" dirty="0">
                <a:solidFill>
                  <a:srgbClr val="17364A"/>
                </a:solidFill>
                <a:latin typeface="Aptos" pitchFamily="34" charset="0"/>
                <a:ea typeface="Aptos" pitchFamily="34" charset="-122"/>
                <a:cs typeface="Aptos" pitchFamily="34" charset="-120"/>
              </a:rPr>
              <a:t>Without a structured approach, staff may rely on informal practices, vendor assurances, or one-time.</a:t>
            </a:r>
            <a:endParaRPr lang="en-US" sz="2100" dirty="0"/>
          </a:p>
          <a:p>
            <a:r>
              <a:rPr lang="en-US" sz="2100" dirty="0">
                <a:solidFill>
                  <a:srgbClr val="17364A"/>
                </a:solidFill>
                <a:latin typeface="Aptos" pitchFamily="34" charset="0"/>
                <a:ea typeface="Aptos" pitchFamily="34" charset="-122"/>
                <a:cs typeface="Aptos" pitchFamily="34" charset="-120"/>
              </a:rPr>
              <a:t>Public health agencies operate under legal authorities, public accountability, resource constraints,.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Vendor Implementation Management matters because AI adoption changes how public health agencies.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public health agency is preparing to use AI in a workflow related to managing vendor delivery,.</a:t>
            </a:r>
            <a:endParaRPr lang="en-US" sz="2100" dirty="0"/>
          </a:p>
          <a:p>
            <a:r>
              <a:rPr lang="en-US" sz="2100" dirty="0">
                <a:solidFill>
                  <a:srgbClr val="17364A"/>
                </a:solidFill>
                <a:latin typeface="Aptos" pitchFamily="34" charset="0"/>
                <a:ea typeface="Aptos" pitchFamily="34" charset="-122"/>
                <a:cs typeface="Aptos" pitchFamily="34" charset="-120"/>
              </a:rPr>
              <a:t>The project team initially treats the tool as a helpful efficiency aid, but governance reviewers.</a:t>
            </a:r>
            <a:endParaRPr lang="en-US" sz="2100" dirty="0"/>
          </a:p>
          <a:p>
            <a:r>
              <a:rPr lang="en-US" sz="2100" dirty="0">
                <a:solidFill>
                  <a:srgbClr val="17364A"/>
                </a:solidFill>
                <a:latin typeface="Aptos" pitchFamily="34" charset="0"/>
                <a:ea typeface="Aptos" pitchFamily="34" charset="-122"/>
                <a:cs typeface="Aptos" pitchFamily="34" charset="-120"/>
              </a:rPr>
              <a:t>The agency responds by creating a clear artifact that defines intended use, prohibited use, responsible.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public health agency is preparing to use AI in a workflow related to managing vendor delivery,.</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2100" dirty="0"/>
          </a:p>
          <a:p>
            <a:r>
              <a:rPr lang="en-US" sz="2100" dirty="0">
                <a:solidFill>
                  <a:srgbClr val="17364A"/>
                </a:solidFill>
                <a:latin typeface="Aptos" pitchFamily="34" charset="0"/>
                <a:ea typeface="Aptos" pitchFamily="34" charset="-122"/>
                <a:cs typeface="Aptos" pitchFamily="34" charset="-120"/>
              </a:rPr>
              <a:t>Staff should identify who is affected, what data are used, what AI output is produced, who reviews the.</a:t>
            </a:r>
            <a:endParaRPr lang="en-US" sz="2100" dirty="0"/>
          </a:p>
          <a:p>
            <a:r>
              <a:rPr lang="en-US" sz="2100" dirty="0">
                <a:solidFill>
                  <a:srgbClr val="17364A"/>
                </a:solidFill>
                <a:latin typeface="Aptos" pitchFamily="34" charset="0"/>
                <a:ea typeface="Aptos" pitchFamily="34" charset="-122"/>
                <a:cs typeface="Aptos" pitchFamily="34" charset="-120"/>
              </a:rPr>
              <a:t>This prevents the module from becoming abstract and anchors the work in public health practice.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2100" dirty="0"/>
          </a:p>
          <a:p>
            <a:r>
              <a:rPr lang="en-US" sz="2100" dirty="0">
                <a:solidFill>
                  <a:srgbClr val="17364A"/>
                </a:solidFill>
                <a:latin typeface="Aptos" pitchFamily="34" charset="0"/>
                <a:ea typeface="Aptos" pitchFamily="34" charset="-122"/>
                <a:cs typeface="Aptos" pitchFamily="34" charset="-120"/>
              </a:rPr>
              <a:t>AI risks can change when data sources, models, vendors, policies, users, or public expectations change.</a:t>
            </a:r>
            <a:endParaRPr lang="en-US" sz="2100" dirty="0"/>
          </a:p>
          <a:p>
            <a:r>
              <a:rPr lang="en-US" sz="2100" dirty="0">
                <a:solidFill>
                  <a:srgbClr val="17364A"/>
                </a:solidFill>
                <a:latin typeface="Aptos" pitchFamily="34" charset="0"/>
                <a:ea typeface="Aptos" pitchFamily="34" charset="-122"/>
                <a:cs typeface="Aptos" pitchFamily="34" charset="-120"/>
              </a:rPr>
              <a:t>A guardrail is to define review intervals and change triggers.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topic applies across generative AI, predictive analytics, NLP, RAG, automation, and agentic.</a:t>
            </a:r>
            <a:endParaRPr lang="en-US" sz="2100" dirty="0"/>
          </a:p>
          <a:p>
            <a:r>
              <a:rPr lang="en-US" sz="2100" dirty="0">
                <a:solidFill>
                  <a:srgbClr val="17364A"/>
                </a:solidFill>
                <a:latin typeface="Aptos" pitchFamily="34" charset="0"/>
                <a:ea typeface="Aptos" pitchFamily="34" charset="-122"/>
                <a:cs typeface="Aptos" pitchFamily="34" charset="-120"/>
              </a:rPr>
              <a:t>The more sensitive the data, the more consequential the output, or the more automated the action, the.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topic applies across generative AI, predictive analytics, NLP, RAG, automation, and agentic.</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public health decision or workflow does this topic affect?</a:t>
            </a:r>
            <a:endParaRPr lang="en-US" sz="2100" dirty="0"/>
          </a:p>
          <a:p>
            <a:r>
              <a:rPr lang="en-US" sz="2100" dirty="0">
                <a:solidFill>
                  <a:srgbClr val="17364A"/>
                </a:solidFill>
                <a:latin typeface="Aptos" pitchFamily="34" charset="0"/>
                <a:ea typeface="Aptos" pitchFamily="34" charset="-122"/>
                <a:cs typeface="Aptos" pitchFamily="34" charset="-120"/>
              </a:rPr>
              <a:t>Who has authority to approve or pause the work?</a:t>
            </a:r>
            <a:endParaRPr lang="en-US" sz="2100" dirty="0"/>
          </a:p>
          <a:p>
            <a:r>
              <a:rPr lang="en-US" sz="2100" dirty="0">
                <a:solidFill>
                  <a:srgbClr val="17364A"/>
                </a:solidFill>
                <a:latin typeface="Aptos" pitchFamily="34" charset="0"/>
                <a:ea typeface="Aptos" pitchFamily="34" charset="-122"/>
                <a:cs typeface="Aptos" pitchFamily="34" charset="-120"/>
              </a:rPr>
              <a:t>What evidence would show that the workflow is responsible and effective?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public health decision or workflow does this topic affect?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2100" dirty="0"/>
          </a:p>
          <a:p>
            <a:r>
              <a:rPr lang="en-US" sz="2100" dirty="0">
                <a:solidFill>
                  <a:srgbClr val="17364A"/>
                </a:solidFill>
                <a:latin typeface="Aptos" pitchFamily="34" charset="0"/>
                <a:ea typeface="Aptos" pitchFamily="34" charset="-122"/>
                <a:cs typeface="Aptos" pitchFamily="34" charset="-120"/>
              </a:rPr>
              <a:t>How will the agency know when the workflow needs to be revised?</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practical ai vendor implementation management artifact for one AI-supported public health use.</a:t>
            </a:r>
            <a:endParaRPr lang="en-US" sz="2100" dirty="0"/>
          </a:p>
          <a:p>
            <a:r>
              <a:rPr lang="en-US" sz="2100" dirty="0">
                <a:solidFill>
                  <a:srgbClr val="17364A"/>
                </a:solidFill>
                <a:latin typeface="Aptos" pitchFamily="34" charset="0"/>
                <a:ea typeface="Aptos" pitchFamily="34" charset="-122"/>
                <a:cs typeface="Aptos" pitchFamily="34" charset="-120"/>
              </a:rPr>
              <a:t>The artifact should define the use case, affected roles, review criteria, safeguards, documentation.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practical ai vendor implementation management artifact for one AI-supported public health use.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Vendor Implementation Management artifact</a:t>
            </a:r>
            <a:endParaRPr lang="en-US" sz="2100" dirty="0"/>
          </a:p>
          <a:p>
            <a:r>
              <a:rPr lang="en-US" sz="2100" dirty="0">
                <a:solidFill>
                  <a:srgbClr val="17364A"/>
                </a:solidFill>
                <a:latin typeface="Aptos" pitchFamily="34" charset="0"/>
                <a:ea typeface="Aptos" pitchFamily="34" charset="-122"/>
                <a:cs typeface="Aptos" pitchFamily="34" charset="-120"/>
              </a:rPr>
              <a:t>Role and responsibility table</a:t>
            </a:r>
            <a:endParaRPr lang="en-US" sz="2100" dirty="0"/>
          </a:p>
          <a:p>
            <a:r>
              <a:rPr lang="en-US" sz="2100" dirty="0">
                <a:solidFill>
                  <a:srgbClr val="17364A"/>
                </a:solidFill>
                <a:latin typeface="Aptos" pitchFamily="34" charset="0"/>
                <a:ea typeface="Aptos" pitchFamily="34" charset="-122"/>
                <a:cs typeface="Aptos" pitchFamily="34" charset="-120"/>
              </a:rPr>
              <a:t>Risk and safeguard summary</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Vendor Implementation Management artifact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Escalation and monitoring plan</a:t>
            </a:r>
            <a:endParaRPr lang="en-US" sz="2100" dirty="0"/>
          </a:p>
          <a:p>
            <a:r>
              <a:rPr lang="en-US" sz="2100" dirty="0">
                <a:solidFill>
                  <a:srgbClr val="17364A"/>
                </a:solidFill>
                <a:latin typeface="Aptos" pitchFamily="34" charset="0"/>
                <a:ea typeface="Aptos" pitchFamily="34" charset="-122"/>
                <a:cs typeface="Aptos" pitchFamily="34" charset="-120"/>
              </a:rPr>
              <a:t>Approval or review note</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Escalation and monitoring plan</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Vendor Implementation Management artifact</a:t>
            </a:r>
            <a:endParaRPr lang="en-US" sz="2100" dirty="0"/>
          </a:p>
          <a:p>
            <a:r>
              <a:rPr lang="en-US" sz="2100" dirty="0">
                <a:solidFill>
                  <a:srgbClr val="17364A"/>
                </a:solidFill>
                <a:latin typeface="Aptos" pitchFamily="34" charset="0"/>
                <a:ea typeface="Aptos" pitchFamily="34" charset="-122"/>
                <a:cs typeface="Aptos" pitchFamily="34" charset="-120"/>
              </a:rPr>
              <a:t>Role and responsibility table</a:t>
            </a:r>
            <a:endParaRPr lang="en-US" sz="2100" dirty="0"/>
          </a:p>
          <a:p>
            <a:r>
              <a:rPr lang="en-US" sz="2100" dirty="0">
                <a:solidFill>
                  <a:srgbClr val="17364A"/>
                </a:solidFill>
                <a:latin typeface="Aptos" pitchFamily="34" charset="0"/>
                <a:ea typeface="Aptos" pitchFamily="34" charset="-122"/>
                <a:cs typeface="Aptos" pitchFamily="34" charset="-120"/>
              </a:rPr>
              <a:t>Risk and safeguard summary</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Vendor Implementation Management artifact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strongest evidence that ai vendor implementation management has been applied responsibly?</a:t>
            </a:r>
            <a:endParaRPr lang="en-US" sz="2100" dirty="0"/>
          </a:p>
          <a:p>
            <a:r>
              <a:rPr lang="en-US" sz="2100" dirty="0">
                <a:solidFill>
                  <a:srgbClr val="17364A"/>
                </a:solidFill>
                <a:latin typeface="Aptos" pitchFamily="34" charset="0"/>
                <a:ea typeface="Aptos" pitchFamily="34" charset="-122"/>
                <a:cs typeface="Aptos" pitchFamily="34" charset="-120"/>
              </a:rPr>
              <a:t>2. What is the best reason to assign an accountability owner?</a:t>
            </a:r>
            <a:endParaRPr lang="en-US" sz="2100" dirty="0"/>
          </a:p>
          <a:p>
            <a:r>
              <a:rPr lang="en-US" sz="2100" dirty="0">
                <a:solidFill>
                  <a:srgbClr val="17364A"/>
                </a:solidFill>
                <a:latin typeface="Aptos" pitchFamily="34" charset="0"/>
                <a:ea typeface="Aptos" pitchFamily="34" charset="-122"/>
                <a:cs typeface="Aptos" pitchFamily="34" charset="-120"/>
              </a:rPr>
              <a:t>3. When should an AI-supported workflow be escalated for review?</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strongest evidence that ai vendor implementation management has been applied responsibly?</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2100" dirty="0"/>
          </a:p>
          <a:p>
            <a:r>
              <a:rPr lang="en-US" sz="2100" dirty="0">
                <a:solidFill>
                  <a:srgbClr val="17364A"/>
                </a:solidFill>
                <a:latin typeface="Aptos" pitchFamily="34" charset="0"/>
                <a:ea typeface="Aptos" pitchFamily="34" charset="-122"/>
                <a:cs typeface="Aptos" pitchFamily="34" charset="-120"/>
              </a:rPr>
              <a:t>NIST Artificial Intelligence Risk Management Framework and 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WHO Ethics and Governance of Artificial Intelligence for Health guidance:.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Vendor Implementation Management</dc:title>
  <dc:subject>AI Vendor Implementation Management learning module</dc:subject>
  <dc:creator>Paula Soper</dc:creator>
  <cp:lastModifiedBy>Paula Soper</cp:lastModifiedBy>
  <cp:revision>1</cp:revision>
  <dcterms:created xsi:type="dcterms:W3CDTF">2026-07-12T20:16:00Z</dcterms:created>
  <dcterms:modified xsi:type="dcterms:W3CDTF">2026-07-12T20:16:00Z</dcterms:modified>
</cp:coreProperties>
</file>