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Responsible AI does not end at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require ongoing funding, staff time, monitoring, updates,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Sustainability planning ensures that AI-supported workflows do not become.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sustainability must be planned before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lifecycle costs and responsibilities for AI tools and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sustainability criteria for moving from pilot to operational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sustainability must be planned before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sunset, pause, and retirement criteria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lifecycle funding and sustainability.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Responsible AI does not end at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require ongoing funding, staff time, monitoring, updates,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Sustainability planning ensures that AI-supported workflows do not become.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Responsible AI does not end at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Many AI efforts begin as pilots, innovation projects, or grant-funded.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projects may succeed technically but fail operationally if there is no.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be left with a tool that staff rely on but no.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grant funds a two-year AI pilot to help identify likely duplicate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pilot improves efficiency, but the grant does not cover long-term.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funding ends, staff continue relying on the tool even though no one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grant funds a two-year AI pilot to help identify likely duplicate records in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pilot improves efficiency, but the grant does.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funding ends, staff continue relying on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sustainability plan would have addressed this.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lifecycle planning should begin during intake and business case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ask whether the use case is a short-term experiment,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category has different funding and governance needs.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Leaders should ask whether the use case is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time-limited tool may need clear end dates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operational tool needs sustained staffing,.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pilot dependency.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begin relying on a tool that was never funded or governed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pilot duration, scale limits, success criteria,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pilot dependency.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guardrail is to define pilot duration, scale.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risk is silent degradation.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may continue operating after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sustainability requires prompt and source updates, user.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sustainability requires drift monitoring,.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sustainability requires continued security review, permission.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sustainability requires prompt and source updates, user training,.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sustainability requires prompt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sustainability requires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sustainability requires continued.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lifecycle funding and sustainability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costs, owners, funding sources, monitoring, update cadence, vendor.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lifecycle funding and sustainability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costs, owners, funding 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Sustainability plan; lifecycle cost list; ownership map; continuation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 continuation and sunset.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Sustainability plan; lifecycle cost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Sustainability plan; lifecycle cost list; ownership map; continuation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 continuation and sunset.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Sustainability plan; lifecycle cost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2026-07-13T03:27:53Z</dcterms:created>
  <dcterms:modified xsi:type="dcterms:W3CDTF">2026-07-13T03:27:53Z</dcterms:modified>
</cp:coreProperties>
</file>