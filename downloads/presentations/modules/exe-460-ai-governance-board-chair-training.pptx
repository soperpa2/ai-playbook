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460 AI Governance Board Chair Training
This module focuses on running governance meetings, documenting decisions, and managing risk escalation.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public-health-executive-leadership, governance-security, program-management
This module focuses on running governance meetings, documenting decisions, and managing risk escalation.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governance board chair training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running governance meetings, documenting decisions, and managing risk escalation.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Governance Board Chair Training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running governance meetings, documenting decisions, and managing risk escalation.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governance board chair training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Governance Board Chair Training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Governance Board Chair Training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governance board chair training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460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Governance Board Chair Training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running governance meetings, documenting decisions, and managing risk escalation.</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Public Health Executive Leadership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public-health-executive-leadership, governance-security, program-management</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 governance board chair training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 governance board chair training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running governance meetings, documenting decisions, and managing risk escalation.</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running governance meetings, documenting decisions, and managing risk escalation.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Board Chair Training matters because AI adoption changes how public health agencies make,.</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Governance Board Chair Training matters because AI adoption changes how public health agencies make,.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running governance meetings,.</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running governance meetings,.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ai governance board chair training artifact for one AI-supported public health use.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ai governance board chair training artifact for one AI-supported public health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Board Chair Training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Governance Board Chair Training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Board Chair Training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Governance Board Chair Training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ai governance board chair training has been applied responsibly?</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ai governance board chair training has been applied responsibly?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Governance Board Chair Training</dc:title>
  <dc:subject>AI Governance Board Chair Training learning module</dc:subject>
  <dc:creator>Paula Soper</dc:creator>
  <cp:lastModifiedBy>Paula Soper</cp:lastModifiedBy>
  <cp:revision>1</cp:revision>
  <dcterms:created xsi:type="dcterms:W3CDTF">2026-07-12T19:55:21Z</dcterms:created>
  <dcterms:modified xsi:type="dcterms:W3CDTF">2026-07-12T19:55:21Z</dcterms:modified>
</cp:coreProperties>
</file>