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410 AI Portfolio Strategy and Use Case Prioritization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33: Funding Strategy Checklists (Checklist) - Use this tool to complete or strengthen the practical exercise for the module using fictional, de-identified, or generalized.
Tool 35: AI Total Cost of Ownership and Sustainability Worksheet (Worksheet)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purpose of an AI portfolio strategy for public health agencies.
Develop criteria for prioritizing AI use cases based on public health value, readiness, risk, and sustainability.
Identify use cases that should be pursued, piloted, deferred, redesigned, or rejected.
Create a portfolio view that balances innovation, risk, equity, and operational capacity.
Produce a use case prioritization rubric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have many possible AI use cases: summarizing case notes, analyzing call logs, drafting messages, identifying data quality gaps, forecasting demand, prioritizing inspections, supporting grants, and improving knowledge management. Without a portfolio strategy, agencies may choose projects because they are visible, easy to demonstrate, or championed by a strong vendor rather than because they advance the public health mission.
A portfolio strategy protects scarce capacity. Technical teams, privacy officers, legal counsel, procurement staff, program leaders, and data stewards cannot review every idea at the same intensity. Prioritization helps the agency focus deep review on use cases with meaningful benefit and material risk while creating faster pathways for low-risk internal productivity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receives proposals for five AI uses: a public chatbot, a staff policy assistant, an outbreak signal detection model, a vendor tool to summarize eCRs, and an internal tool to draft grant narratives. Each proposal has different benefits and risks. A public chatbot may be visible but high-risk if it gives health advice. A staff policy assistant may be lower risk if it uses approved internal documents. An outbreak model may be valuable but require strong data quality and validation.
A portfolio review allows the agency to compare these proposals systematically. The agency may approve a low-risk internal pilot, defer the chatbot until public communication safeguards are developed, require validation planning for the outbreak model, and move the eCR summarization tool into deeper technical review. The result is a balanced portfolio rather than a series of disconnected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 useful portfolio strategy begins with categories. Agencies can classify AI opportunities by function, such as internal productivity, knowledge management, surveillance support, decision support, communication, automation, research, or public-facing service. They can also classify by risk, such as low, moderate, high, or prohibited. These categories help leadership understand where AI activity is concentrated and whether the portfolio reflects agency priorities.
Prioritization criteria should include mission alignment, expected public health benefit, workflow burden reduction, data readiness, legal authority, privacy sensitivity, equity impact, technical feasibility, implementation complexity, vendor dependency, cost, sustainability, and monitoring feasibility. A use case with high potential benefit but weak data readiness may be deferred until modernization work improves. A use case with moderate benefit and low risk may be an appropriate early pilot.
Portfolio governance should include regular review. Some use cases should move from idea to pilot, from pilot to operational use, or from operational use to retirement. Others should be stopped because they lack value, create unacceptable risk, duplicate another effort, or depend on unsustainable funding. A living portfolio helps leadership make these decisions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risk is pilot proliferation. Agencies may launch many small AI pilots without a pathway to scale, evaluate, sustain, or retire them. A guardrail is to require every pilot to define success criteria, evaluation evidence, funding assumptions, and an end point.
Another risk is inequitable prioritization. Projects serving better-resourced programs may advance faster than projects addressing underserved communities. A guardrail is to include equity impact and community benefit in the prioritization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projects may be prioritized for internal knowledge management before public-facing use. Predictive analytics projects may be prioritized only when data and validation plans are mature. Agentic workflows may be deferred until governance has defined decision rights, access controls, and rollback procedures. Portfolio strategy helps leaders sequence AI adoption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Develop an AI use case prioritization rubric with criteria, scoring levels, required evidence, and decision categories such as pursue, pilot, redesign, defer, or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Use case intake form; prioritization rubric; sample portfolio view; decision category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Use case intake form; prioritization rubric; sample portfolio view; decision category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Portfolio Strategy and Use Case Prioritization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opportunities can quickly exceed an agency's capacity to evaluate, implement, and sustain them.</a:t>
            </a:r>
            <a:endParaRPr lang="en-US" sz="2100" dirty="0"/>
          </a:p>
          <a:p>
            <a:r>
              <a:rPr lang="en-US" sz="2100" dirty="0">
                <a:solidFill>
                  <a:srgbClr val="17364A"/>
                </a:solidFill>
                <a:latin typeface="Aptos" pitchFamily="34" charset="0"/>
                <a:ea typeface="Aptos" pitchFamily="34" charset="-122"/>
                <a:cs typeface="Aptos" pitchFamily="34" charset="-120"/>
              </a:rPr>
              <a:t>Leaders need a portfolio strategy that helps distinguish high-value public health uses from attractive but.</a:t>
            </a:r>
            <a:endParaRPr lang="en-US" sz="2100" dirty="0"/>
          </a:p>
          <a:p>
            <a:r>
              <a:rPr lang="en-US" sz="2100" dirty="0">
                <a:solidFill>
                  <a:srgbClr val="17364A"/>
                </a:solidFill>
                <a:latin typeface="Aptos" pitchFamily="34" charset="0"/>
                <a:ea typeface="Aptos" pitchFamily="34" charset="-122"/>
                <a:cs typeface="Aptos" pitchFamily="34" charset="-120"/>
              </a:rPr>
              <a:t>A portfolio approach organizes AI opportunities across programs, risk levels, readiness, equity impact, technical.</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33: Funding Strategy Checklists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35: AI Total Cost of Ownership and Sustainability Worksheet (Worksheet) - Use this tool to complete or.</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the purpose of an AI portfolio strategy for public health agencies.</a:t>
            </a:r>
            <a:endParaRPr lang="en-US" sz="2100" dirty="0"/>
          </a:p>
          <a:p>
            <a:r>
              <a:rPr lang="en-US" sz="2100" dirty="0">
                <a:solidFill>
                  <a:srgbClr val="17364A"/>
                </a:solidFill>
                <a:latin typeface="Aptos" pitchFamily="34" charset="0"/>
                <a:ea typeface="Aptos" pitchFamily="34" charset="-122"/>
                <a:cs typeface="Aptos" pitchFamily="34" charset="-120"/>
              </a:rPr>
              <a:t>Develop criteria for prioritizing AI use cases based on public health value, readiness, risk, and.</a:t>
            </a:r>
            <a:endParaRPr lang="en-US" sz="2100" dirty="0"/>
          </a:p>
          <a:p>
            <a:r>
              <a:rPr lang="en-US" sz="2100" dirty="0">
                <a:solidFill>
                  <a:srgbClr val="17364A"/>
                </a:solidFill>
                <a:latin typeface="Aptos" pitchFamily="34" charset="0"/>
                <a:ea typeface="Aptos" pitchFamily="34" charset="-122"/>
                <a:cs typeface="Aptos" pitchFamily="34" charset="-120"/>
              </a:rPr>
              <a:t>Identify use cases that should be pursued, piloted, deferred, redesigned, or rejected.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the purpose of an AI portfolio strategy for public health agencies.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opportunities can quickly exceed an agency's capacity to evaluate, implement, and sustain them.</a:t>
            </a:r>
            <a:endParaRPr lang="en-US" sz="2100" dirty="0"/>
          </a:p>
          <a:p>
            <a:r>
              <a:rPr lang="en-US" sz="2100" dirty="0">
                <a:solidFill>
                  <a:srgbClr val="17364A"/>
                </a:solidFill>
                <a:latin typeface="Aptos" pitchFamily="34" charset="0"/>
                <a:ea typeface="Aptos" pitchFamily="34" charset="-122"/>
                <a:cs typeface="Aptos" pitchFamily="34" charset="-120"/>
              </a:rPr>
              <a:t>Leaders need a portfolio strategy that helps distinguish high-value public health uses from attractive.</a:t>
            </a:r>
            <a:endParaRPr lang="en-US" sz="2100" dirty="0"/>
          </a:p>
          <a:p>
            <a:r>
              <a:rPr lang="en-US" sz="2100" dirty="0">
                <a:solidFill>
                  <a:srgbClr val="17364A"/>
                </a:solidFill>
                <a:latin typeface="Aptos" pitchFamily="34" charset="0"/>
                <a:ea typeface="Aptos" pitchFamily="34" charset="-122"/>
                <a:cs typeface="Aptos" pitchFamily="34" charset="-120"/>
              </a:rPr>
              <a:t>A portfolio approach organizes AI opportunities across programs, risk levels, readiness, equity impact,.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opportunities can quickly exceed an agency's capacity to evaluate, implement, and sustain them.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have many possible AI use cases: summarizing case notes, analyzing call logs,.</a:t>
            </a:r>
            <a:endParaRPr lang="en-US" sz="2100" dirty="0"/>
          </a:p>
          <a:p>
            <a:r>
              <a:rPr lang="en-US" sz="2100" dirty="0">
                <a:solidFill>
                  <a:srgbClr val="17364A"/>
                </a:solidFill>
                <a:latin typeface="Aptos" pitchFamily="34" charset="0"/>
                <a:ea typeface="Aptos" pitchFamily="34" charset="-122"/>
                <a:cs typeface="Aptos" pitchFamily="34" charset="-120"/>
              </a:rPr>
              <a:t>Without a portfolio strategy, agencies may choose projects because they are visible, easy to.</a:t>
            </a:r>
            <a:endParaRPr lang="en-US" sz="2100" dirty="0"/>
          </a:p>
          <a:p>
            <a:r>
              <a:rPr lang="en-US" sz="2100" dirty="0">
                <a:solidFill>
                  <a:srgbClr val="17364A"/>
                </a:solidFill>
                <a:latin typeface="Aptos" pitchFamily="34" charset="0"/>
                <a:ea typeface="Aptos" pitchFamily="34" charset="-122"/>
                <a:cs typeface="Aptos" pitchFamily="34" charset="-120"/>
              </a:rPr>
              <a:t>A portfolio strategy protects scarce capacity.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have many possible AI use cases: summarizing case notes, analyzing call logs,.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receives proposals for five AI uses: a public chatbot, a staff policy assistant, an.</a:t>
            </a:r>
            <a:endParaRPr lang="en-US" sz="2100" dirty="0"/>
          </a:p>
          <a:p>
            <a:r>
              <a:rPr lang="en-US" sz="2100" dirty="0">
                <a:solidFill>
                  <a:srgbClr val="17364A"/>
                </a:solidFill>
                <a:latin typeface="Aptos" pitchFamily="34" charset="0"/>
                <a:ea typeface="Aptos" pitchFamily="34" charset="-122"/>
                <a:cs typeface="Aptos" pitchFamily="34" charset="-120"/>
              </a:rPr>
              <a:t>Each proposal has different benefits and risks.</a:t>
            </a:r>
            <a:endParaRPr lang="en-US" sz="2100" dirty="0"/>
          </a:p>
          <a:p>
            <a:r>
              <a:rPr lang="en-US" sz="2100" dirty="0">
                <a:solidFill>
                  <a:srgbClr val="17364A"/>
                </a:solidFill>
                <a:latin typeface="Aptos" pitchFamily="34" charset="0"/>
                <a:ea typeface="Aptos" pitchFamily="34" charset="-122"/>
                <a:cs typeface="Aptos" pitchFamily="34" charset="-120"/>
              </a:rPr>
              <a:t>A public chatbot may be visible but high-risk if it gives health advice.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receives proposals for five AI uses: a public chatbot, a staff policy assistant,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useful portfolio strategy begins with categories.</a:t>
            </a:r>
            <a:endParaRPr lang="en-US" sz="2100" dirty="0"/>
          </a:p>
          <a:p>
            <a:r>
              <a:rPr lang="en-US" sz="2100" dirty="0">
                <a:solidFill>
                  <a:srgbClr val="17364A"/>
                </a:solidFill>
                <a:latin typeface="Aptos" pitchFamily="34" charset="0"/>
                <a:ea typeface="Aptos" pitchFamily="34" charset="-122"/>
                <a:cs typeface="Aptos" pitchFamily="34" charset="-120"/>
              </a:rPr>
              <a:t>Agencies can classify AI opportunities by function, such as internal productivity, knowledge.</a:t>
            </a:r>
            <a:endParaRPr lang="en-US" sz="2100" dirty="0"/>
          </a:p>
          <a:p>
            <a:r>
              <a:rPr lang="en-US" sz="2100" dirty="0">
                <a:solidFill>
                  <a:srgbClr val="17364A"/>
                </a:solidFill>
                <a:latin typeface="Aptos" pitchFamily="34" charset="0"/>
                <a:ea typeface="Aptos" pitchFamily="34" charset="-122"/>
                <a:cs typeface="Aptos" pitchFamily="34" charset="-120"/>
              </a:rPr>
              <a:t>They can also classify by risk, such as low, moderate, high, or prohibited.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useful portfolio strategy begins with categories.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major risk is pilot proliferation.</a:t>
            </a:r>
            <a:endParaRPr lang="en-US" sz="2100" dirty="0"/>
          </a:p>
          <a:p>
            <a:r>
              <a:rPr lang="en-US" sz="2100" dirty="0">
                <a:solidFill>
                  <a:srgbClr val="17364A"/>
                </a:solidFill>
                <a:latin typeface="Aptos" pitchFamily="34" charset="0"/>
                <a:ea typeface="Aptos" pitchFamily="34" charset="-122"/>
                <a:cs typeface="Aptos" pitchFamily="34" charset="-120"/>
              </a:rPr>
              <a:t>Agencies may launch many small AI pilots without a pathway to scale, evaluate, sustain, or retire them.</a:t>
            </a:r>
            <a:endParaRPr lang="en-US" sz="2100" dirty="0"/>
          </a:p>
          <a:p>
            <a:r>
              <a:rPr lang="en-US" sz="2100" dirty="0">
                <a:solidFill>
                  <a:srgbClr val="17364A"/>
                </a:solidFill>
                <a:latin typeface="Aptos" pitchFamily="34" charset="0"/>
                <a:ea typeface="Aptos" pitchFamily="34" charset="-122"/>
                <a:cs typeface="Aptos" pitchFamily="34" charset="-120"/>
              </a:rPr>
              <a:t>A guardrail is to require every pilot to define success criteria, evaluation evidence, funding.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major risk is pilot proliferation.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projects may be prioritized for internal knowledge management before public-facing use.</a:t>
            </a:r>
            <a:endParaRPr lang="en-US" sz="2100" dirty="0"/>
          </a:p>
          <a:p>
            <a:r>
              <a:rPr lang="en-US" sz="2100" dirty="0">
                <a:solidFill>
                  <a:srgbClr val="17364A"/>
                </a:solidFill>
                <a:latin typeface="Aptos" pitchFamily="34" charset="0"/>
                <a:ea typeface="Aptos" pitchFamily="34" charset="-122"/>
                <a:cs typeface="Aptos" pitchFamily="34" charset="-120"/>
              </a:rPr>
              <a:t>Predictive analytics projects may be prioritized only when data and validation plans are mature.</a:t>
            </a:r>
            <a:endParaRPr lang="en-US" sz="2100" dirty="0"/>
          </a:p>
          <a:p>
            <a:r>
              <a:rPr lang="en-US" sz="2100" dirty="0">
                <a:solidFill>
                  <a:srgbClr val="17364A"/>
                </a:solidFill>
                <a:latin typeface="Aptos" pitchFamily="34" charset="0"/>
                <a:ea typeface="Aptos" pitchFamily="34" charset="-122"/>
                <a:cs typeface="Aptos" pitchFamily="34" charset="-120"/>
              </a:rPr>
              <a:t>Agentic workflows may be deferred until governance has defined decision rights, access controls,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projects may be prioritized for internal knowledge management before public-facing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Develop an AI use case prioritization rubric with criteria, scoring levels, required evidence,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Develop an AI use case prioritization rubric with criteria, scoring levels, required evidence,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case intake form; prioritization rubric; sample portfolio view; decision category definitions.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case intake form; prioritization rubric; sample portfolio view; decision category definitions.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case intake form; prioritization rubric; sample portfolio view; decision category definitions.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case intake form; prioritization rubric; sample portfolio view; decision category definitions.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Portfolio Strategy and Use Case Prioritization</dc:title>
  <dc:subject>AI Portfolio Strategy and Use Case Prioritization learning module</dc:subject>
  <dc:creator>Paula Soper</dc:creator>
  <cp:lastModifiedBy>Paula Soper</cp:lastModifiedBy>
  <cp:revision>1</cp:revision>
  <dcterms:created xsi:type="dcterms:W3CDTF">2026-07-12T19:55:21Z</dcterms:created>
  <dcterms:modified xsi:type="dcterms:W3CDTF">2026-07-12T19:55:21Z</dcterms:modified>
</cp:coreProperties>
</file>