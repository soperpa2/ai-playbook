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300 AI Vendor Implementation Management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governance-security, technical-architecture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vendor implementation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managing vendor delivery, configuration, testing, issue resolution, acceptance, and transition to operations.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Vendor Implementation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managing vendor delivery, configuration, testing, issue resolution, acceptance, and transition to operations.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vendor implementation management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Vendor Implementation Management artifact
Role and responsibility table
Risk and safeguard summary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Vendor Implementation Management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vendor implementation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Vendor Implementation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managing vendor delivery, configuration, testing,.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Program Management Role-Based.</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ai vendor implementation management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ai vendor implementation management in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Recognize equity, privacy, security, legal,.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practical artifact that supports.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focuses on managing vendor delivery, configuration,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for public health staff who must translate responsible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helps learners move beyond general awareness by producing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focuses on managing vendor delivery, configuration, testing, issue.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Decision right: The authority to approve, deny, modify, pause, or escalate.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Evidence artifact: A document, log, checklist, test result, approval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Escalation pathway: A defined route for raising concerns to the appropriate.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 escalate an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Decision right: The authority to approve, deny,.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Evidence artifact: A document, log,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Accountability owner: The person or role.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matters because AI adoption changes how.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a structured approach, staff may rely on informal practices,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operate under legal authorities, public.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matters because AI adoption changes how.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is preparing to use AI in a workflow related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treats the tool as a helpful efficiency aid, but.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responds by creating a clear artifact that defines intended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 related to managing.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is preparing to use AI in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team initially treats the tool as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responds by creating a clear artifact.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who is affected, what data are used, what AI output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prevents the module from becoming abstract and anchors the work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who is affected, what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second step is to assign responsibilities.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AI-supported workflows often cross program, IT,.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risks can change when data sources, models, vendors, policies, users,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define review intervals and change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Another failure mode is unclear ownership.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everyone is responsible in general, no 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assign an accountability owner.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topic applies across generative AI, predictive analytics, NLP, RAG,.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the data, the more consequential the output, or the more.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 NLP, RAG,.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topic applies across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more sensitive the data, the more.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public health decision or workflow does this topic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has authority to approve or pause the 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public health decision or workflow does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has authority to approve or pause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the workflow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the agency know when the workflow needs to be revised?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equity, privacy, legal, security, or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the agency know when the workflow needs.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practical ai vendor implementation management artifact for one.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define the use case, affected roles, review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vendor implementation management artifact for one.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practical ai vendor implementation.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artifact should define the use case, affected.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Vendor Implementation Management artifact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Role and responsibility 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Risk and safeguard summary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Escalation and monitoring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Approval or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Implementation Management artifact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Role and responsibility table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Risk and safeguard summary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Implementation Management artifact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Escalation and monitoring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Approval or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evidence that ai vendor implementation management.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the best reason to assign an accountability owner?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AI-supported workflow be escalated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vendor implementation management has been.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evidence that ai vendor.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and NIST Generative.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Large Language Model Applications:.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ONC health IT, interoperability, and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Vendor Implementation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policies for privacy, public records, cybersecurity, procurement,.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 procurement, civil.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policies for privacy, public records,.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Vendor Implementation Management</dc:title>
  <dc:subject>AI Vendor Implementation Management learning module</dc:subject>
  <dc:creator>Paula Soper</dc:creator>
  <cp:lastModifiedBy>Paula Soper</cp:lastModifiedBy>
  <cp:revision>1</cp:revision>
  <dcterms:created xsi:type="dcterms:W3CDTF">2026-07-14T04:35:33Z</dcterms:created>
  <dcterms:modified xsi:type="dcterms:W3CDTF">2026-07-14T04:35:33Z</dcterms:modified>
</cp:coreProperties>
</file>