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31: Use Case Scoring &amp; Prioritization Matrix (Matrix)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use case intake is the structured process of receiving, describing, screening, and routing.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this step is essential because AI ideas often begin as informal suggestions.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common intake process, agencies may approve low-value or high-risk ideas too quickly.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Shared Foundational / Introductory Course Appears in tracks: shared-foundational, governance-and-security, program-management, public-health-executive-leadership</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31: Use Case Scoring &amp; Prioritization Matrix (Matrix)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an AI use case in plain language using the public health workflow, users,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low-risk, moderate-risk, and high-risk AI use cases based on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when a use case should be routed to privacy, legal, IT, cybersecurity, equity,.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an AI use case in plain language using the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Distinguish between low-risk, moderate-risk, and high-risk AI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when a use case should be routed to privacy, legal, IT,.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use case intake is the structured process of receiving, describing, screening, and routing.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this step is essential because AI ideas often begin as informal suggestions.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common intake process, agencies may approve low-value or high-risk ideas too quickly.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use case intake is the structured process of receiving,.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this step is essential because AI ideas often.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common intake process, agencies may approve low-value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communicable disease program wants to use generative AI to summarize case investigation.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Intake would document the workflow, the staff who would use the output, the source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Triage would likely route the use case to privacy, legal, IT, epidemiology, equity,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communicable disease program wants to use generative AI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Intake would document the workflow, the staff who would use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Triage would likely route the use case to privacy, legal, IT,.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effective intake process begins by defining the problem before selecting the technology.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describe the current workflow, the pain point, the people affected, the desired.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technology-first proposals that begin with a tool and then search for a public.</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effective intake process begins by defining the problem before selecting the.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describe the current workflow, the pain point,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prevents technology-first proposals that begin with a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clear problem statement also helps reviewers decide whether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case intake also supports portfolio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agencies collect use cases in a consistent format, leaders can compare proposals across.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intake record becomes the first governance artifact in the AI lifecycle.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case intake also supports portfolio management.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also supports portfolio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agencies collect use cases in a consistent format, leaders.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intake record becomes the first governance artifact in the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Informal AI experimentation with sensitive or confidential data before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Tool-first proposals that do not solve a real workflow problem.</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cases moving forward without ownership, validation, or monitoring plans.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High-risk public-facing or decision-support uses being treated as low-risk productivity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Equity, accessibility, and community impacts being considered too late.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a standard intake worksheet before piloting or procuring AI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Classify proposed uses by data sensitivity, automation level, public-facing impact,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a standard intake worksheet before piloting or procuring.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Classify proposed uses by data sensitivity, automation level,.</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Route use cases to required reviewers before implementation begins.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use cases that are rejected, deferred, or approved with conditions.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Maintain a portfolio view of approved, active, paused, and retired AI uses.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use cases that are rejected, deferred, or approved with.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Maintain a portfolio view of approved, active, paused, and retired.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 a use case intake and triage worksheet for one real or realistic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problem statement, workflow, intended users, data sources, AI-supported task,.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 use case intake and triage worksheet for one real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problem statement, workflow, intended users, data.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Completed AI use case intake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readiness triage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required reviewers and next steps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Completed AI use case intake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readiness triage decision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required reviewers and next steps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Documented rationale for proceeding, deferring, redesigning, or rejecting the use case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Documented rationale for proceeding, deferring, redesigning,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Completed AI use case intake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readiness triage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required reviewers and next steps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Completed AI use case intake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readiness triage decision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required reviewers and next steps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main purpose of AI use case intake?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proposal should usually receive higher-risk triage?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should happen when a proposed workflow problem can be solved without AI?</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main purpose of AI use case intake?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main purpose of AI use case intake?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2026-07-13T02:33:45Z</dcterms:created>
  <dcterms:modified xsi:type="dcterms:W3CDTF">2026-07-13T02:33:45Z</dcterms:modified>
</cp:coreProperties>
</file>