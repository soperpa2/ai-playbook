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210 Requirements Writing for AI Procurement and Implementation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requirements writing for ai procurement and implementation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requirements matrix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Requirements Writing for AI Procurement and Implementation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 requirement is a clear statement of what a system must do or how it must perform. AI requirements must cover functional capabilities, nonfunctional expectations, data handling, validation, transparency, monitoring, security, accessibility, interoperability, and support.
Functional requirements describe what the tool must do, such as summarize a case report, classify a complaint, or generate a draft message. Nonfunctional requirements describe how the tool must perform, such as uptime, response time, security, auditability, explainability, and accessibility.
Procurement requirements must be testable. If a requirement cannot be evaluated during proposal review, implementation, or acceptance testing, it is unlikely to protect the agency. Requirements should avoid vague claims such as “uses responsible AI” unless they are translated into evidence, controls, and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agency procuring an AI-supported case triage tool should require interoperability with the surveillance system, role-based access, source traceability, validation results, subgroup performance reporting, audit logs, human review controls, incident reporting, documentation, and data deletion at contract end. These requirements make vendor claims testable and enforceable.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Strong AI requirements begin with intended use. The agency should state the specific workflow, users, data sources, outputs, and decisions the system may support. It should also state prohibited uses. This prevents scope creep and reduces the chance that a tool will be used for decisions it was not designed or approved to support.
Data requirements should specify allowed data sources, minimum necessary fields, terminology standards, data quality expectations, retention, ownership, reuse limits, and deletion requirements. If vendors will use agency data to improve models, that use should be explicitly approved or prohibited.
Acceptance and monitoring requirements should specify what evidence the vendor must provide before launch and throughout operations. This may include validation reports, test cases, model cards, change logs, uptime reports, incident reports, bias assessments, security documentation, and user training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requirements matrix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requirements matrix.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requirements matrix.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requirements writing for ai procurement and implementation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ONC interoperability resources and agency procurement templates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Requirements Writing for AI Procurement and Implementation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 define not.</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write requirements that can be evaluated, tested, enforced, and monitored.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requirements writing for ai procurement and implementation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requirements writing for ai procurement and implementation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requirements matrix that can support readiness assessment, governance review, procurement,.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requirements matrix that can support readiness assessment, governance review, procurement,.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write requirements that can be evaluated, tested, enforced,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Requirements Writing for AI Procurement and Implementation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Requirements Writing for AI Procurement and Implementation matters because AI systems are embedded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requirement is a clear statement of what a system must do or how it must perform.</a:t>
            </a:r>
            <a:endParaRPr lang="en-US" sz="2100" dirty="0"/>
          </a:p>
          <a:p>
            <a:r>
              <a:rPr lang="en-US" sz="2100" dirty="0">
                <a:solidFill>
                  <a:srgbClr val="17364A"/>
                </a:solidFill>
                <a:latin typeface="Aptos" pitchFamily="34" charset="0"/>
                <a:ea typeface="Aptos" pitchFamily="34" charset="-122"/>
                <a:cs typeface="Aptos" pitchFamily="34" charset="-120"/>
              </a:rPr>
              <a:t>AI requirements must cover functional capabilities, nonfunctional expectations, data handling,.</a:t>
            </a:r>
            <a:endParaRPr lang="en-US" sz="2100" dirty="0"/>
          </a:p>
          <a:p>
            <a:r>
              <a:rPr lang="en-US" sz="2100" dirty="0">
                <a:solidFill>
                  <a:srgbClr val="17364A"/>
                </a:solidFill>
                <a:latin typeface="Aptos" pitchFamily="34" charset="0"/>
                <a:ea typeface="Aptos" pitchFamily="34" charset="-122"/>
                <a:cs typeface="Aptos" pitchFamily="34" charset="-120"/>
              </a:rPr>
              <a:t>Functional requirements describe what the tool must do, such as summarize a case report, classify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requirement is a clear statement of what a system must do or how it must perform.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agency procuring an AI-supported case triage tool should require interoperability with.</a:t>
            </a:r>
            <a:endParaRPr lang="en-US" sz="2100" dirty="0"/>
          </a:p>
          <a:p>
            <a:r>
              <a:rPr lang="en-US" sz="2100" dirty="0">
                <a:solidFill>
                  <a:srgbClr val="17364A"/>
                </a:solidFill>
                <a:latin typeface="Aptos" pitchFamily="34" charset="0"/>
                <a:ea typeface="Aptos" pitchFamily="34" charset="-122"/>
                <a:cs typeface="Aptos" pitchFamily="34" charset="-120"/>
              </a:rPr>
              <a:t>These requirements make vendor claims testable and enforceable.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agency procuring an AI-supported case triage tool should require interoperability with.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Strong AI requirements begin with intended use.</a:t>
            </a:r>
            <a:endParaRPr lang="en-US" sz="2100" dirty="0"/>
          </a:p>
          <a:p>
            <a:r>
              <a:rPr lang="en-US" sz="2100" dirty="0">
                <a:solidFill>
                  <a:srgbClr val="17364A"/>
                </a:solidFill>
                <a:latin typeface="Aptos" pitchFamily="34" charset="0"/>
                <a:ea typeface="Aptos" pitchFamily="34" charset="-122"/>
                <a:cs typeface="Aptos" pitchFamily="34" charset="-120"/>
              </a:rPr>
              <a:t>The agency should state the specific workflow, users, data sources, outputs, and decisions the system.</a:t>
            </a:r>
            <a:endParaRPr lang="en-US" sz="2100" dirty="0"/>
          </a:p>
          <a:p>
            <a:r>
              <a:rPr lang="en-US" sz="2100" dirty="0">
                <a:solidFill>
                  <a:srgbClr val="17364A"/>
                </a:solidFill>
                <a:latin typeface="Aptos" pitchFamily="34" charset="0"/>
                <a:ea typeface="Aptos" pitchFamily="34" charset="-122"/>
                <a:cs typeface="Aptos" pitchFamily="34" charset="-120"/>
              </a:rPr>
              <a:t>It should also state prohibited uses.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Strong AI requirements begin with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requirements matrix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requirements matrix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requirements matrix.</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requirements matrix.</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requirements matrix. It should be specific to a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requirements matrix. It should be specific to a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requirements writing for ai procurement and implementation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requirements writing for ai procurement and implementation before.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ONC interoperability resources and agency procurement templates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Writing for AI Procurement and Implementation</dc:title>
  <dc:subject>Requirements Writing for AI Procurement and Implementation learning module</dc:subject>
  <dc:creator>Paula Soper</dc:creator>
  <cp:lastModifiedBy>Paula Soper</cp:lastModifiedBy>
  <cp:revision>1</cp:revision>
  <dcterms:created xsi:type="dcterms:W3CDTF">2026-07-12T19:55:21Z</dcterms:created>
  <dcterms:modified xsi:type="dcterms:W3CDTF">2026-07-12T19:55:21Z</dcterms:modified>
</cp:coreProperties>
</file>