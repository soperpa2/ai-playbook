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 transition to operations.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Program Management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program-management, governance-security,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 transition to.</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 transition to.</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 make, document,.</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 make, document,.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 configuration, testing,.</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 configuration, testing,.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Vendor Implementation Management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Vendor Implementation Management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Vendor Implementation Management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Vendor Implementation Management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2026-07-12T18:54:58Z</dcterms:created>
  <dcterms:modified xsi:type="dcterms:W3CDTF">2026-07-12T18:54:58Z</dcterms:modified>
</cp:coreProperties>
</file>