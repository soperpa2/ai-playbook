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7FB"/>
          </a:solidFill>
          <a:ln w="12700">
            <a:solidFill>
              <a:srgbClr val="F1F7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7A3E9D"/>
          </a:solidFill>
          <a:ln w="12700">
            <a:solidFill>
              <a:srgbClr val="7A3E9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56032"/>
            <a:ext cx="320040" cy="6601968"/>
          </a:xfrm>
          <a:prstGeom prst="rect">
            <a:avLst/>
          </a:prstGeom>
          <a:solidFill>
            <a:srgbClr val="7A3E9D"/>
          </a:solidFill>
          <a:ln w="12700">
            <a:solidFill>
              <a:srgbClr val="7A3E9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960120"/>
            <a:ext cx="1463040" cy="329184"/>
          </a:xfrm>
          <a:prstGeom prst="rect">
            <a:avLst/>
          </a:prstGeom>
          <a:solidFill>
            <a:srgbClr val="7A3E9D"/>
          </a:solidFill>
          <a:ln>
            <a:solidFill>
              <a:srgbClr val="7A3E9D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 420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1463040"/>
            <a:ext cx="9966960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Public Accountability and AI Transparency Reporting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13232" y="3017520"/>
            <a:ext cx="78638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Governance and Security Track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4160520"/>
            <a:ext cx="98755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270248"/>
            <a:ext cx="960120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Course level: advanced/leadership  •  Prepared for Codex pairing with module JSON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85800" y="619963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A3E9D"/>
          </a:solidFill>
          <a:ln w="12700">
            <a:solidFill>
              <a:srgbClr val="7A3E9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7A3E9D"/>
          </a:solidFill>
          <a:ln>
            <a:solidFill>
              <a:srgbClr val="7A3E9D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 420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Governance and Security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Learning Objectives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6675120" cy="44805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why transparency reporting matters for public health AI.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 which AI uses should be disclosed internally, publicly, or to specific partners.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Develop contents for an AI transparency notice or AI use registry.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Balance transparency with privacy, security, confidentiality, and operational sensitivity.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Produce a draft AI transparency reporting template.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635240" y="1600200"/>
            <a:ext cx="3840480" cy="1828800"/>
          </a:xfrm>
          <a:prstGeom prst="roundRect">
            <a:avLst>
              <a:gd name="adj" fmla="val 4000"/>
            </a:avLst>
          </a:prstGeom>
          <a:solidFill>
            <a:srgbClr val="E7F6F8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0" y="1709928"/>
            <a:ext cx="3566160" cy="1645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expectation: AI transparency template; sample AI use registry entry; public notice draft; internal review checklist.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635240" y="3749040"/>
            <a:ext cx="38404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0" y="3858768"/>
            <a:ext cx="3566160" cy="1051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track: Governance and Security Track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Codex key: gov-420-public-accountability-and-ai-transparency-reporting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 420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A3E9D"/>
          </a:solidFill>
          <a:ln w="12700">
            <a:solidFill>
              <a:srgbClr val="7A3E9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7A3E9D"/>
          </a:solidFill>
          <a:ln>
            <a:solidFill>
              <a:srgbClr val="7A3E9D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 420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Governance and Security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This Matters for Public Health AI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10698480" cy="4206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health depends on trust.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communities discover that AI is being used in surveillance, communication, service routing, or resource allocation without explanation, they may…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Transparency does not require agencies to disclose every technical detail, but it does require clear communication about the purpose and safeguards…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Transparency also improves internal accountability.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registry of AI use cases helps leaders know what tools are active, who owns them, what data they use, and when they were last reviewed.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85800" y="5715000"/>
            <a:ext cx="10698480" cy="502920"/>
          </a:xfrm>
          <a:prstGeom prst="roundRect">
            <a:avLst>
              <a:gd name="adj" fmla="val 14545"/>
            </a:avLst>
          </a:prstGeom>
          <a:solidFill>
            <a:srgbClr val="E7F6F8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824728"/>
            <a:ext cx="1042416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Instructional focus: connect the technical idea to public health purpose, workflow risk, equity, accountability, and operational decision-making.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 420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A3E9D"/>
          </a:solidFill>
          <a:ln w="12700">
            <a:solidFill>
              <a:srgbClr val="7A3E9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7A3E9D"/>
          </a:solidFill>
          <a:ln>
            <a:solidFill>
              <a:srgbClr val="7A3E9D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 420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Governance and Security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Core Concepts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5F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terms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1810512"/>
            <a:ext cx="493776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Apply: Explain why transparency reporting matters for public health AI.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Apply: Identify which AI uses should be disclosed internally, publicly, or to specific partners.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Apply: Develop contents for an AI transparency notice or AI use registry.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089904" y="1417320"/>
            <a:ext cx="0" cy="466344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9AA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learners should apply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92240" y="1810512"/>
            <a:ext cx="489204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Apply: Balance transparency with privacy, security, confidentiality, and operational sensitivity.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Apply: Produce a draft AI transparency reporting template.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 420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A3E9D"/>
          </a:solidFill>
          <a:ln w="12700">
            <a:solidFill>
              <a:srgbClr val="7A3E9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7A3E9D"/>
          </a:solidFill>
          <a:ln>
            <a:solidFill>
              <a:srgbClr val="7A3E9D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 420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Governance and Security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Public Health Application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5F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Example workflow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1810512"/>
            <a:ext cx="493776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health department uses AI to draft public health messages, summarize internal reports, and prioritize inspection follow-up.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Some uses may not require broad public disclosure, while others may affect public services and should be listed in an AI use registry.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registry does not need to reveal sensitive security details, but it should identify the purpose, owner, data categories, review process,…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a public-facing tool, the agency may also create a plain-language notice explaining that AI assists with initial responses, that staff…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089904" y="1417320"/>
            <a:ext cx="0" cy="466344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9AA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AI-supported use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92240" y="1810512"/>
            <a:ext cx="489204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Generative AI transparency may explain when AI assists drafting and how human review occurs.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Predictive analytics transparency may explain what the model supports, what decisions remain human, and how fairness is monitored.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Agentic AI transparency may explain what actions are automated, what approvals are required, and how errors can be reported.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 420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A3E9D"/>
          </a:solidFill>
          <a:ln w="12700">
            <a:solidFill>
              <a:srgbClr val="7A3E9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7A3E9D"/>
          </a:solidFill>
          <a:ln>
            <a:solidFill>
              <a:srgbClr val="7A3E9D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 420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Governance and Security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Technical and Operational Deep Dive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10698480" cy="46634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Transparency reporting should be risk-based.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Low-risk internal tools may be documented in an internal registry.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Tools that influence public communication, prioritization, access, enforcement, or public-facing interactions may require public notice.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High-impact tools may require more detailed documentation, such as intended use, data sources, validation approach, human review,…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reporting process should be accessible.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Public-facing explanations should use plain language, avoid technical jargon, and be available in appropriate languages and accessible…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 420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A3E9D"/>
          </a:solidFill>
          <a:ln w="12700">
            <a:solidFill>
              <a:srgbClr val="7A3E9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7A3E9D"/>
          </a:solidFill>
          <a:ln>
            <a:solidFill>
              <a:srgbClr val="7A3E9D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 420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Governance and Security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Risks, Failure Modes, and Guardrails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7315200" cy="4297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risk is transparency theater.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Agencies may publish broad statements about responsible AI without disclosing actual uses, owners, or safeguards.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guardrail is to maintain an AI use registry with concrete information about approved and operational use cases.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Another risk is over-disclosure of sensitive details.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Publishing system architecture, vulnerabilities, or confidential data flows could create security or privacy risks.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412480" y="1645920"/>
            <a:ext cx="28346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49640" y="1755648"/>
            <a:ext cx="2560320" cy="2194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Guardrail pattern: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Name the risk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Define the review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Assign an owner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Monitor after launch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 420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A3E9D"/>
          </a:solidFill>
          <a:ln w="12700">
            <a:solidFill>
              <a:srgbClr val="7A3E9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7A3E9D"/>
          </a:solidFill>
          <a:ln>
            <a:solidFill>
              <a:srgbClr val="7A3E9D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 420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Governance and Security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Practical Exercise and Resources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5120640" cy="2011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a transparency reporting template and apply it to one AI use case.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Include purpose, owner, users, data categories, risk level, safeguards, human review, limitations, review date, and contact pathway.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365760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5F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Expected evidence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3977640"/>
            <a:ext cx="5120640" cy="1554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transparency template; sample AI use registry entry; public notice draft; internal review checklist.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0" y="1417320"/>
            <a:ext cx="49377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9AA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References and resources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46520" y="1737360"/>
            <a:ext cx="4754880" cy="2834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NIST Artificial Intelligence Risk Management Framework (AI RMF 1.0)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NIST Generative AI Profile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NIST Privacy Framework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CDC Public Health Data Strategy and Data Modernization resources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 Ethics and Governance of Artificial Intelligence for Health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OMB Memorandum M-24-10 on federal AI governance, risk management, and innovation, where…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0" y="4983480"/>
            <a:ext cx="4754880" cy="658368"/>
          </a:xfrm>
          <a:prstGeom prst="roundRect">
            <a:avLst>
              <a:gd name="adj" fmla="val 11111"/>
            </a:avLst>
          </a:prstGeom>
          <a:solidFill>
            <a:srgbClr val="E7F6F8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37960" y="5093208"/>
            <a:ext cx="448056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note: confirm applicable legal, privacy, procurement, civil rights, records, and agency requirements before implementation.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 420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A3E9D"/>
          </a:solidFill>
          <a:ln w="12700">
            <a:solidFill>
              <a:srgbClr val="7A3E9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7A3E9D"/>
          </a:solidFill>
          <a:ln>
            <a:solidFill>
              <a:srgbClr val="7A3E9D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 420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Governance and Security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Knowledge Check Preview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10515600" cy="3383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What is the strongest reason this module topic belongs in AI leadership and governance training?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Which practice best supports accountable public health AI governance?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When should an AI use case be escalated for leadership or governance review?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What is weak evidence of completion for a leadership and governance module?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What should leaders do when an AI use case has meaningful benefits but unresolved risks?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5166360"/>
            <a:ext cx="105156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276088"/>
            <a:ext cx="1024128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learner-facing slides, hide correct answers. For facilitator notes or template ingestion, use the JSON source as the authoritative answer key.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 420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PHI Solutions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GOV 420: Public Accountability and AI Transparency Reporting</dc:title>
  <dc:subject>Public Health AI Curriculum</dc:subject>
  <dc:creator>AI Playbook and Toolkit for Public Health Departments</dc:creator>
  <cp:lastModifiedBy>AI Playbook and Toolkit for Public Health Departments</cp:lastModifiedBy>
  <cp:revision>1</cp:revision>
  <dcterms:created xsi:type="dcterms:W3CDTF">2026-07-09T22:50:09Z</dcterms:created>
  <dcterms:modified xsi:type="dcterms:W3CDTF">2026-07-09T22:50:09Z</dcterms:modified>
</cp:coreProperties>
</file>