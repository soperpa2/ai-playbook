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330 Data Governance for AI-Ready Public Health Data
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operations-data-quality
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data governance for ai-ready public health data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AI-ready data governance checklist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Data Governance for AI-Ready Public Health Data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Data governance is the set of decision rights, roles, policies, standards, and practices that guide how data are collected, managed, protected, shared, used, and retired. AI-ready data depend on governance because data must be understandable, authorized, high quality, and fit for use.
Data stewardship assigns responsibility for data quality, definitions, metadata, access, and appropriate use. Stewards do not necessarily own the data alone, but they help ensure that data are managed consistently and that users understand limitations.
Metadata describe the meaning, source, structure, quality, and permitted use of data. Without metadata, AI teams may misinterpret fields, misuse denominators, overlook missingness, or fail to recognize that a dataset is not appropriate for the intended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may want to use multiple datasets to prioritize outreach for vaccination. Data governance would clarify which datasets can be linked, which fields are authoritative, which populations are underrepresented, who can approve use, how long data can be retained, and how results can be shared. Without governance, the model may appear technical while resting on unclear authority and inconsistent data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AI-ready data begin with inventory. Agencies should know what datasets exist, who stewards them, what they contain, how often they are updated, what quality issues are known, and what uses are permitted. A data catalog can make this information visible to program, analytics, informatics, and governance teams.
Governance must also address data lineage and transformation. AI outputs may depend on mapped, linked, deduplicated, geocoded, imputed, or aggregated data. Staff need to understand how those transformations were performed and whether they are appropriate for the AI use case.
Permissible use should be explicit. Public health data may be collected under specific legal authorities or agreements. AI use may be appropriate for one purpose and inappropriate for another. Governance should define approved uses, prohibited uses, review pathways, and documentation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AI-ready data governance checklist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AI-ready data governance checklist.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AI-ready data governance checklist.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data governance for ai-ready public health data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Data Governance for AI-Ready Public Health Data</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AI-ready data require governance before they require a model.</a:t>
            </a:r>
            <a:endParaRPr lang="en-US" sz="2100" dirty="0"/>
          </a:p>
          <a:p>
            <a:r>
              <a:rPr lang="en-US" sz="2100" dirty="0">
                <a:solidFill>
                  <a:srgbClr val="17364A"/>
                </a:solidFill>
                <a:latin typeface="Aptos" pitchFamily="34" charset="0"/>
                <a:ea typeface="Aptos" pitchFamily="34" charset="-122"/>
                <a:cs typeface="Aptos" pitchFamily="34" charset="-120"/>
              </a:rPr>
              <a:t>Data governance defines ownership, stewardship, metadata, permissible use, data quality expectations, access.</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connect governance practices to safe AI use across surveillance, analytics,.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data governance for ai-ready public health data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data governance for ai-ready public health data in public health AI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AI-ready data governance checklist that can support readiness assessment,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AI-ready data governance checklist that can support readiness assessment, governance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AI-ready data require governance before they require a model.</a:t>
            </a:r>
            <a:endParaRPr lang="en-US" sz="2100" dirty="0"/>
          </a:p>
          <a:p>
            <a:r>
              <a:rPr lang="en-US" sz="2100" dirty="0">
                <a:solidFill>
                  <a:srgbClr val="17364A"/>
                </a:solidFill>
                <a:latin typeface="Aptos" pitchFamily="34" charset="0"/>
                <a:ea typeface="Aptos" pitchFamily="34" charset="-122"/>
                <a:cs typeface="Aptos" pitchFamily="34" charset="-120"/>
              </a:rPr>
              <a:t>Data governance defines ownership, stewardship, metadata, permissible use, data quality expectations,.</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connect governance practices to safe AI use across surveillance, analytics,.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AI-ready data require governance before they require a model.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Governance for AI-Ready Public Health Data matters because AI systems are embedded in public.</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Governance for AI-Ready Public Health Data matters because AI systems are embedded in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governance is the set of decision rights, roles, policies, standards, and practices that guide how.</a:t>
            </a:r>
            <a:endParaRPr lang="en-US" sz="2100" dirty="0"/>
          </a:p>
          <a:p>
            <a:r>
              <a:rPr lang="en-US" sz="2100" dirty="0">
                <a:solidFill>
                  <a:srgbClr val="17364A"/>
                </a:solidFill>
                <a:latin typeface="Aptos" pitchFamily="34" charset="0"/>
                <a:ea typeface="Aptos" pitchFamily="34" charset="-122"/>
                <a:cs typeface="Aptos" pitchFamily="34" charset="-120"/>
              </a:rPr>
              <a:t>AI-ready data depend on governance because data must be understandable, authorized, high quality, and.</a:t>
            </a:r>
            <a:endParaRPr lang="en-US" sz="2100" dirty="0"/>
          </a:p>
          <a:p>
            <a:r>
              <a:rPr lang="en-US" sz="2100" dirty="0">
                <a:solidFill>
                  <a:srgbClr val="17364A"/>
                </a:solidFill>
                <a:latin typeface="Aptos" pitchFamily="34" charset="0"/>
                <a:ea typeface="Aptos" pitchFamily="34" charset="-122"/>
                <a:cs typeface="Aptos" pitchFamily="34" charset="-120"/>
              </a:rPr>
              <a:t>Data stewardship assigns responsibility for data quality, definitions, metadata, access,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governance is the set of decision rights, roles, policies, standards, and practices that guide how.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may want to use multiple datasets to prioritize outreach for vaccination.</a:t>
            </a:r>
            <a:endParaRPr lang="en-US" sz="2100" dirty="0"/>
          </a:p>
          <a:p>
            <a:r>
              <a:rPr lang="en-US" sz="2100" dirty="0">
                <a:solidFill>
                  <a:srgbClr val="17364A"/>
                </a:solidFill>
                <a:latin typeface="Aptos" pitchFamily="34" charset="0"/>
                <a:ea typeface="Aptos" pitchFamily="34" charset="-122"/>
                <a:cs typeface="Aptos" pitchFamily="34" charset="-120"/>
              </a:rPr>
              <a:t>Data governance would clarify which datasets can be linked, which fields are authoritative, which.</a:t>
            </a:r>
            <a:endParaRPr lang="en-US" sz="2100" dirty="0"/>
          </a:p>
          <a:p>
            <a:r>
              <a:rPr lang="en-US" sz="2100" dirty="0">
                <a:solidFill>
                  <a:srgbClr val="17364A"/>
                </a:solidFill>
                <a:latin typeface="Aptos" pitchFamily="34" charset="0"/>
                <a:ea typeface="Aptos" pitchFamily="34" charset="-122"/>
                <a:cs typeface="Aptos" pitchFamily="34" charset="-120"/>
              </a:rPr>
              <a:t>Without governance, the model may appear technical while resting on unclear authority and inconsistent.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may want to use multiple datasets to prioritize outreach for vaccination.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AI-ready data begin with inventory.</a:t>
            </a:r>
            <a:endParaRPr lang="en-US" sz="2100" dirty="0"/>
          </a:p>
          <a:p>
            <a:r>
              <a:rPr lang="en-US" sz="2100" dirty="0">
                <a:solidFill>
                  <a:srgbClr val="17364A"/>
                </a:solidFill>
                <a:latin typeface="Aptos" pitchFamily="34" charset="0"/>
                <a:ea typeface="Aptos" pitchFamily="34" charset="-122"/>
                <a:cs typeface="Aptos" pitchFamily="34" charset="-120"/>
              </a:rPr>
              <a:t>Agencies should know what datasets exist, who stewards them, what they contain, how often they are.</a:t>
            </a:r>
            <a:endParaRPr lang="en-US" sz="2100" dirty="0"/>
          </a:p>
          <a:p>
            <a:r>
              <a:rPr lang="en-US" sz="2100" dirty="0">
                <a:solidFill>
                  <a:srgbClr val="17364A"/>
                </a:solidFill>
                <a:latin typeface="Aptos" pitchFamily="34" charset="0"/>
                <a:ea typeface="Aptos" pitchFamily="34" charset="-122"/>
                <a:cs typeface="Aptos" pitchFamily="34" charset="-120"/>
              </a:rPr>
              <a:t>A data catalog can make this information visible to program, analytics, informatics, and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AI-ready data begin with inventory.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AI-ready data governance checklist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AI-ready data governance checklist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AI-ready data governance checklist.</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AI-ready data governance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AI-ready data governance checklist. It should be specific to 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AI-ready data governance checklist. It should be specific to 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data governance for ai-ready public health data before deployment?</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data governance for ai-ready public health data before deployment?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Governance for AI-Ready Public Health Data</dc:title>
  <dc:subject>Data Governance for AI-Ready Public Health Data learning module</dc:subject>
  <dc:creator>Paula Soper</dc:creator>
  <cp:lastModifiedBy>Paula Soper</cp:lastModifiedBy>
  <cp:revision>1</cp:revision>
  <dcterms:created xsi:type="dcterms:W3CDTF">2026-07-12T19:55:21Z</dcterms:created>
  <dcterms:modified xsi:type="dcterms:W3CDTF">2026-07-12T19:55:21Z</dcterms:modified>
</cp:coreProperties>
</file>