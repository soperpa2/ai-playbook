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 public communication, surveillance,.</a:t>
            </a:r>
            <a:endParaRPr lang="en-US" sz="1700" dirty="0"/>
          </a:p>
          <a:p>
            <a:r>
              <a:rPr lang="en-US" sz="17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 safeguards are in place, and how the public or.</a:t>
            </a:r>
            <a:endParaRPr lang="en-US" sz="1700" dirty="0"/>
          </a:p>
          <a:p>
            <a:r>
              <a:rPr lang="en-US" sz="17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1700" dirty="0"/>
          </a:p>
          <a:p>
            <a:r>
              <a:rPr lang="en-US" sz="1700" dirty="0">
                <a:solidFill>
                  <a:srgbClr val="17364A"/>
                </a:solidFill>
                <a:latin typeface="Aptos" pitchFamily="34" charset="0"/>
                <a:ea typeface="Aptos" pitchFamily="34" charset="-122"/>
                <a:cs typeface="Aptos" pitchFamily="34" charset="-120"/>
              </a:rPr>
              <a:t>Transparency should be understandable, accessible, and proportionate to risk.</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which AI uses should be disclosed internally, publicly, or to specific partners.</a:t>
            </a:r>
            <a:endParaRPr lang="en-US" sz="1700" dirty="0"/>
          </a:p>
          <a:p>
            <a:r>
              <a:rPr lang="en-US" sz="1700" dirty="0">
                <a:solidFill>
                  <a:srgbClr val="17364A"/>
                </a:solidFill>
                <a:latin typeface="Aptos" pitchFamily="34" charset="0"/>
                <a:ea typeface="Aptos" pitchFamily="34" charset="-122"/>
                <a:cs typeface="Aptos" pitchFamily="34" charset="-120"/>
              </a:rPr>
              <a:t>Develop contents for an AI transparency notice or AI use registry.</a:t>
            </a:r>
            <a:endParaRPr lang="en-US" sz="1700" dirty="0"/>
          </a:p>
          <a:p>
            <a:r>
              <a:rPr lang="en-US" sz="1700" dirty="0">
                <a:solidFill>
                  <a:srgbClr val="17364A"/>
                </a:solidFill>
                <a:latin typeface="Aptos" pitchFamily="34" charset="0"/>
                <a:ea typeface="Aptos" pitchFamily="34" charset="-122"/>
                <a:cs typeface="Aptos" pitchFamily="34" charset="-120"/>
              </a:rPr>
              <a:t>Balance transparency with privacy, security, confidentiality, and operational sensitivity.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 public.</a:t>
            </a:r>
            <a:endParaRPr lang="en-US" sz="1700" dirty="0"/>
          </a:p>
          <a:p>
            <a:r>
              <a:rPr lang="en-US" sz="17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 safeguards are in.</a:t>
            </a:r>
            <a:endParaRPr lang="en-US" sz="1700" dirty="0"/>
          </a:p>
          <a:p>
            <a:r>
              <a:rPr lang="en-US" sz="17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1700" dirty="0"/>
          </a:p>
          <a:p>
            <a:r>
              <a:rPr lang="en-US" sz="1700" dirty="0">
                <a:solidFill>
                  <a:srgbClr val="17364A"/>
                </a:solidFill>
                <a:latin typeface="Aptos" pitchFamily="34" charset="0"/>
                <a:ea typeface="Aptos" pitchFamily="34" charset="-122"/>
                <a:cs typeface="Aptos" pitchFamily="34" charset="-120"/>
              </a:rPr>
              <a:t>Transparency should be understandable, accessible, and proportionate to risk.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 public.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depends on trust.</a:t>
            </a:r>
            <a:endParaRPr lang="en-US" sz="1700" dirty="0"/>
          </a:p>
          <a:p>
            <a:r>
              <a:rPr lang="en-US" sz="1700" dirty="0">
                <a:solidFill>
                  <a:srgbClr val="17364A"/>
                </a:solidFill>
                <a:latin typeface="Aptos" pitchFamily="34" charset="0"/>
                <a:ea typeface="Aptos" pitchFamily="34" charset="-122"/>
                <a:cs typeface="Aptos" pitchFamily="34" charset="-120"/>
              </a:rPr>
              <a:t>If communities discover that AI is being used in surveillance, communication, service routing, or resource allocation.</a:t>
            </a:r>
            <a:endParaRPr lang="en-US" sz="1700" dirty="0"/>
          </a:p>
          <a:p>
            <a:r>
              <a:rPr lang="en-US" sz="1700" dirty="0">
                <a:solidFill>
                  <a:srgbClr val="17364A"/>
                </a:solidFill>
                <a:latin typeface="Aptos" pitchFamily="34" charset="0"/>
                <a:ea typeface="Aptos" pitchFamily="34" charset="-122"/>
                <a:cs typeface="Aptos" pitchFamily="34" charset="-120"/>
              </a:rPr>
              <a:t>Transparency does not require agencies to disclose every technical detail, but it does require clear communication about.</a:t>
            </a:r>
            <a:endParaRPr lang="en-US" sz="1700" dirty="0"/>
          </a:p>
          <a:p>
            <a:r>
              <a:rPr lang="en-US" sz="1700" dirty="0">
                <a:solidFill>
                  <a:srgbClr val="17364A"/>
                </a:solidFill>
                <a:latin typeface="Aptos" pitchFamily="34" charset="0"/>
                <a:ea typeface="Aptos" pitchFamily="34" charset="-122"/>
                <a:cs typeface="Aptos" pitchFamily="34" charset="-120"/>
              </a:rPr>
              <a:t>Transparency also improves internal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depends on trust.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 inspection follow-up.</a:t>
            </a:r>
            <a:endParaRPr lang="en-US" sz="1700" dirty="0"/>
          </a:p>
          <a:p>
            <a:r>
              <a:rPr lang="en-US" sz="1700" dirty="0">
                <a:solidFill>
                  <a:srgbClr val="17364A"/>
                </a:solidFill>
                <a:latin typeface="Aptos" pitchFamily="34" charset="0"/>
                <a:ea typeface="Aptos" pitchFamily="34" charset="-122"/>
                <a:cs typeface="Aptos" pitchFamily="34" charset="-120"/>
              </a:rPr>
              <a:t>Some uses may not require broad public disclosure, while others may affect public services and should be listed in an AI.</a:t>
            </a:r>
            <a:endParaRPr lang="en-US" sz="1700" dirty="0"/>
          </a:p>
          <a:p>
            <a:r>
              <a:rPr lang="en-US" sz="1700" dirty="0">
                <a:solidFill>
                  <a:srgbClr val="17364A"/>
                </a:solidFill>
                <a:latin typeface="Aptos" pitchFamily="34" charset="0"/>
                <a:ea typeface="Aptos" pitchFamily="34" charset="-122"/>
                <a:cs typeface="Aptos" pitchFamily="34" charset="-120"/>
              </a:rPr>
              <a:t>The registry does not need to reveal sensitive security details, but it should identify the purpose, owner, data.</a:t>
            </a:r>
            <a:endParaRPr lang="en-US" sz="1700" dirty="0"/>
          </a:p>
          <a:p>
            <a:r>
              <a:rPr lang="en-US" sz="1700" dirty="0">
                <a:solidFill>
                  <a:srgbClr val="17364A"/>
                </a:solidFill>
                <a:latin typeface="Aptos" pitchFamily="34" charset="0"/>
                <a:ea typeface="Aptos" pitchFamily="34" charset="-122"/>
                <a:cs typeface="Aptos" pitchFamily="34" charset="-120"/>
              </a:rPr>
              <a:t>For a public-facing tool, the agency may also create a plain-language notice explaining that AI assists with initial.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 inspection follow-up.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Transparency reporting should be risk-based.</a:t>
            </a:r>
            <a:endParaRPr lang="en-US" sz="1700" dirty="0"/>
          </a:p>
          <a:p>
            <a:r>
              <a:rPr lang="en-US" sz="1700" dirty="0">
                <a:solidFill>
                  <a:srgbClr val="17364A"/>
                </a:solidFill>
                <a:latin typeface="Aptos" pitchFamily="34" charset="0"/>
                <a:ea typeface="Aptos" pitchFamily="34" charset="-122"/>
                <a:cs typeface="Aptos" pitchFamily="34" charset="-120"/>
              </a:rPr>
              <a:t>Low-risk internal tools may be documented in an internal registry.</a:t>
            </a:r>
            <a:endParaRPr lang="en-US" sz="1700" dirty="0"/>
          </a:p>
          <a:p>
            <a:r>
              <a:rPr lang="en-US" sz="1700" dirty="0">
                <a:solidFill>
                  <a:srgbClr val="17364A"/>
                </a:solidFill>
                <a:latin typeface="Aptos" pitchFamily="34" charset="0"/>
                <a:ea typeface="Aptos" pitchFamily="34" charset="-122"/>
                <a:cs typeface="Aptos" pitchFamily="34" charset="-120"/>
              </a:rPr>
              <a:t>Tools that influence public communication, prioritization, access, enforcement, or public-facing interactions may require.</a:t>
            </a:r>
            <a:endParaRPr lang="en-US" sz="1700" dirty="0"/>
          </a:p>
          <a:p>
            <a:r>
              <a:rPr lang="en-US" sz="1700" dirty="0">
                <a:solidFill>
                  <a:srgbClr val="17364A"/>
                </a:solidFill>
                <a:latin typeface="Aptos" pitchFamily="34" charset="0"/>
                <a:ea typeface="Aptos" pitchFamily="34" charset="-122"/>
                <a:cs typeface="Aptos" pitchFamily="34" charset="-120"/>
              </a:rPr>
              <a:t>High-impact tools may require more detailed documentation, such as intended use, data sources, validation approach,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Transparency reporting should be risk-based.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One risk is transparency theater.</a:t>
            </a:r>
            <a:endParaRPr lang="en-US" sz="1700" dirty="0"/>
          </a:p>
          <a:p>
            <a:r>
              <a:rPr lang="en-US" sz="1700" dirty="0">
                <a:solidFill>
                  <a:srgbClr val="17364A"/>
                </a:solidFill>
                <a:latin typeface="Aptos" pitchFamily="34" charset="0"/>
                <a:ea typeface="Aptos" pitchFamily="34" charset="-122"/>
                <a:cs typeface="Aptos" pitchFamily="34" charset="-120"/>
              </a:rPr>
              <a:t>Agencies may publish broad statements about responsible AI without disclosing actual uses, owners, or safeguards.</a:t>
            </a:r>
            <a:endParaRPr lang="en-US" sz="1700" dirty="0"/>
          </a:p>
          <a:p>
            <a:r>
              <a:rPr lang="en-US" sz="1700" dirty="0">
                <a:solidFill>
                  <a:srgbClr val="17364A"/>
                </a:solidFill>
                <a:latin typeface="Aptos" pitchFamily="34" charset="0"/>
                <a:ea typeface="Aptos" pitchFamily="34" charset="-122"/>
                <a:cs typeface="Aptos" pitchFamily="34" charset="-120"/>
              </a:rPr>
              <a:t>A guardrail is to maintain an AI use registry with concrete information about approved and operational use cases.</a:t>
            </a:r>
            <a:endParaRPr lang="en-US" sz="1700" dirty="0"/>
          </a:p>
          <a:p>
            <a:r>
              <a:rPr lang="en-US" sz="1700" dirty="0">
                <a:solidFill>
                  <a:srgbClr val="17364A"/>
                </a:solidFill>
                <a:latin typeface="Aptos" pitchFamily="34" charset="0"/>
                <a:ea typeface="Aptos" pitchFamily="34" charset="-122"/>
                <a:cs typeface="Aptos" pitchFamily="34" charset="-120"/>
              </a:rPr>
              <a:t>Another risk is over-disclosure of sensitive details.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One risk is transparency theater.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700" dirty="0"/>
          </a:p>
          <a:p>
            <a:r>
              <a:rPr lang="en-US" sz="1700" dirty="0">
                <a:solidFill>
                  <a:srgbClr val="17364A"/>
                </a:solidFill>
                <a:latin typeface="Aptos" pitchFamily="34" charset="0"/>
                <a:ea typeface="Aptos" pitchFamily="34" charset="-122"/>
                <a:cs typeface="Aptos" pitchFamily="34" charset="-120"/>
              </a:rPr>
              <a:t>Predictive analytics transparency may explain what the model supports, what decisions remain human, and how fairness is.</a:t>
            </a:r>
            <a:endParaRPr lang="en-US" sz="1700" dirty="0"/>
          </a:p>
          <a:p>
            <a:r>
              <a:rPr lang="en-US" sz="1700" dirty="0">
                <a:solidFill>
                  <a:srgbClr val="17364A"/>
                </a:solidFill>
                <a:latin typeface="Aptos" pitchFamily="34" charset="0"/>
                <a:ea typeface="Aptos" pitchFamily="34" charset="-122"/>
                <a:cs typeface="Aptos" pitchFamily="34" charset="-120"/>
              </a:rPr>
              <a:t>Agentic AI transparency may explain what actions are automated, what approvals are required, and how errors can be reported.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700" dirty="0"/>
          </a:p>
          <a:p>
            <a:r>
              <a:rPr lang="en-US" sz="17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700" dirty="0"/>
          </a:p>
          <a:p>
            <a:r>
              <a:rPr lang="en-US" sz="17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700" dirty="0"/>
          </a:p>
          <a:p>
            <a:r>
              <a:rPr lang="en-US" sz="1700" dirty="0">
                <a:solidFill>
                  <a:srgbClr val="17364A"/>
                </a:solidFill>
                <a:latin typeface="Aptos" pitchFamily="34" charset="0"/>
                <a:ea typeface="Aptos" pitchFamily="34" charset="-122"/>
                <a:cs typeface="Aptos" pitchFamily="34" charset="-120"/>
              </a:rPr>
              <a:t>Include purpose, owner, users, data categories, risk level, safeguards, human review, limitations, review date, and contact.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Choose a real or realistic public health AI use case.</a:t>
            </a:r>
            <a:endParaRPr lang="en-US" sz="1700" dirty="0"/>
          </a:p>
          <a:p>
            <a:r>
              <a:rPr lang="en-US" sz="17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 before it is adopted.</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Choose a real or realistic public health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700" dirty="0"/>
          </a:p>
          <a:p>
            <a:r>
              <a:rPr lang="en-US" sz="17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700" dirty="0"/>
          </a:p>
          <a:p>
            <a:r>
              <a:rPr lang="en-US" sz="170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Privacy 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700" dirty="0"/>
          </a:p>
          <a:p>
            <a:r>
              <a:rPr lang="en-US" sz="170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2026-07-12T18:54:58Z</dcterms:created>
  <dcterms:modified xsi:type="dcterms:W3CDTF">2026-07-12T18:54:58Z</dcterms:modified>
</cp:coreProperties>
</file>