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150 Supervisor and Workforce Impacts of AI Adoption
This module prepares supervisors and program managers to manage the workforce impacts of AI adoption. AI can change tasks, decision points, documentation, review responsibilities, staff confidence, workload, performance expectations, and trust in leadership. Supervisors are often the first people staff ask when AI changes daily work, so they need more than general awareness. The module is designed for agencies that may use different approved tools, policies, labor arrangements, and governance structures. It therefore focuses on the supervisor’s role in readiness, communication, training, role clarity, escalation, and feedback. Supervisors should not be expected to solve legal, privacy, security, or technical questions alone, but they should know how to route those questions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
Primary track: Program Management
Appears in tracks: program-management
This module prepares supervisors and program managers to manage the workforce impacts of AI adoption. AI can change tasks, decision points, documentation, review responsibilities, staff confidence, workload, performance expectations, and trust in leadership. Supervisors are often the first people staff ask when AI changes daily work, so they need more than general awareness. The module is designed for agencies that may use different approved tools, policies, labor arrangements, and governance structures. It therefore focuses on the supervisor’s role in readiness, communication, training, role clarity, escalation, and feedback. Supervisors should not be expected to solve legal, privacy, security, or technical questions alone, but they should know how to route those questions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how AI adoption can affect roles, workload, accountability, and staff experience.
Create supervisor-ready communication and workflow guidance for AI-supported work.
Identify training, support, and escalation needs before deployment.
Monitor staff readiness, concerns, and workflow barriers after implementation.
Explain how supervisors contribute to responsible AI governance and change management.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prepares supervisors and program managers to manage the workforce impacts of AI adoption. AI can change tasks, decision points, documentation, review responsibilities, staff confidence, workload, performance expectations, and trust in leadership. Supervisors are often the first people staff ask when AI changes daily work, so they need more than general awareness.
The module is designed for agencies that may use different approved tools, policies, labor arrangements, and governance structures. It therefore focuses on the supervisor’s role in readiness, communication, training, role clarity, escalation, and feedback. Supervisors should not be expected to solve legal, privacy, security, or technical questions alone, but they should know how to route those questions appropriately.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cybersecurity, Tribal consultation, labor relations, human resources,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adoption can create excitement, anxiety, confusion, resistance, or unrealistic expectations among staff. Some staff may worry about job displacement, surveillance, loss of professional judgment, increased workload, or blame if AI outputs are wrong. Others may use AI too freely if they believe it will save time without understanding privacy or quality risks.
Public health agencies need supervisors who can translate AI policy into practical work expectations. Staff need to know what tasks are changing, what humans still decide, what documentation is required, where to get help, and how concerns will be handled. Without supervisor readiness, even well-governed AI projects can fail during implementation.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program begins using an approved AI tool to draft routine internal summaries of partner meeting notes. Staff appreciate the time savings but are unsure whether they are expected to edit the summaries, save prompts, delete drafts, or correct AI errors. One staff member worries that leadership will expect more meetings to be summarized without reducing other workload.
The supervisor creates a workflow guide that defines when the tool can be used, what information must be removed, who reviews summaries, how much editing is expected, where final summaries are stored, and how staff can report problems. The supervisor also checks workload after one month to see whether the tool reduced burden or simply added another task.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Supervisors should participate in AI readiness planning before staff are asked to use a tool. They can identify workflow realities that may not be visible to leadership or vendors, such as informal handoffs, peak workload periods, documentation burdens, and staff concerns. Their input can prevent implementation plans from assuming capacity or skills that do not exist.
Training should be role-specific and close to the workflow. Staff need to know which tool is approved, what data may be used, how to review outputs, how to document use, and what to do when AI output is wrong. Supervisors need additional preparation on coaching, escalation, quality review, and responding to concerns.
Workforce impact monitoring should include both performance and experience. Measures may include training completion, error reports, staff confidence, unresolved questions, adoption barriers, review time, workload, output quality, and equity concerns. Monitoring should feed governance and change-management decisions.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announcing an AI tool before supervisors are ready to explain it. Staff may hear that AI will improve efficiency but not know what is expected of them. Guardrails include supervisor briefings, FAQs, workflow-specific training, office hours, and clear escalation pathways before launch.
Another risk is hidden workload transfer. AI may reduce one task while adding review, correction, documentation, or monitoring responsibilities. Guardrails include workload assessment, staff feedback, pilot periods, and adjustment of expectations before scaling.
A third risk is staff silence. If staff believe concerns will be dismissed or punished, they may not report errors, unsafe workarounds, or inappropriate AI use. Guardrails include nonpunitive reporting, supervisor coaching, visible response to concerns, and governance review of unresolved barriers.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Supervisors should ensure that AI-supported workflows include role descriptions, review expectations, documentation steps, and help pathways. They should also confirm that staff know which tasks remain human responsibilities. Workflow instructions should be practical enough for staff to use during real work, not only during training.
Supervisors should provide feedback to governance. They can report whether staff are prepared, whether training is sufficient, whether safeguards are feasible, and whether the tool is creating unintended burdens. This feedback helps governance decide whether to continue, revise, scale, pause, or retire an AI-supported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might AI change staff responsibilities in a workflow you supervise?
What concerns might staff have, and how would they raise them safely?
What evidence would show that staff are ready to use the AI-supported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supervisor AI adoption readiness brief for a fictional AI-supported workflow. Choose a workflow such as meeting summarization, case note summarization, public message drafting, inspection prioritization, or dashboard narrative generation. Use fictional or generalized information only.
Your brief should identify affected roles, changed tasks, human review responsibilities, documentation expectations, training needs, staff concerns, workload risks, support resources, escalation pathways, and readiness evidence.
Example: For an AI tool that drafts partner meeting summaries, the supervisor brief states that staff may use only approved tools, must remove sensitive information, must review all summaries before saving, must note when AI was used if required by policy, and can raise concerns during weekly office hours. The brief also tracks whether summary review time is reducing or increasing workload.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Supervisor AI Adoption Readiness Brief
Staff Support and Escalation Plan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Supervisor and Workforce Impacts of AI Adoption module?
2. Which practice best supports responsible AI use in public health?
3. Which statement best reflects the risk or guardrail for this module: A common failure mode is announcing an AI tool before supervisors are ready to explain it. Staff may hear that AI will improve efficiency but not know what is expected of them. Guardrails include supervisor briefings, FAQs, workflow-specific training, office hours, and clear escalation pathways before launch.
Another risk is hidden workload transfer. AI may reduce one task while adding review, correction, documentation, or monitoring responsibilities. Guardrails include workload assessment, staff feedback, pilot periods, and adjustment of expectations before scaling.
A third risk is staff silence. If staff believe concerns will be dismissed or punished, they may not report errors, unsafe workarounds, or inappropriate AI use. Guardrails include nonpunitive reporting, supervisor coaching, visible response to concerns, and governance review of unresolved barriers.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150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Supervisor and Workforce Impacts of AI Adoption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prepares supervisors and program managers to manage the.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can change tasks, decision points, documentation,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Supervisors are often the first people staff ask when AI changes daily work,.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 Primary track: Program Management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how AI adoption can affect roles, workload, accountability,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Create supervisor-ready communication and workflow guidance for AI-supported.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training, support, and escalation needs before deployment.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how AI adoption can affect roles, workload, accountability, and staff.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Monitor staff readiness, concerns, and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Explain how supervisors contribute to responsible.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prepares supervisors and program managers to manage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change tasks, decision points, documentation,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Supervisors are often the first people staff ask when AI changes daily 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prepares supervisors and program managers to manage the workforce.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can change tasks, decision points,.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Supervisors are often the first people staff ask.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is designed for agencies that may use.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adoption can create excitement, anxiety, confusion, resistance,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Some staff may worry about job displacement, surveillance, loss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Others may use AI too freely if they believe it will save time without.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adoption can create excitement, anxiety, confusion, resistance, 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adoption can create excitement, anxiety,.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Some staff may worry about job displacement,.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Others may use AI too freely if they believe it.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program begins using an approved AI tool to draft routine internal.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appreciate the time savings but are unsure whether they are expected.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One staff member worries that leadership will expect more meetings to be.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program begins using an approved AI tool to draft routine internal summaries.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appreciate the time savings but are unsure.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One staff member worries that leadership will.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supervisor creates a workflow guide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Supervisors should participate in AI readiness planning before staff are.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can identify workflow realities that may not be visible to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Their input can prevent implementation plans from assuming capacity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Supervisors should participate in AI readiness planning before staff are asked.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They can identify workflow realities that may not.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Training should be role-specific and close to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need to know which tool is approved, what.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announcing an AI tool before supervisors are ready.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may hear that AI will improve efficiency but not know what is expected.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supervisor briefings, FAQs, workflow-specific training,.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announcing an AI tool before supervisors are ready to.</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Supervisors should ensure that AI-supported workflows include role.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should also confirm that staff know which tasks remain human.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Workflow instructions should be practical enough for staff to use during.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Supervisors should ensure that AI-supported workflows include role descriptions,.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How might AI change staff responsibilities in a workflow you supervise?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concerns might staff have, and how would they raise them safely?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staff are ready to use the AI-supported.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How might AI change staff responsibilities in a workflow you supervise?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How might AI change staff responsibilities in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concerns might staff have, and how would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staff are ready to.</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supervisor AI adoption readiness brief for a fictional AI-supported.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Choose a workflow such as meeting summarization, case note summarization,.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Use fictional or generalized information only.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supervisor AI adoption readiness brief for a fictional AI-supported.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Choose a workflow such as meeting summarization,.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Your brief should identify affected roles, changed.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an AI tool that drafts partner.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Supervisor AI Adoption Readiness Brief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Support and Escalation Plan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Supervisor AI Adoption Readiness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Supervisor AI Adoption Readiness Brief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Support and Escalation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most important first step after completing the Supervisor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reflects the risk or guardrail for this module: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most important first step after completing the Supervisor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4. When should a staff member escalate an AI-related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5. What counts as stronger completion evidence for a training module?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should a staff member escalate an AI-related concern?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should a staff member escalate an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Supervisor and Workforce Impacts of AI Adoption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Supervisor and Workforce Impacts of AI Adoption</dc:title>
  <dc:subject>Supervisor and Workforce Impacts of AI Adoption learning module</dc:subject>
  <dc:creator>Paula Soper</dc:creator>
  <cp:lastModifiedBy>Paula Soper</cp:lastModifiedBy>
  <cp:revision>1</cp:revision>
  <dcterms:created xsi:type="dcterms:W3CDTF">2026-07-14T04:35:34Z</dcterms:created>
  <dcterms:modified xsi:type="dcterms:W3CDTF">2026-07-14T04:35:34Z</dcterms:modified>
</cp:coreProperties>
</file>