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420 AI Investment Strategy and Business Case Review
AI investments compete with many other public health priorities. Leaders need a disciplined way to decide when AI is worth funding, what costs must be considered, and how benefits will be measured. A business case review helps agencies avoid buying tools that are impressive in demonstrations but weak in operational value, sustainability, interoperability, or public health impact. This module teaches leaders to evaluate AI investments across cost, value, readiness, risk, staffing, procurement, lifecycle support, and sustainability. The business case should not focus only on software price. It should include data preparation, implementation, integration, training, governance, validation, monitoring, maintenance, vendor management, cybersecurity, accessibility, and eventual replacement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investments compete with many other public health priorities. Leaders need a disciplined way to decide when AI is worth funding, what costs must be considered, and how benefits will be measured. A business case review helps agencies avoid buying tools that are impressive in demonstrations but weak in operational value, sustainability, interoperability, or public health impact. This module teaches leaders to evaluate AI investments across cost, value, readiness, risk, staffing, procurement, lifecycle support, and sustainability. The business case should not focus only on software price. It should include data preparation, implementation, integration, training, governance, validation, monitoring, maintenance, vendor management, cybersecurity, accessibility, and eventual replacement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the full cost components of AI implementation and operations.
Evaluate expected benefits in terms of public health value, workflow improvement, equity, quality, timeliness, and staff burden.
Distinguish between a vendor demonstration and a credible business case.
Develop business case questions for AI procurement or internal development.
Produce an AI business case review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investments compete with many other public health priorities. Leaders need a disciplined way to decide when AI is worth funding, what costs must be considered, and how benefits will be measured. A business case review helps agencies avoid buying tools that are impressive in demonstrations but weak in operational value, sustainability, interoperability, or public health impact.
This module teaches leaders to evaluate AI investments across cost, value, readiness, risk, staffing, procurement, lifecycle support, and sustainability. The business case should not focus only on software price. It should include data preparation, implementation, integration, training, governance, validation, monitoring, maintenance, vendor management, cybersecurity, accessibility, and eventual replacement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often face short-term funding cycles and urgent operational needs. AI products may be marketed as quick solutions, but the true cost of responsible implementation is broader than subscription fees. Agencies may need to update data pipelines, configure security controls, develop validation plans, train staff, write policies, monitor performance, and manage vendor relationships.
A strong business case also protects mission focus. AI should not be funded because it is novel. It should be funded when it addresses a meaningful public health problem, fits agency capacity, can be governed responsibly, and can produce measurable value. Business case review helps leaders compare AI investments with non-AI alternatives, such as workflow redesign, staffing changes, data quality improvements, or simpler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vendor offers an AI tool that promises to reduce disease investigator workload by summarizing case reports. The annual license appears affordable, but the agency must also pay for integration with the surveillance system, security review, staff training, validation, legal review, vendor support, monitoring dashboards, and staff time for governance. If those costs are not considered, leadership may underestimate the investment required.
A business case review asks whether the tool will meaningfully reduce burden, improve timeliness, maintain quality, and fit the agency's workflow. It also asks whether a simpler approach, such as better case report templates or workflow redesign, would solve the problem at lower cost and risk. The review does not assume AI is the answer; it tests whether AI is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An AI business case should begin with a problem statement. The problem should be operational and measurable, such as delayed case review, inconsistent public response drafting, high manual data cleanup burden, or inability to search internal guidance efficiently. A vague desire to 'use AI' is not a sufficient problem statement. The business case should connect the proposed AI use to a real public health need.
The review should compare alternatives. Options may include doing nothing, improving workflow, improving data quality, using rules-based automation, procuring a vendor product, developing an internal tool, or joining a shared service. Each option should be assessed for benefit, cost, risk, time, staffing, sustainability, and governance burden. This comparison prevents AI from becoming the default answer to every operational problem.
Success measures should be defined before funding. Measures might include reduced processing time, improved completeness, fewer manual touches, better routing accuracy, staff satisfaction, fewer errors, improved language access, or reduced backlog. Measures should also include safety and equity indicators. A tool that saves time but increases error rates, widens disparities, or erodes public trust should not be considered successful.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hidden cost. Agencies may purchase an AI tool without funding integration, monitoring, validation, staff training, or ongoing support. A guardrail is to require total cost of ownership in every business case.
Another risk is benefits inflation. Vendors or project champions may overstate time savings or accuracy without local evidence. A guardrail is to require pilot success criteria and benefits realization review before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business cases should include review time, source verification, and records considerations. Predictive analytics business cases should include validation data, subgroup testing, and monitoring costs. Agentic AI business cases should include security architecture, approval workflows, rollback, logging, and incident response. Cost and value must reflect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Complete an AI business case review worksheet for one proposed investment. Include problem, alternatives, expected benefits, total cost of ownership, risk, equity considerations, implementation needs, and success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business case worksheet; total cost of ownership estimate; benefits realization plan; alternatives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business case worksheet; total cost of ownership estimate; benefits realization plan; alternatives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Investment Strategy and Business Case Review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investments compete with many other public health priorities.</a:t>
            </a:r>
            <a:endParaRPr lang="en-US" sz="1700" dirty="0"/>
          </a:p>
          <a:p>
            <a:r>
              <a:rPr lang="en-US" sz="1700" dirty="0">
                <a:solidFill>
                  <a:srgbClr val="17364A"/>
                </a:solidFill>
                <a:latin typeface="Aptos" pitchFamily="34" charset="0"/>
                <a:ea typeface="Aptos" pitchFamily="34" charset="-122"/>
                <a:cs typeface="Aptos" pitchFamily="34" charset="-120"/>
              </a:rPr>
              <a:t>Leaders need a disciplined way to decide when AI is worth funding, what costs must be considered, and how benefits will be measured.</a:t>
            </a:r>
            <a:endParaRPr lang="en-US" sz="1700" dirty="0"/>
          </a:p>
          <a:p>
            <a:r>
              <a:rPr lang="en-US" sz="1700" dirty="0">
                <a:solidFill>
                  <a:srgbClr val="17364A"/>
                </a:solidFill>
                <a:latin typeface="Aptos" pitchFamily="34" charset="0"/>
                <a:ea typeface="Aptos" pitchFamily="34" charset="-122"/>
                <a:cs typeface="Aptos" pitchFamily="34" charset="-120"/>
              </a:rPr>
              <a:t>A business case review helps agencies avoid buying tools that are impressive in demonstrations but weak in operational value, sustainability,.</a:t>
            </a:r>
            <a:endParaRPr lang="en-US" sz="1700" dirty="0"/>
          </a:p>
          <a:p>
            <a:r>
              <a:rPr lang="en-US" sz="1700" dirty="0">
                <a:solidFill>
                  <a:srgbClr val="17364A"/>
                </a:solidFill>
                <a:latin typeface="Aptos" pitchFamily="34" charset="0"/>
                <a:ea typeface="Aptos" pitchFamily="34" charset="-122"/>
                <a:cs typeface="Aptos" pitchFamily="34" charset="-120"/>
              </a:rPr>
              <a:t>This module teaches leaders to evaluate AI investments across cost, value, readiness, risk, staffing, procurement, lifecycle support, and.</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advanced/leadership</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Public Health Executive Leadership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governance-security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 the practical exercise for.</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a:p>
            <a:r>
              <a:rPr lang="en-US" sz="1460" dirty="0">
                <a:solidFill>
                  <a:srgbClr val="17364A"/>
                </a:solidFill>
                <a:latin typeface="Aptos" pitchFamily="34" charset="0"/>
                <a:ea typeface="Aptos" pitchFamily="34" charset="-122"/>
                <a:cs typeface="Aptos" pitchFamily="34" charset="-120"/>
              </a:rPr>
              <a:t>Tool 9: Data Quality Assessment Checklist (Checklist) - Use this tool to complete or strengthen the practical exercise for the module.</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Identify the full cost components of AI implementation and operations.</a:t>
            </a:r>
            <a:endParaRPr lang="en-US" sz="1700" dirty="0"/>
          </a:p>
          <a:p>
            <a:r>
              <a:rPr lang="en-US" sz="1700" dirty="0">
                <a:solidFill>
                  <a:srgbClr val="17364A"/>
                </a:solidFill>
                <a:latin typeface="Aptos" pitchFamily="34" charset="0"/>
                <a:ea typeface="Aptos" pitchFamily="34" charset="-122"/>
                <a:cs typeface="Aptos" pitchFamily="34" charset="-120"/>
              </a:rPr>
              <a:t>Evaluate expected benefits in terms of public health value, workflow improvement, equity, quality, timeliness, and staff burden.</a:t>
            </a:r>
            <a:endParaRPr lang="en-US" sz="1700" dirty="0"/>
          </a:p>
          <a:p>
            <a:r>
              <a:rPr lang="en-US" sz="1700" dirty="0">
                <a:solidFill>
                  <a:srgbClr val="17364A"/>
                </a:solidFill>
                <a:latin typeface="Aptos" pitchFamily="34" charset="0"/>
                <a:ea typeface="Aptos" pitchFamily="34" charset="-122"/>
                <a:cs typeface="Aptos" pitchFamily="34" charset="-120"/>
              </a:rPr>
              <a:t>Distinguish between a vendor demonstration and a credible business case.</a:t>
            </a:r>
            <a:endParaRPr lang="en-US" sz="1700" dirty="0"/>
          </a:p>
          <a:p>
            <a:r>
              <a:rPr lang="en-US" sz="1700" dirty="0">
                <a:solidFill>
                  <a:srgbClr val="17364A"/>
                </a:solidFill>
                <a:latin typeface="Aptos" pitchFamily="34" charset="0"/>
                <a:ea typeface="Aptos" pitchFamily="34" charset="-122"/>
                <a:cs typeface="Aptos" pitchFamily="34" charset="-120"/>
              </a:rPr>
              <a:t>Develop business case questions for AI procurement or internal development.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Identify the full cost components of AI implementation and operations.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investments compete with many other public health priorities.</a:t>
            </a:r>
            <a:endParaRPr lang="en-US" sz="1700" dirty="0"/>
          </a:p>
          <a:p>
            <a:r>
              <a:rPr lang="en-US" sz="1700" dirty="0">
                <a:solidFill>
                  <a:srgbClr val="17364A"/>
                </a:solidFill>
                <a:latin typeface="Aptos" pitchFamily="34" charset="0"/>
                <a:ea typeface="Aptos" pitchFamily="34" charset="-122"/>
                <a:cs typeface="Aptos" pitchFamily="34" charset="-120"/>
              </a:rPr>
              <a:t>Leaders need a disciplined way to decide when AI is worth funding, what costs must be considered, and how benefits will be.</a:t>
            </a:r>
            <a:endParaRPr lang="en-US" sz="1700" dirty="0"/>
          </a:p>
          <a:p>
            <a:r>
              <a:rPr lang="en-US" sz="1700" dirty="0">
                <a:solidFill>
                  <a:srgbClr val="17364A"/>
                </a:solidFill>
                <a:latin typeface="Aptos" pitchFamily="34" charset="0"/>
                <a:ea typeface="Aptos" pitchFamily="34" charset="-122"/>
                <a:cs typeface="Aptos" pitchFamily="34" charset="-120"/>
              </a:rPr>
              <a:t>A business case review helps agencies avoid buying tools that are impressive in demonstrations but weak in operational.</a:t>
            </a:r>
            <a:endParaRPr lang="en-US" sz="1700" dirty="0"/>
          </a:p>
          <a:p>
            <a:r>
              <a:rPr lang="en-US" sz="1700" dirty="0">
                <a:solidFill>
                  <a:srgbClr val="17364A"/>
                </a:solidFill>
                <a:latin typeface="Aptos" pitchFamily="34" charset="0"/>
                <a:ea typeface="Aptos" pitchFamily="34" charset="-122"/>
                <a:cs typeface="Aptos" pitchFamily="34" charset="-120"/>
              </a:rPr>
              <a:t>This module teaches leaders to evaluate AI investments across cost, value, readiness, risk, staffing, procurement,.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investments compete with many other public health priorities.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700" dirty="0"/>
          </a:p>
          <a:p>
            <a:r>
              <a:rPr lang="en-US" sz="17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1700" dirty="0"/>
          </a:p>
          <a:p>
            <a:r>
              <a:rPr lang="en-US" sz="17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 implementing AI-supported.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health agencies often face short-term funding cycles and urgent operational needs.</a:t>
            </a:r>
            <a:endParaRPr lang="en-US" sz="1700" dirty="0"/>
          </a:p>
          <a:p>
            <a:r>
              <a:rPr lang="en-US" sz="1700" dirty="0">
                <a:solidFill>
                  <a:srgbClr val="17364A"/>
                </a:solidFill>
                <a:latin typeface="Aptos" pitchFamily="34" charset="0"/>
                <a:ea typeface="Aptos" pitchFamily="34" charset="-122"/>
                <a:cs typeface="Aptos" pitchFamily="34" charset="-120"/>
              </a:rPr>
              <a:t>AI products may be marketed as quick solutions, but the true cost of responsible implementation is broader than.</a:t>
            </a:r>
            <a:endParaRPr lang="en-US" sz="1700" dirty="0"/>
          </a:p>
          <a:p>
            <a:r>
              <a:rPr lang="en-US" sz="1700" dirty="0">
                <a:solidFill>
                  <a:srgbClr val="17364A"/>
                </a:solidFill>
                <a:latin typeface="Aptos" pitchFamily="34" charset="0"/>
                <a:ea typeface="Aptos" pitchFamily="34" charset="-122"/>
                <a:cs typeface="Aptos" pitchFamily="34" charset="-120"/>
              </a:rPr>
              <a:t>Agencies may need to update data pipelines, configure security controls, develop validation plans, train staff, write.</a:t>
            </a:r>
            <a:endParaRPr lang="en-US" sz="1700" dirty="0"/>
          </a:p>
          <a:p>
            <a:r>
              <a:rPr lang="en-US" sz="1700" dirty="0">
                <a:solidFill>
                  <a:srgbClr val="17364A"/>
                </a:solidFill>
                <a:latin typeface="Aptos" pitchFamily="34" charset="0"/>
                <a:ea typeface="Aptos" pitchFamily="34" charset="-122"/>
                <a:cs typeface="Aptos" pitchFamily="34" charset="-120"/>
              </a:rPr>
              <a:t>A strong business case also protects mission focus.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Public health agencies often face short-term funding cycles and urgent operational needs.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vendor offers an AI tool that promises to reduce disease investigator workload by summarizing case reports.</a:t>
            </a:r>
            <a:endParaRPr lang="en-US" sz="1700" dirty="0"/>
          </a:p>
          <a:p>
            <a:r>
              <a:rPr lang="en-US" sz="1700" dirty="0">
                <a:solidFill>
                  <a:srgbClr val="17364A"/>
                </a:solidFill>
                <a:latin typeface="Aptos" pitchFamily="34" charset="0"/>
                <a:ea typeface="Aptos" pitchFamily="34" charset="-122"/>
                <a:cs typeface="Aptos" pitchFamily="34" charset="-120"/>
              </a:rPr>
              <a:t>The annual license appears affordable, but the agency must also pay for integration with the surveillance system, security.</a:t>
            </a:r>
            <a:endParaRPr lang="en-US" sz="1700" dirty="0"/>
          </a:p>
          <a:p>
            <a:r>
              <a:rPr lang="en-US" sz="1700" dirty="0">
                <a:solidFill>
                  <a:srgbClr val="17364A"/>
                </a:solidFill>
                <a:latin typeface="Aptos" pitchFamily="34" charset="0"/>
                <a:ea typeface="Aptos" pitchFamily="34" charset="-122"/>
                <a:cs typeface="Aptos" pitchFamily="34" charset="-120"/>
              </a:rPr>
              <a:t>If those costs are not considered, leadership may underestimate the investment required.</a:t>
            </a:r>
            <a:endParaRPr lang="en-US" sz="1700" dirty="0"/>
          </a:p>
          <a:p>
            <a:r>
              <a:rPr lang="en-US" sz="1700" dirty="0">
                <a:solidFill>
                  <a:srgbClr val="17364A"/>
                </a:solidFill>
                <a:latin typeface="Aptos" pitchFamily="34" charset="0"/>
                <a:ea typeface="Aptos" pitchFamily="34" charset="-122"/>
                <a:cs typeface="Aptos" pitchFamily="34" charset="-120"/>
              </a:rPr>
              <a:t>A business case review asks whether the tool will meaningfully reduce burden, improve timeliness, maintain quality, and fit.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vendor offers an AI tool that promises to reduce disease investigator workload by summarizing case reports.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Governance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An AI business case should begin with a problem statement.</a:t>
            </a:r>
            <a:endParaRPr lang="en-US" sz="1700" dirty="0"/>
          </a:p>
          <a:p>
            <a:r>
              <a:rPr lang="en-US" sz="1700" dirty="0">
                <a:solidFill>
                  <a:srgbClr val="17364A"/>
                </a:solidFill>
                <a:latin typeface="Aptos" pitchFamily="34" charset="0"/>
                <a:ea typeface="Aptos" pitchFamily="34" charset="-122"/>
                <a:cs typeface="Aptos" pitchFamily="34" charset="-120"/>
              </a:rPr>
              <a:t>The problem should be operational and measurable, such as delayed case review, inconsistent public response drafting, high.</a:t>
            </a:r>
            <a:endParaRPr lang="en-US" sz="1700" dirty="0"/>
          </a:p>
          <a:p>
            <a:r>
              <a:rPr lang="en-US" sz="1700" dirty="0">
                <a:solidFill>
                  <a:srgbClr val="17364A"/>
                </a:solidFill>
                <a:latin typeface="Aptos" pitchFamily="34" charset="0"/>
                <a:ea typeface="Aptos" pitchFamily="34" charset="-122"/>
                <a:cs typeface="Aptos" pitchFamily="34" charset="-120"/>
              </a:rPr>
              <a:t>A vague desire to 'use AI' is not a sufficient problem statement.</a:t>
            </a:r>
            <a:endParaRPr lang="en-US" sz="1700" dirty="0"/>
          </a:p>
          <a:p>
            <a:r>
              <a:rPr lang="en-US" sz="1700" dirty="0">
                <a:solidFill>
                  <a:srgbClr val="17364A"/>
                </a:solidFill>
                <a:latin typeface="Aptos" pitchFamily="34" charset="0"/>
                <a:ea typeface="Aptos" pitchFamily="34" charset="-122"/>
                <a:cs typeface="Aptos" pitchFamily="34" charset="-120"/>
              </a:rPr>
              <a:t>The business case should connect the proposed AI use to a real public health need.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An AI business case should begin with a problem statement.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One risk is hidden cost.</a:t>
            </a:r>
            <a:endParaRPr lang="en-US" sz="1700" dirty="0"/>
          </a:p>
          <a:p>
            <a:r>
              <a:rPr lang="en-US" sz="1700" dirty="0">
                <a:solidFill>
                  <a:srgbClr val="17364A"/>
                </a:solidFill>
                <a:latin typeface="Aptos" pitchFamily="34" charset="0"/>
                <a:ea typeface="Aptos" pitchFamily="34" charset="-122"/>
                <a:cs typeface="Aptos" pitchFamily="34" charset="-120"/>
              </a:rPr>
              <a:t>Agencies may purchase an AI tool without funding integration, monitoring, validation, staff training, or ongoing support.</a:t>
            </a:r>
            <a:endParaRPr lang="en-US" sz="1700" dirty="0"/>
          </a:p>
          <a:p>
            <a:r>
              <a:rPr lang="en-US" sz="1700" dirty="0">
                <a:solidFill>
                  <a:srgbClr val="17364A"/>
                </a:solidFill>
                <a:latin typeface="Aptos" pitchFamily="34" charset="0"/>
                <a:ea typeface="Aptos" pitchFamily="34" charset="-122"/>
                <a:cs typeface="Aptos" pitchFamily="34" charset="-120"/>
              </a:rPr>
              <a:t>A guardrail is to require total cost of ownership in every business case.</a:t>
            </a:r>
            <a:endParaRPr lang="en-US" sz="1700" dirty="0"/>
          </a:p>
          <a:p>
            <a:r>
              <a:rPr lang="en-US" sz="1700" dirty="0">
                <a:solidFill>
                  <a:srgbClr val="17364A"/>
                </a:solidFill>
                <a:latin typeface="Aptos" pitchFamily="34" charset="0"/>
                <a:ea typeface="Aptos" pitchFamily="34" charset="-122"/>
                <a:cs typeface="Aptos" pitchFamily="34" charset="-120"/>
              </a:rPr>
              <a:t>Another risk is benefits inflation.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One risk is hidden cost.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Generative AI business cases should include review time, source verification, and records considerations.</a:t>
            </a:r>
            <a:endParaRPr lang="en-US" sz="1700" dirty="0"/>
          </a:p>
          <a:p>
            <a:r>
              <a:rPr lang="en-US" sz="1700" dirty="0">
                <a:solidFill>
                  <a:srgbClr val="17364A"/>
                </a:solidFill>
                <a:latin typeface="Aptos" pitchFamily="34" charset="0"/>
                <a:ea typeface="Aptos" pitchFamily="34" charset="-122"/>
                <a:cs typeface="Aptos" pitchFamily="34" charset="-120"/>
              </a:rPr>
              <a:t>Predictive analytics business cases should include validation data, subgroup testing, and monitoring costs.</a:t>
            </a:r>
            <a:endParaRPr lang="en-US" sz="1700" dirty="0"/>
          </a:p>
          <a:p>
            <a:r>
              <a:rPr lang="en-US" sz="1700" dirty="0">
                <a:solidFill>
                  <a:srgbClr val="17364A"/>
                </a:solidFill>
                <a:latin typeface="Aptos" pitchFamily="34" charset="0"/>
                <a:ea typeface="Aptos" pitchFamily="34" charset="-122"/>
                <a:cs typeface="Aptos" pitchFamily="34" charset="-120"/>
              </a:rPr>
              <a:t>Agentic AI business cases should include security architecture, approval workflows, rollback, logging, and incident response.</a:t>
            </a:r>
            <a:endParaRPr lang="en-US" sz="1700" dirty="0"/>
          </a:p>
          <a:p>
            <a:r>
              <a:rPr lang="en-US" sz="1700" dirty="0">
                <a:solidFill>
                  <a:srgbClr val="17364A"/>
                </a:solidFill>
                <a:latin typeface="Aptos" pitchFamily="34" charset="0"/>
                <a:ea typeface="Aptos" pitchFamily="34" charset="-122"/>
                <a:cs typeface="Aptos" pitchFamily="34" charset="-120"/>
              </a:rPr>
              <a:t>Cost and value must reflect responsible use.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Generative AI business cases should include review time, source verification, and records considerations.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a:t>
            </a:r>
            <a:endParaRPr lang="en-US" sz="1700" dirty="0"/>
          </a:p>
          <a:p>
            <a:r>
              <a:rPr lang="en-US" sz="17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1700" dirty="0"/>
          </a:p>
          <a:p>
            <a:r>
              <a:rPr lang="en-US" sz="17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700" dirty="0"/>
          </a:p>
          <a:p>
            <a:r>
              <a:rPr lang="en-US" sz="17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Complete an AI business case review worksheet for one proposed investment.</a:t>
            </a:r>
            <a:endParaRPr lang="en-US" sz="1700" dirty="0"/>
          </a:p>
          <a:p>
            <a:r>
              <a:rPr lang="en-US" sz="1700" dirty="0">
                <a:solidFill>
                  <a:srgbClr val="17364A"/>
                </a:solidFill>
                <a:latin typeface="Aptos" pitchFamily="34" charset="0"/>
                <a:ea typeface="Aptos" pitchFamily="34" charset="-122"/>
                <a:cs typeface="Aptos" pitchFamily="34" charset="-120"/>
              </a:rPr>
              <a:t>Include problem, alternatives, expected benefits, total cost of ownership, risk, equity considerations, implementation.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Complete an AI business case review worksheet for one proposed investment.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Before You Begin</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Choose a real or realistic public health AI use case.</a:t>
            </a:r>
            <a:endParaRPr lang="en-US" sz="1700" dirty="0"/>
          </a:p>
          <a:p>
            <a:r>
              <a:rPr lang="en-US" sz="17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 before it is adopted.</a:t>
            </a:r>
            <a:endParaRPr lang="en-US" sz="1700" dirty="0"/>
          </a:p>
          <a:p>
            <a:r>
              <a:rPr lang="en-US" sz="17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 implementation.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Choose a real or realistic public health AI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business case worksheet; total cost of ownership estimate; benefits realization plan; alternatives analysis.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business case worksheet; total cost of ownership estimate; benefits realization plan; alternatives analysis.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business case worksheet; total cost of ownership estimate; benefits realization plan; alternatives analysis.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business case worksheet; total cost of ownership estimate; benefits realization plan; alternatives analysis.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700" dirty="0"/>
          </a:p>
          <a:p>
            <a:r>
              <a:rPr lang="en-US" sz="17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1700" dirty="0"/>
          </a:p>
          <a:p>
            <a:r>
              <a:rPr lang="en-US" sz="17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1700" dirty="0"/>
          </a:p>
          <a:p>
            <a:r>
              <a:rPr lang="en-US" sz="1700" dirty="0">
                <a:solidFill>
                  <a:srgbClr val="17364A"/>
                </a:solidFill>
                <a:latin typeface="Aptos" pitchFamily="34" charset="0"/>
                <a:ea typeface="Aptos" pitchFamily="34" charset="-122"/>
                <a:cs typeface="Aptos" pitchFamily="34" charset="-120"/>
              </a:rPr>
              <a:t>4. What is weak evidence of completion for a leadership and governance module?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NIST Privacy Framework</a:t>
            </a:r>
            <a:endParaRPr lang="en-US" sz="1700" dirty="0"/>
          </a:p>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Investment Strategy and Business Case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a:t>
            </a:r>
            <a:endParaRPr lang="en-US" sz="1700" dirty="0"/>
          </a:p>
          <a:p>
            <a:r>
              <a:rPr lang="en-US" sz="1700" dirty="0">
                <a:solidFill>
                  <a:srgbClr val="17364A"/>
                </a:solidFill>
                <a:latin typeface="Aptos" pitchFamily="34" charset="0"/>
                <a:ea typeface="Aptos" pitchFamily="34" charset="-122"/>
                <a:cs typeface="Aptos" pitchFamily="34" charset="-120"/>
              </a:rPr>
              <a:t>Agency strategic plans, procurement policies, privacy policies, cybersecurity policies, records policies, and equity plans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Investment Strategy and Business Case Review</dc:title>
  <dc:subject>AI Investment Strategy and Business Case Review learning module</dc:subject>
  <dc:creator>Paula Soper</dc:creator>
  <cp:lastModifiedBy>Paula Soper</cp:lastModifiedBy>
  <cp:revision>1</cp:revision>
  <dcterms:created xsi:type="dcterms:W3CDTF">2026-07-12T18:54:58Z</dcterms:created>
  <dcterms:modified xsi:type="dcterms:W3CDTF">2026-07-12T18:54:58Z</dcterms:modified>
</cp:coreProperties>
</file>