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210 Requirements Writing for AI Procurement and Implementation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requirements writing for ai procurement and implementation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requirements matrix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Requirements Writing for AI Procurement and Implementation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 requirement is a clear statement of what a system must do or how it must perform. AI requirements must cover functional capabilities, nonfunctional expectations, data handling, validation, transparency, monitoring, security, accessibility, interoperability, and support.
Functional requirements describe what the tool must do, such as summarize a case report, classify a complaint, or generate a draft message. Nonfunctional requirements describe how the tool must perform, such as uptime, response time, security, auditability, explainability, and accessibility.
Procurement requirements must be testable. If a requirement cannot be evaluated during proposal review, implementation, or acceptance testing, it is unlikely to protect the agency. Requirements should avoid vague claims such as “uses responsible AI” unless they are translated into evidence, controls, and deliverables.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agency procuring an AI-supported case triage tool should require interoperability with the surveillance system, role-based access, source traceability, validation results, subgroup performance reporting, audit logs, human review controls, incident reporting, documentation, and data deletion at contract end. These requirements make vendor claims testable and enforceable.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Strong AI requirements begin with intended use. The agency should state the specific workflow, users, data sources, outputs, and decisions the system may support. It should also state prohibited uses. This prevents scope creep and reduces the chance that a tool will be used for decisions it was not designed or approved to support.
Data requirements should specify allowed data sources, minimum necessary fields, terminology standards, data quality expectations, retention, ownership, reuse limits, and deletion requirements. If vendors will use agency data to improve models, that use should be explicitly approved or prohibited.
Acceptance and monitoring requirements should specify what evidence the vendor must provide before launch and throughout operations. This may include validation reports, test cases, model cards, change logs, uptime reports, incident reports, bias assessments, security documentation, and user training materials.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requirements matrix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requirements matrix. It should be specific to a public health workflow and should include technical dependencies, governance questions, human review expectations, monitoring indicators, and unresolved risks.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requirements matrix.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requirements writing for ai procurement and implementation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ONC interoperability resources and agency procurement templates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Requirements Writing for AI Procurement and Implementation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procurement requires stronger requirements than ordinary software.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to write requirements that can be.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Program Management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requirements writing for ai procurement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requirements writing for ai procurement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the purpose of requirements writing for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AI requirements matrix that can support readiness assessment,.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 requirements matrix that can support readiness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AI requirements matrix that can 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procurement requires stronger requirements than ordinary software.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how to write requirements that can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procurement requires stronger requirements than ordinary software purchasing.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Requirements Writing for AI Procurement and Implementation matters because.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Requirements Writing for AI Procurement and Implementation matters because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requirement is a clear statement of what a system must do or how it must.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requirements must cover functional capabilities, nonfunctional.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Functional requirements describe what the tool must do, such as summarize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requirement is a clear statement of what a system must do or how it must.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requirements must cover functional.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Functional requirements describe what the 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Nonfunctional requirements describe how the tool.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state health agency procuring an AI-supported case triage tool should.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requirements make vendor claims testable and enforceable.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state health agency procuring an AI-supported case triage tool should require.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state health agency procuring an AI-supported.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requirements make vendor claims testable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Strong AI requirements begin with intended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should state the specific workflow, users, data sources, outputs,.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also state prohibited uses.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Strong AI requirements begin with intended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agency should state the specific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prevents scope creep and reduces the chance.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requirements should specify allowed data.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staff do not connect technical decisions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provide demonstrations, dashboards,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require documentation, test.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predictive analytics, RAG,.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that drafts internal training text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should be applied during readiness.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AI requirements matrix for one real or realistic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AI requirements matrix for one real or realistic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requirements matrix.</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requirements matrix.</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requirements matrix. It should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requirements matrix. It should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requirements writing for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requirements writing for ai procurement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requirements.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ONC interoperability resources and agency procurement templates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privacy, cybersecurity, data governance, procurement, and records.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 records.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Writing for AI Procurement and Implementation</dc:title>
  <dc:subject>Requirements Writing for AI Procurement and Implementation learning module</dc:subject>
  <dc:creator>Paula Soper</dc:creator>
  <cp:lastModifiedBy>Paula Soper</cp:lastModifiedBy>
  <cp:revision>1</cp:revision>
  <dcterms:created xsi:type="dcterms:W3CDTF">2026-07-14T04:35:32Z</dcterms:created>
  <dcterms:modified xsi:type="dcterms:W3CDTF">2026-07-14T04:35:32Z</dcterms:modified>
</cp:coreProperties>
</file>