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200 Data Quality Engineering for AI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technical-architecture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major data quality dimensions relevant to public health AI.
Explain the difference between general data quality and fitness for a specific use.
Assess how missingness, timeliness, duplication, coding variation, and representativeness affect AI outputs.
Define quality thresholds, review rules, and escalation criteria for a workflow.
Produce a data quality review plan for an AI-supported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can create a false sense of precision when they produce polished outputs from weak data. A summary may sound authoritative even when key fields are missing. A risk score may look objective even when the data underrepresent communities with limited healthcare access. A classification model may appear efficient while encoding historical reporting patterns. Data quality engineering helps agencies identify these problems before they become operational decisions.
Public health data quality should always be evaluated in relation to the intended use. A dataset may be adequate for annual descriptive reporting but inadequate for real-time triage. A field may be useful for aggregate trends but too incomplete for individual-level decision support. Fitness for use is therefore a public health judgment as well as a technical assessment.
Data quality review also supports trust. Staff are more likely to use AI responsibly when they understand the limitations of the data behind the output. Leaders and communities are more likely to trust AI-supported workflows when limitations, uncertainty, and safeguards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Completeness. Completeness refers to whether required data fields are present. Missing fields may affect case classification, risk prediction, subgroup analysis, and outreach planning.
Timeliness. Timeliness refers to whether data are available quickly enough for the intended use. Delayed data may be acceptable for retrospective analysis but unsafe for urgent response.
Validity. Validity refers to whether values follow expected formats, ranges, and rules. Invalid dates, codes, units, or categories can undermine AI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Representativeness. Representativeness refers to whether data reflect the population, events, or settings relevant to the use case. Underrepresentation can produce biased or incomplete AI outputs.
Data drift. Data drift is a change in data patterns over time. Drift can occur when reporting partners, testing practices, disease patterns, coding rules, or community behaviors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 to identify cases needing rapid follow-up. If demographic fields are missing more often for some populations, the model may be less reliable for those groups. If the data feed from certain clinics is delayed, the prioritization queue may reflect reporting timeliness rather than true need. A data quality review can reveal these issues before the tool is deployed.
A community health assessment team may use AI to summarize survey comments and administrative data. If survey responses are not representative of residents with limited English proficiency, unstable housing, disability, or limited internet access, the AI-generated themes may miss important community needs. Data quality engineering should include equity and representativeness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Data quality engineering begins by defining required fields and acceptable thresholds for the intended use. For an AI-supported case triage workflow, required fields may include condition, lab evidence, onset date, specimen date, jurisdiction, age, pregnancy status, hospitalization, and contact information. The agency should decide which missing fields stop automated support, which trigger a warning, and which can be handled through human review.
Quality measurement should include completeness, timeliness, validity, consistency, uniqueness, accuracy, and representativeness. Some dimensions can be measured automatically. Others require program knowledge, source review, or comparison to external benchmarks. Data quality should not be treated as a one-time predeployment activity. It should be monitored throughout the AI lifecycle.
Documentation is essential. A data quality plan should describe known limitations, review thresholds, monitoring frequency, responsible owners, escalation criteria, and decisions about acceptable use. When data quality is insufficient, the correct response may be to restrict the use case, add human review, improve the data pipeline, delay deployment, or avoid AI use for that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Confident output from weak data. AI may produce polished outputs from incomplete or biased data. Guardrails include uncertainty labeling, source review, and limits on use.
Fitness-for-use mismatch. Data suitable for one purpose may be unsafe for another. Guardrails include use-case-specific quality criteria and approval conditions.
Unmonitored drift. Data patterns may change after deployment. Guardrails include drift indicators, periodic review, and retraining or recalibration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Equity blind spots. Missingness and underrepresentation may affect some groups more than others. Guardrails include subgroup review, community context, and documentation of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datasets or records, but the output must reflect missingness and uncertainty. Predictive analytics depend heavily on feature quality, label quality, and representative training data. NLP may be affected by language variation, abbreviations, and documentation practices. RAG depends on document quality, metadata, and currency. Agentic AI should be blocked from acting automatically when required data are missing or quality thresholds are not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data quality problems most often affect your program area?
Which missing fields would make an AI output unsafe or unreliable?
Which populations or settings may be underrepresented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would staff detect data drift?
Who has authority to pause or limit AI use when data quality is insufficient?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data quality review plan for one AI-supported workflow. Include the use case, required fields, quality dimensions, thresholds or review rules, known limitations, equity concerns, drift monitoring, documentation expectations, and escalation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quality review plan
Data quality checklist
Thresholds or review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Known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Data quality review plan
Data quality checklist
Thresholds or review criteria
Known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fitness for use mean?
2. Why can poor data quality be dangerous in AI-supported workflows?
3. What is data drift?
4. Which item belongs in a data quality review plan?
5. When should an AI use case be paused or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surveillance and data quality resources
CDC Public Health Data Strategy: https://www.cdc.gov/public-health-data-strategy/php/about/index.html
NIST AI Risk Management Framework: https://www.nist.gov/itl/ai-risk-management-framework
Agency data governance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Quality Engineering for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quality engineering is the practical work of defining, measuring, improving, and monitoring data quality so.</a:t>
            </a:r>
            <a:endParaRPr lang="en-US" sz="2100" dirty="0"/>
          </a:p>
          <a:p>
            <a:r>
              <a:rPr lang="en-US" sz="2100" dirty="0">
                <a:solidFill>
                  <a:srgbClr val="17364A"/>
                </a:solidFill>
                <a:latin typeface="Aptos" pitchFamily="34" charset="0"/>
                <a:ea typeface="Aptos" pitchFamily="34" charset="-122"/>
                <a:cs typeface="Aptos" pitchFamily="34" charset="-120"/>
              </a:rPr>
              <a:t>In public health AI, data quality is not a background concern.</a:t>
            </a:r>
            <a:endParaRPr lang="en-US" sz="2100" dirty="0"/>
          </a:p>
          <a:p>
            <a:r>
              <a:rPr lang="en-US" sz="2100" dirty="0">
                <a:solidFill>
                  <a:srgbClr val="17364A"/>
                </a:solidFill>
                <a:latin typeface="Aptos" pitchFamily="34" charset="0"/>
                <a:ea typeface="Aptos" pitchFamily="34" charset="-122"/>
                <a:cs typeface="Aptos" pitchFamily="34" charset="-120"/>
              </a:rPr>
              <a:t>It directly affects whether AI outputs are accurate, equitable, timely, and safe enough to support public health.</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major data quality dimensions relevant to public health AI.</a:t>
            </a:r>
            <a:endParaRPr lang="en-US" sz="2100" dirty="0"/>
          </a:p>
          <a:p>
            <a:r>
              <a:rPr lang="en-US" sz="2100" dirty="0">
                <a:solidFill>
                  <a:srgbClr val="17364A"/>
                </a:solidFill>
                <a:latin typeface="Aptos" pitchFamily="34" charset="0"/>
                <a:ea typeface="Aptos" pitchFamily="34" charset="-122"/>
                <a:cs typeface="Aptos" pitchFamily="34" charset="-120"/>
              </a:rPr>
              <a:t>Explain the difference between general data quality and fitness for a specific use.</a:t>
            </a:r>
            <a:endParaRPr lang="en-US" sz="2100" dirty="0"/>
          </a:p>
          <a:p>
            <a:r>
              <a:rPr lang="en-US" sz="2100" dirty="0">
                <a:solidFill>
                  <a:srgbClr val="17364A"/>
                </a:solidFill>
                <a:latin typeface="Aptos" pitchFamily="34" charset="0"/>
                <a:ea typeface="Aptos" pitchFamily="34" charset="-122"/>
                <a:cs typeface="Aptos" pitchFamily="34" charset="-120"/>
              </a:rPr>
              <a:t>Assess how missingness, timeliness, duplication, coding variation, and representativeness affect AI.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major data quality dimensions relevant to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quality engineering is the practical work of defining, measuring, improving, and monitoring data.</a:t>
            </a:r>
            <a:endParaRPr lang="en-US" sz="2100" dirty="0"/>
          </a:p>
          <a:p>
            <a:r>
              <a:rPr lang="en-US" sz="2100" dirty="0">
                <a:solidFill>
                  <a:srgbClr val="17364A"/>
                </a:solidFill>
                <a:latin typeface="Aptos" pitchFamily="34" charset="0"/>
                <a:ea typeface="Aptos" pitchFamily="34" charset="-122"/>
                <a:cs typeface="Aptos" pitchFamily="34" charset="-120"/>
              </a:rPr>
              <a:t>In public health AI, data quality is not a background concern.</a:t>
            </a:r>
            <a:endParaRPr lang="en-US" sz="2100" dirty="0"/>
          </a:p>
          <a:p>
            <a:r>
              <a:rPr lang="en-US" sz="2100" dirty="0">
                <a:solidFill>
                  <a:srgbClr val="17364A"/>
                </a:solidFill>
                <a:latin typeface="Aptos" pitchFamily="34" charset="0"/>
                <a:ea typeface="Aptos" pitchFamily="34" charset="-122"/>
                <a:cs typeface="Aptos" pitchFamily="34" charset="-120"/>
              </a:rPr>
              <a:t>It directly affects whether AI outputs are accurate, equitable, timely, and safe enough to support.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quality engineering is the practical work of defining, measuring, improving, and monitoring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systems can create a false sense of precision when they produce polished outputs from weak data.</a:t>
            </a:r>
            <a:endParaRPr lang="en-US" sz="2100" dirty="0"/>
          </a:p>
          <a:p>
            <a:r>
              <a:rPr lang="en-US" sz="2100" dirty="0">
                <a:solidFill>
                  <a:srgbClr val="17364A"/>
                </a:solidFill>
                <a:latin typeface="Aptos" pitchFamily="34" charset="0"/>
                <a:ea typeface="Aptos" pitchFamily="34" charset="-122"/>
                <a:cs typeface="Aptos" pitchFamily="34" charset="-120"/>
              </a:rPr>
              <a:t>A summary may sound authoritative even when key fields are missing.</a:t>
            </a:r>
            <a:endParaRPr lang="en-US" sz="2100" dirty="0"/>
          </a:p>
          <a:p>
            <a:r>
              <a:rPr lang="en-US" sz="2100" dirty="0">
                <a:solidFill>
                  <a:srgbClr val="17364A"/>
                </a:solidFill>
                <a:latin typeface="Aptos" pitchFamily="34" charset="0"/>
                <a:ea typeface="Aptos" pitchFamily="34" charset="-122"/>
                <a:cs typeface="Aptos" pitchFamily="34" charset="-120"/>
              </a:rPr>
              <a:t>A risk score may look objective even when the data underrepresent communities with limited healthcare.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systems can create a false sense of precision when they produce polished outputs from weak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Completeness.</a:t>
            </a:r>
            <a:endParaRPr lang="en-US" sz="2100" dirty="0"/>
          </a:p>
          <a:p>
            <a:r>
              <a:rPr lang="en-US" sz="2100" dirty="0">
                <a:solidFill>
                  <a:srgbClr val="17364A"/>
                </a:solidFill>
                <a:latin typeface="Aptos" pitchFamily="34" charset="0"/>
                <a:ea typeface="Aptos" pitchFamily="34" charset="-122"/>
                <a:cs typeface="Aptos" pitchFamily="34" charset="-120"/>
              </a:rPr>
              <a:t>Completeness refers to whether required data fields are present.</a:t>
            </a:r>
            <a:endParaRPr lang="en-US" sz="2100" dirty="0"/>
          </a:p>
          <a:p>
            <a:r>
              <a:rPr lang="en-US" sz="2100" dirty="0">
                <a:solidFill>
                  <a:srgbClr val="17364A"/>
                </a:solidFill>
                <a:latin typeface="Aptos" pitchFamily="34" charset="0"/>
                <a:ea typeface="Aptos" pitchFamily="34" charset="-122"/>
                <a:cs typeface="Aptos" pitchFamily="34" charset="-120"/>
              </a:rPr>
              <a:t>Missing fields may affect case classification, risk prediction, subgroup analysis, and outreach planning.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Completeness.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Representativeness.</a:t>
            </a:r>
            <a:endParaRPr lang="en-US" sz="2100" dirty="0"/>
          </a:p>
          <a:p>
            <a:r>
              <a:rPr lang="en-US" sz="2100" dirty="0">
                <a:solidFill>
                  <a:srgbClr val="17364A"/>
                </a:solidFill>
                <a:latin typeface="Aptos" pitchFamily="34" charset="0"/>
                <a:ea typeface="Aptos" pitchFamily="34" charset="-122"/>
                <a:cs typeface="Aptos" pitchFamily="34" charset="-120"/>
              </a:rPr>
              <a:t>Representativeness refers to whether data reflect the population, events, or settings relevant to the.</a:t>
            </a:r>
            <a:endParaRPr lang="en-US" sz="2100" dirty="0"/>
          </a:p>
          <a:p>
            <a:r>
              <a:rPr lang="en-US" sz="2100" dirty="0">
                <a:solidFill>
                  <a:srgbClr val="17364A"/>
                </a:solidFill>
                <a:latin typeface="Aptos" pitchFamily="34" charset="0"/>
                <a:ea typeface="Aptos" pitchFamily="34" charset="-122"/>
                <a:cs typeface="Aptos" pitchFamily="34" charset="-120"/>
              </a:rPr>
              <a:t>Underrepresentation can produce biased or incomplete AI outputs.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Representativeness.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use AI to identify cases needing rapid follow-up.</a:t>
            </a:r>
            <a:endParaRPr lang="en-US" sz="2100" dirty="0"/>
          </a:p>
          <a:p>
            <a:r>
              <a:rPr lang="en-US" sz="2100" dirty="0">
                <a:solidFill>
                  <a:srgbClr val="17364A"/>
                </a:solidFill>
                <a:latin typeface="Aptos" pitchFamily="34" charset="0"/>
                <a:ea typeface="Aptos" pitchFamily="34" charset="-122"/>
                <a:cs typeface="Aptos" pitchFamily="34" charset="-120"/>
              </a:rPr>
              <a:t>If demographic fields are missing more often for some populations, the model may be less reliable for.</a:t>
            </a:r>
            <a:endParaRPr lang="en-US" sz="2100" dirty="0"/>
          </a:p>
          <a:p>
            <a:r>
              <a:rPr lang="en-US" sz="2100" dirty="0">
                <a:solidFill>
                  <a:srgbClr val="17364A"/>
                </a:solidFill>
                <a:latin typeface="Aptos" pitchFamily="34" charset="0"/>
                <a:ea typeface="Aptos" pitchFamily="34" charset="-122"/>
                <a:cs typeface="Aptos" pitchFamily="34" charset="-120"/>
              </a:rPr>
              <a:t>If the data feed from certain clinics is delayed, the prioritization queue may reflect reporting.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use AI to identify cases needing rapid follow-up.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quality engineering begins by defining required fields and acceptable thresholds for the intended.</a:t>
            </a:r>
            <a:endParaRPr lang="en-US" sz="2100" dirty="0"/>
          </a:p>
          <a:p>
            <a:r>
              <a:rPr lang="en-US" sz="2100" dirty="0">
                <a:solidFill>
                  <a:srgbClr val="17364A"/>
                </a:solidFill>
                <a:latin typeface="Aptos" pitchFamily="34" charset="0"/>
                <a:ea typeface="Aptos" pitchFamily="34" charset="-122"/>
                <a:cs typeface="Aptos" pitchFamily="34" charset="-120"/>
              </a:rPr>
              <a:t>For an AI-supported case triage workflow, required fields may include condition, lab evidence, onset.</a:t>
            </a:r>
            <a:endParaRPr lang="en-US" sz="2100" dirty="0"/>
          </a:p>
          <a:p>
            <a:r>
              <a:rPr lang="en-US" sz="2100" dirty="0">
                <a:solidFill>
                  <a:srgbClr val="17364A"/>
                </a:solidFill>
                <a:latin typeface="Aptos" pitchFamily="34" charset="0"/>
                <a:ea typeface="Aptos" pitchFamily="34" charset="-122"/>
                <a:cs typeface="Aptos" pitchFamily="34" charset="-120"/>
              </a:rPr>
              <a:t>The agency should decide which missing fields stop automated support, which trigger a warning,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quality engineering begins by defining required fields and acceptable thresholds for the intended.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Confident output from weak data.</a:t>
            </a:r>
            <a:endParaRPr lang="en-US" sz="2100" dirty="0"/>
          </a:p>
          <a:p>
            <a:r>
              <a:rPr lang="en-US" sz="2100" dirty="0">
                <a:solidFill>
                  <a:srgbClr val="17364A"/>
                </a:solidFill>
                <a:latin typeface="Aptos" pitchFamily="34" charset="0"/>
                <a:ea typeface="Aptos" pitchFamily="34" charset="-122"/>
                <a:cs typeface="Aptos" pitchFamily="34" charset="-120"/>
              </a:rPr>
              <a:t>AI may produce polished outputs from incomplete or biased data.</a:t>
            </a:r>
            <a:endParaRPr lang="en-US" sz="2100" dirty="0"/>
          </a:p>
          <a:p>
            <a:r>
              <a:rPr lang="en-US" sz="2100" dirty="0">
                <a:solidFill>
                  <a:srgbClr val="17364A"/>
                </a:solidFill>
                <a:latin typeface="Aptos" pitchFamily="34" charset="0"/>
                <a:ea typeface="Aptos" pitchFamily="34" charset="-122"/>
                <a:cs typeface="Aptos" pitchFamily="34" charset="-120"/>
              </a:rPr>
              <a:t>Guardrails include uncertainty labeling, source review, and limits on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Confident output from weak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blind spots.</a:t>
            </a:r>
            <a:endParaRPr lang="en-US" sz="2100" dirty="0"/>
          </a:p>
          <a:p>
            <a:r>
              <a:rPr lang="en-US" sz="2100" dirty="0">
                <a:solidFill>
                  <a:srgbClr val="17364A"/>
                </a:solidFill>
                <a:latin typeface="Aptos" pitchFamily="34" charset="0"/>
                <a:ea typeface="Aptos" pitchFamily="34" charset="-122"/>
                <a:cs typeface="Aptos" pitchFamily="34" charset="-120"/>
              </a:rPr>
              <a:t>Missingness and underrepresentation may affect some groups more than others.</a:t>
            </a:r>
            <a:endParaRPr lang="en-US" sz="2100" dirty="0"/>
          </a:p>
          <a:p>
            <a:r>
              <a:rPr lang="en-US" sz="2100" dirty="0">
                <a:solidFill>
                  <a:srgbClr val="17364A"/>
                </a:solidFill>
                <a:latin typeface="Aptos" pitchFamily="34" charset="0"/>
                <a:ea typeface="Aptos" pitchFamily="34" charset="-122"/>
                <a:cs typeface="Aptos" pitchFamily="34" charset="-120"/>
              </a:rPr>
              <a:t>Guardrails include subgroup review, community context, and documentation of limitations.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blind spots.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summarize datasets or records, but the output must reflect missingness and uncertainty.</a:t>
            </a:r>
            <a:endParaRPr lang="en-US" sz="2100" dirty="0"/>
          </a:p>
          <a:p>
            <a:r>
              <a:rPr lang="en-US" sz="2100" dirty="0">
                <a:solidFill>
                  <a:srgbClr val="17364A"/>
                </a:solidFill>
                <a:latin typeface="Aptos" pitchFamily="34" charset="0"/>
                <a:ea typeface="Aptos" pitchFamily="34" charset="-122"/>
                <a:cs typeface="Aptos" pitchFamily="34" charset="-120"/>
              </a:rPr>
              <a:t>Predictive analytics depend heavily on feature quality, label quality, and representative training data.</a:t>
            </a:r>
            <a:endParaRPr lang="en-US" sz="2100" dirty="0"/>
          </a:p>
          <a:p>
            <a:r>
              <a:rPr lang="en-US" sz="2100" dirty="0">
                <a:solidFill>
                  <a:srgbClr val="17364A"/>
                </a:solidFill>
                <a:latin typeface="Aptos" pitchFamily="34" charset="0"/>
                <a:ea typeface="Aptos" pitchFamily="34" charset="-122"/>
                <a:cs typeface="Aptos" pitchFamily="34" charset="-120"/>
              </a:rPr>
              <a:t>NLP may be affected by language variation, abbreviations, and documentation practices.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summarize datasets or records, but the output must reflect missingness and uncertainty.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data quality problems most often affect your program area?</a:t>
            </a:r>
            <a:endParaRPr lang="en-US" sz="2100" dirty="0"/>
          </a:p>
          <a:p>
            <a:r>
              <a:rPr lang="en-US" sz="2100" dirty="0">
                <a:solidFill>
                  <a:srgbClr val="17364A"/>
                </a:solidFill>
                <a:latin typeface="Aptos" pitchFamily="34" charset="0"/>
                <a:ea typeface="Aptos" pitchFamily="34" charset="-122"/>
                <a:cs typeface="Aptos" pitchFamily="34" charset="-120"/>
              </a:rPr>
              <a:t>Which missing fields would make an AI output unsafe or unreliable?</a:t>
            </a:r>
            <a:endParaRPr lang="en-US" sz="2100" dirty="0"/>
          </a:p>
          <a:p>
            <a:r>
              <a:rPr lang="en-US" sz="2100" dirty="0">
                <a:solidFill>
                  <a:srgbClr val="17364A"/>
                </a:solidFill>
                <a:latin typeface="Aptos" pitchFamily="34" charset="0"/>
                <a:ea typeface="Aptos" pitchFamily="34" charset="-122"/>
                <a:cs typeface="Aptos" pitchFamily="34" charset="-120"/>
              </a:rPr>
              <a:t>Which populations or settings may be underrepresented in the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data quality problems most often affect your program area?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would staff detect data drift?</a:t>
            </a:r>
            <a:endParaRPr lang="en-US" sz="2100" dirty="0"/>
          </a:p>
          <a:p>
            <a:r>
              <a:rPr lang="en-US" sz="2100" dirty="0">
                <a:solidFill>
                  <a:srgbClr val="17364A"/>
                </a:solidFill>
                <a:latin typeface="Aptos" pitchFamily="34" charset="0"/>
                <a:ea typeface="Aptos" pitchFamily="34" charset="-122"/>
                <a:cs typeface="Aptos" pitchFamily="34" charset="-120"/>
              </a:rPr>
              <a:t>Who has authority to pause or limit AI use when data quality is insufficient?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would staff detect data drift?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data quality review plan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the use case, required fields, quality dimensions, thresholds or review rules, known.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data quality review plan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quality review plan</a:t>
            </a:r>
            <a:endParaRPr lang="en-US" sz="2100" dirty="0"/>
          </a:p>
          <a:p>
            <a:r>
              <a:rPr lang="en-US" sz="2100" dirty="0">
                <a:solidFill>
                  <a:srgbClr val="17364A"/>
                </a:solidFill>
                <a:latin typeface="Aptos" pitchFamily="34" charset="0"/>
                <a:ea typeface="Aptos" pitchFamily="34" charset="-122"/>
                <a:cs typeface="Aptos" pitchFamily="34" charset="-120"/>
              </a:rPr>
              <a:t>Data quality checklist</a:t>
            </a:r>
            <a:endParaRPr lang="en-US" sz="2100" dirty="0"/>
          </a:p>
          <a:p>
            <a:r>
              <a:rPr lang="en-US" sz="2100" dirty="0">
                <a:solidFill>
                  <a:srgbClr val="17364A"/>
                </a:solidFill>
                <a:latin typeface="Aptos" pitchFamily="34" charset="0"/>
                <a:ea typeface="Aptos" pitchFamily="34" charset="-122"/>
                <a:cs typeface="Aptos" pitchFamily="34" charset="-120"/>
              </a:rPr>
              <a:t>Thresholds or review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quality review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Known limitations statement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Known limitations statement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quality review plan</a:t>
            </a:r>
            <a:endParaRPr lang="en-US" sz="2100" dirty="0"/>
          </a:p>
          <a:p>
            <a:r>
              <a:rPr lang="en-US" sz="2100" dirty="0">
                <a:solidFill>
                  <a:srgbClr val="17364A"/>
                </a:solidFill>
                <a:latin typeface="Aptos" pitchFamily="34" charset="0"/>
                <a:ea typeface="Aptos" pitchFamily="34" charset="-122"/>
                <a:cs typeface="Aptos" pitchFamily="34" charset="-120"/>
              </a:rPr>
              <a:t>Data quality checklist</a:t>
            </a:r>
            <a:endParaRPr lang="en-US" sz="2100" dirty="0"/>
          </a:p>
          <a:p>
            <a:r>
              <a:rPr lang="en-US" sz="2100" dirty="0">
                <a:solidFill>
                  <a:srgbClr val="17364A"/>
                </a:solidFill>
                <a:latin typeface="Aptos" pitchFamily="34" charset="0"/>
                <a:ea typeface="Aptos" pitchFamily="34" charset="-122"/>
                <a:cs typeface="Aptos" pitchFamily="34" charset="-120"/>
              </a:rPr>
              <a:t>Thresholds or review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quality review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does fitness for use mean?</a:t>
            </a:r>
            <a:endParaRPr lang="en-US" sz="2100" dirty="0"/>
          </a:p>
          <a:p>
            <a:r>
              <a:rPr lang="en-US" sz="2100" dirty="0">
                <a:solidFill>
                  <a:srgbClr val="17364A"/>
                </a:solidFill>
                <a:latin typeface="Aptos" pitchFamily="34" charset="0"/>
                <a:ea typeface="Aptos" pitchFamily="34" charset="-122"/>
                <a:cs typeface="Aptos" pitchFamily="34" charset="-120"/>
              </a:rPr>
              <a:t>2. Why can poor data quality be dangerous in AI-supported workflows?</a:t>
            </a:r>
            <a:endParaRPr lang="en-US" sz="2100" dirty="0"/>
          </a:p>
          <a:p>
            <a:r>
              <a:rPr lang="en-US" sz="2100" dirty="0">
                <a:solidFill>
                  <a:srgbClr val="17364A"/>
                </a:solidFill>
                <a:latin typeface="Aptos" pitchFamily="34" charset="0"/>
                <a:ea typeface="Aptos" pitchFamily="34" charset="-122"/>
                <a:cs typeface="Aptos" pitchFamily="34" charset="-120"/>
              </a:rPr>
              <a:t>3. What is data drift?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does fitness for use mean?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surveillance and data quality resources</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surveillance and data quality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Quality Engineering for AI</dc:title>
  <dc:subject>Data Quality Engineering for AI learning module</dc:subject>
  <dc:creator>Paula Soper</dc:creator>
  <cp:lastModifiedBy>Paula Soper</cp:lastModifiedBy>
  <cp:revision>1</cp:revision>
  <dcterms:created xsi:type="dcterms:W3CDTF">2026-07-12T19:55:21Z</dcterms:created>
  <dcterms:modified xsi:type="dcterms:W3CDTF">2026-07-12T19:55:21Z</dcterms:modified>
</cp:coreProperties>
</file>