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should be evaluated not only by model accuracy, but also by whether.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define measures for timeliness,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helps agencies avoid adopting AI because it is novel and instead assess.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Operations and Data Quality.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measuring ai value, performance, and operational.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measuring ai value, performance, and operational impact.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value and impact measurement plan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value and impact measurement plan that can support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value and impact measurement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tools should be evaluated not only by model accuracy, but also by whether.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to define measures for timeliness, quality,.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helps agencies avoid adopting AI because it is novel and instead assess.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should be evaluated not only by model accuracy, but also by whether.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tools should be evaluated not only by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learners to define measures.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helps agencies avoid adopting AI because it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Measuring AI Value, Performance, and Operational Impact matters because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Measuring AI Value, Performance, and Operational Impact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Measuring AI Value, Performance, and Operational.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topic also affects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must be able to explain 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value is the benefit created by an AI-supported workflow relative to its.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Value may include faster response, improved quality, reduced burden, better.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Model performance measures how well the AI system performs a technical task.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value is the benefit created by an AI-supported workflow relative to 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value is the benefit created by an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Value may include faster response, improved.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Operational impact measures whether the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deploy AI to summarize case reports with the goal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Accuracy alone is not enough to prove value.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also measure review time, editing burden, error types,.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deploy AI to summarize case reports with the goal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deploy AI to summarize.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also measure review time,.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Value measurement begins with a theory of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team should explain how the AI capability is expected to improve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a summarization tool may reduce review time, improve.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Value measurement begins with a theory of change.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team should explain how the AI capability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example, a summarization tool may reduce.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assumptions should be tested rather than.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value and impact measurement plan for one real or realistic.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value and impact measurement plan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value and impact measurement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value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value and impact measurement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value and impact measurement plan. 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value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reason to address measuring ai value, performance,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reason to address measuring ai value, performance,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measuring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AI RMF Generative AI Profile:.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performance management, quality.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2026-07-13T03:02:47Z</dcterms:created>
  <dcterms:modified xsi:type="dcterms:W3CDTF">2026-07-13T03:02:47Z</dcterms:modified>
</cp:coreProperties>
</file>