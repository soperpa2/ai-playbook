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Analysis for AI-Enabled Public Health Systems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applied/foundational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business analysis for ai-enabled public health systems in public health AI work.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technical, operational, privacy, security, equity, and governance issues associated with the topic.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topic to a real or realistic public health workflow, system, or implementation scenario.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common failure modes that can affect safety, accuracy, trust, workflow fit, or sustainability.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practical guardrails that should be documented before implementation.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AI business analysis package that can support readiness assessment, governance review, procurement, implementation, or…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The expected artifact is a completed AI business analysis package. It should be specific to a public health workflow and…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Program Management Role-Based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pmg-200-business-analysis-for-ai-enabled-public-health-systems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200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Analysis for AI-Enabled Public Health Systems matters because AI systems are embedded in public health programs, data systems, and decision…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topic affects whether AI outputs are accurate, explainable, safe, equitable, secure, and sustainable.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that ignore this area may create tools that work in a demonstration but fail in actual practice.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topic also affects accountability.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must be able to explain how data are used, why a tool was approved, what evidence supports the workflow, who reviews outputs,…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200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10607040" cy="3474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analysis clarifies the problem, workflow, users, requirements, constraints, and success criteria before technology…</a:t>
            </a:r>
            <a:endParaRPr lang="en-US" sz="1800" dirty="0"/>
          </a:p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user story describes what a user needs to do and why: In AI work, user stories should include human review, data requirements, documentation, and limitations. A…</a:t>
            </a:r>
            <a:endParaRPr lang="en-US" sz="1800" dirty="0"/>
          </a:p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criteria are testable conditions that determine whether a requirement has been met. For AI systems, acceptance…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5257800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367528"/>
            <a:ext cx="10332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Facilitator note: Ask learners to translate each concept into a public health workflow example before moving to the exercise.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200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local health department may want AI to help classify community complaints.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business analyst would clarify whether the real problem is high complaint volume, inconsistent routing, delayed response, lack of category…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resulting requirements may call for classification support with human review rather than fully automated complaint resolution.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AI, predictive analytics, RAG, automation, and agentic workflows all depend on the controls described in this module.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controls should be scaled to the risk of the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tool that drafts internal training text may require lighter review than a tool that updates case records, prioritizes outreach, or supports…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module should be applied during readiness assessment, procurement, implementation planning, pilot testing, and post-deployment monitoring.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200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analysis begins with problem definition.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should document the public health objective, the operational pain point, the affected users, the current workflow, the decision…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vague goal such as “use AI to improve efficiency” is not sufficient for implementation.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should be grounded in workflow.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Analysts should define current-state and future-state processes, data inputs, outputs, decision points, exception handling, reporting…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helps prevent tools from being procured without a clear implementation pathway.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200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the topic as a technical detail rather than a public health control.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staff do not connect technical decisions to authority, workflow, equity, privacy, security, and accountability, the agency…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risk is relying on vendor claims without agency-defined evidence.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Vendors may provide demonstrations, dashboards, or summary metrics that do not match the agency workflow or data environment.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require documentation, test results, acceptance criteria, and agency-controlled review.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200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AI business analysis package for one real or realistic public health AI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artifact should describe the use case, affected users, data sources, system dependencies, risks, guardrails, review points, and unresolved…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exercise should produce a work product that could be used in a governance meeting, procurement review, implementation planning session,…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expected artifact is a completed AI business analysis package. It should be specific to a public health workflow and…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Risk Management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LLM Applications, when security or AI integrations are relevant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privacy, cybersecurity, data governance, procurement, and records management…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200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best reason to address business analysis for ai-enabled public health systems before deployment?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practice best supports responsible implementation?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statement best describes a common failure mode?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should be included in the practical artifact for this module?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When should the issue be escalated for governance or leadership review?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200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PMG 200: Business Analysis for AI-Enabled Public Health Systems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