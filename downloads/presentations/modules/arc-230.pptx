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230 Electronic Case Reporting Technical Workflow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 Vision &amp; Guardrails - This lesson informs Play 1 by helping learners connect the lesson topic to vision &amp; guardrails work in the AI Playbook sequence.
Play 12: Execute Governance and Oversight - This lesson informs Play 12 by helping learners connect the lesson topic to execute governance and oversight work in the AI Playbook.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AI Evaluation &amp; Outcomes Reporting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basic eCR workflow from EHR trigger to public health action.
Explain the roles of eICR, Reportability Response, eRSD, and RCTC.
Identify eCR data quality, routing, and onboarding issues that can affect AI use.
Assess where AI may support eCR workflows and where human review remains required.
Produce an AI-readiness review for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case reporting is one of the clearest examples of public health automation. It uses data from electronic health records and reporting logic to support more timely case reporting to public health agencies. This module teaches learners how eCR works technically and how AI might support eCR-related workflows without replacing public health authority, epidemiologic review, or system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eCR matters for AI because it brings structured, timely, clinically relevant information into public health workflows. It can reduce manual reporting burden and improve the speed of public health awareness. However, eCR is not simply a data feed. It includes trigger logic, routing, standards, jurisdictional rules, provider workflows, public health system intake, and case investigation processes.
AI may support eCR by summarizing incoming reports, identifying missing information, prioritizing work queues, flagging possible duplicates, or assisting with routing. These uses can be valuable, but they depend on accurate trigger criteria, complete eICR content, correct reportability logic, and careful human review. An AI tool should not silently decide that a case is irrelevant, close a record, or override public health reporting rules.
Understanding eCR also helps staff distinguish automation from judgment. eCR can automate exchange and reporting logic, but public health professionals still interpret context, apply jurisdictional procedures, communicate with providers, and document final decisions. AI should be designed to support those responsibilities rather than obscure them.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Electronic case reporting. Electronic case reporting is the automated exchange of case report information from healthcare to public health. It is designed to improve timeliness, completeness, and consistency in reportable condition workflows.
eICR. The electronic initial case report is the structured report sent from healthcare to public health. It may include patient demographics, encounter details, diagnoses, lab results, medications, pregnancy status, provider information, and other clinically relevant data.
Reportability Response. A Reportability Response communicates information back to the reporting system or provider, such as whether a case is reportable and what next steps or guidance may apply. It supports a more interactive reporting process.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eRSD and RCTC. Electronic Reporting and Surveillance Distribution supports the distribution of reporting criteria and trigger code value sets. Reportable Conditions Trigger Codes help EHRs determine when an eICR should be generated. These components are essential to reliable and current triggering.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jurisdiction may receive eICRs for a reportable condition and want AI to create an investigator-facing summary. The tool could highlight the suspected condition, key dates, lab evidence, symptoms, provider details, pregnancy status, missing fields, and previous related records. This could reduce staff burden, but only if users can inspect the source data and correct errors.
Another jurisdiction may want to use AI to triage incoming eICRs by urgency. This use has higher risk because prioritization may affect response timing. The agency would need to validate the triage logic, assess false positives and false negatives, review subgroup performance, and ensure that staff can override the AI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The eCR workflow begins before a report reaches public health. EHR systems use trigger criteria and value sets to identify encounters that may need reporting. The eICR is generated and transmitted through an exchange process to the appropriate public health jurisdiction. Public health systems then receive, parse, route, review, and incorporate the information into surveillance workflows.
AI readiness depends on several technical questions. Staff need to know which eICR sections are available, how data are mapped into the surveillance system, whether narrative text is included, how person and case matching occur, and how missing or conflicting information is displayed. They also need to know whether the AI tool uses only the eICR, the surveillance record, prior case history, or external guidance documents.
Validation should include realistic eCR scenarios. Test cases should include complete reports, incomplete reports, duplicate reports, conflicting lab and diagnosis information, reports from different provider types, and cases requiring escalation. The goal is to test whether the AI-supported workflow helps staff review reports more effectively without hiding uncertainty or creating unsafe automation.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Incorrect trigger assumptions. If trigger value sets or reporting criteria are outdated, the workflow may generate missing or inappropriate reports. Guardrails include current eRSD/RCTC management, onboarding checks, and periodic review.
Unsupported summaries. Generative AI summaries may include statements not supported by the eICR. Guardrails include source citations, side-by-side review, and user correction workflows.
Unsafe triage. AI prioritization may delay review of important cases if false negatives occur. Guardrails include validation, monitoring, threshold review, and human override.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Routing errors. Incorrect jurisdiction or program routing can delay response. Guardrails include routing validation, exception queues, and escalation procedures.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summarize eICR content, but summaries should display source evidence and uncertainty. Predictive models may support prioritization, but only after validation against public health outcomes and review workflows. RAG may provide disease-specific guidance to investigators, but document sources must be current and authoritative. Agentic AI could create follow-up tasks, but task creation should be constrained and auditable.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your agency receive, review, or process case reports today?
Which steps are automated and which remain manual?
Where are timeliness, completeness, routing, or duplication problems most common?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eCR tasks could AI support safely?
Which tasks require human review, legal authority, or epidemiologic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AI-readiness review for one eCR workflow. Map the current workflow, identify data elements required for review, describe common data quality gaps, define the AI-supported task under consideration, and specify human review, validation, monitoring, and escalation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eCR workflow map
AI-readiness checklist
Validation scenarios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escalation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eCR workflow map
AI-readiness checklist
Validation scenarios
Human review and escalation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eCR?
2. What is an eICR?
3. What do eRSD and RCTC support?
4. Which AI-supported eCR use requires particularly careful validation?
5. What should be documented before using AI in an eCR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Electronic Case Reporting resources: https://www.cdc.gov/ecr/php/index.html
AIMS eCR triggering documentation: https://ecr.aimsplatform.org/ehr-implementers/triggering/
HL7 eCR FHIR Implementation Guide: https://hl7.org/fhir/us/ecr/
Jurisdictional eCR onboarding and surveillance documentation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Electronic Case Reporting Technical Workflow</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case reporting is one of the clearest examples of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uses data from electronic health records and reporting logic to support.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eCR works technically and how AI might.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Technical Architecture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AI Evaluation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basic eCR workflow from EHR trigger to public health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the roles of eICR, Reportability Response, eRSD, and RCTC.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eCR data quality, routing, and onboarding issues that can affect AI.</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basic eCR workflow from EHR trigger to public health action.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Assess where AI may support eCR workflows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AI-readiness review for an eCR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case reporting is one of the clearest examples of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uses data from electronic health records and reporting logic to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eCR works technically and how AI might.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 is one of the clearest examples of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matters for AI because it brings structured, timely, clinically relevant.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can reduce manual reporting burden and improve the speed of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However, eCR is not simply a data feed.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matters for AI because it brings structured, timely, clinically relevant.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Electronic case reporting.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case reporting is the automated exchange of case report.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designed to improve timeliness, completeness, and consistency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case reporting.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case reporting is the automated.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eICR.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electronic initial case report is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eRSD and RCTC.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Electronic Reporting and Surveillance Distribution supports the distribution.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Reportable Conditions Trigger Codes help EHRs determine when an eICR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eRSD and RCTC.</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Electronic Reporting and Surveillance Distribution.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components are essential to reliable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jurisdiction may receive eICRs for a reportable condition and want AI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could highlight the suspected condition, key dates, lab evidence,.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could reduce staff burden, but only if users can inspect the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jurisdiction may receive eICRs for a reportable condition and want AI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jurisdiction may receive eICRs for a reportable.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could highlight the suspected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jurisdiction may want to use AI to triage.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eCR workflow begins before a report reaches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EHR systems use trigger criteria and value sets to identify encounters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eICR is generated and transmitted through an exchange process to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eCR workflow begins before a report reaches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eICR is generated and transmitted through 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Public health systems then receive, parse, route,.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readiness depends on several technical questions.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Incorrect trigger assumptions.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If trigger value sets or reporting criteria are outdated, the workflow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current eRSD/RCTC management, onboarding checks,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Incorrect trigger assumptions.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If trigger value sets or reporting criteria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Unsupported summaries.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summaries may include statements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Routing errors.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Incorrect jurisdiction or program routing can delay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routing validation, exception queues,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Routing errors.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Routing errors.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Incorrect jurisdiction or program routing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routing validation, exception.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may summarize eICR content, but summaries should display.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models may support prioritization, but only after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may provide disease-specific guidance to investigators, but document.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summarize eICR content, but summaries should display source.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Predictive models may support prioritization,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may provide disease-specific guidance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could create follow-up tasks, but task.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your agency receive, review, or process case reports today?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steps are automated and which remain manual?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Where are timeliness, completeness, routing, or duplication problems most.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your agency receive, review, or process case reports today?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your agency receive, review, or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steps are automated and which remain manual?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Where are timeliness, completeness, routing,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eCR tasks could AI support safely?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tasks require human review, legal authority, or epidemiologic judgment?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eCR tasks could AI support safely?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eCR tasks could AI support safely?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tasks require human review, legal authority,.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AI-readiness review for one eCR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the current workflow, identify data elements required for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AI-readiness review for one eCR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AI-readiness review for one eCR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the current workflow, identify data elements.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scenarios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eCR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Human review and escalation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escalation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Human review and escalation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eCR workflow map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AI-readiness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Validation scenarios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eCR workflow map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eCR workflow map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AI-readiness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Validation scenarios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eCR?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an eICR?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do eRSD and RCTC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eCR?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eCR?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Electronic Case Reporting Technical Workflow</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Electronic Case Reporting resources:.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AIMS eCR triggering documentation:.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HL7 eCR FHIR Implementation Guide: https://hl7.org/fhir/us/ecr/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Electronic Case Reporting resources: https://www.cdc.gov/ecr/php/index.html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Electronic Case Reporting resources:.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AIMS eCR triggering documentation:.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HL7 eCR FHIR Implementation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 Case Reporting Technical Workflow</dc:title>
  <dc:subject>Electronic Case Reporting Technical Workflow learning module</dc:subject>
  <dc:creator>Paula Soper</dc:creator>
  <cp:lastModifiedBy>Paula Soper</cp:lastModifiedBy>
  <cp:revision>1</cp:revision>
  <dcterms:created xsi:type="dcterms:W3CDTF">2026-07-13T03:02:46Z</dcterms:created>
  <dcterms:modified xsi:type="dcterms:W3CDTF">2026-07-13T03:02:46Z</dcterms:modified>
</cp:coreProperties>
</file>