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ethical analysis of public comments, social listening data,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Communications Role-Based Track Appears in tracks: communications, policy,.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public comment, social listening, and community feedback analysis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public comment, social listening,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ethical analysis of public comments, social listening data,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ethical analysis of public comments, social.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Comment, Social Listening, and Community Feedback Analysis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ethical analysis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public comment, social listening, and community feedback analysis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public comment, social listening, and community.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public comment, social listening, and community feedback.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public comment, social.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2026-07-13T02:24:09Z</dcterms:created>
  <dcterms:modified xsi:type="dcterms:W3CDTF">2026-07-13T02:24:09Z</dcterms:modified>
</cp:coreProperties>
</file>