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 310 AI for Surveillance Signal Review and Epidemiologic Judgment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Epidemiology Role-Based Track
Appears in tracks: epidemiology, analytics-modeling, operations-data-quality, governance-security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for surveillance signal review and epidemiologic judgment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using AI to support signal detection while preserving epidemiologic judgment.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for Surveillance Signal Review and Epidemiologic Judgment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using AI to support signal detection while preserving epidemiologic judgment.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for surveillance signal review and epidemiologic judgment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for Surveillance Signal Review and Epidemiologic Judgment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for Surveillance Signal Review and Epidemiologic Judgment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for surveillance signal review and epidemiologic judgment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EPI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for Surveillance Signal Review and Epidemiologic Judgment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Epidemiology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epidemiology, analytics-modeling, operations-data-quality,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for surveillance signal review and epidemiologic judgment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using AI to support signal detection while preserving epidemiologic judgment.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matters because AI adoption changes how.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using AI to support signal.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for surveillance signal review and epidemiologic judgment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for Surveillance Signal Review and Epidemiologic Judgment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for surveillance signal review and epidemiologic judgment has.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for Surveillance Signal Review and Epidemiologic Judgment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74152" y="3291840"/>
            <a:ext cx="2596896" cy="749808"/>
          </a:xfrm>
          <a:prstGeom prst="rect">
            <a:avLst/>
          </a:prstGeom>
          <a:solidFill>
            <a:srgbClr val="EAF6F8"/>
          </a:solidFill>
          <a:ln w="12700">
            <a:solidFill>
              <a:srgbClr val="8ABBD8"/>
            </a:solidFill>
            <a:prstDash val="solid"/>
          </a:ln>
        </p:spPr>
      </p:sp>
      <p:sp>
        <p:nvSpPr>
          <p:cNvPr id="15" name="Shape 13"/>
          <p:cNvSpPr/>
          <p:nvPr/>
        </p:nvSpPr>
        <p:spPr>
          <a:xfrm>
            <a:off x="8202168" y="3721608"/>
            <a:ext cx="2340864" cy="0"/>
          </a:xfrm>
          <a:prstGeom prst="line">
            <a:avLst/>
          </a:prstGeom>
          <a:noFill/>
          <a:ln w="19050">
            <a:solidFill>
              <a:srgbClr val="0068B7"/>
            </a:solidFill>
            <a:prstDash val="solid"/>
          </a:ln>
        </p:spPr>
      </p:sp>
      <p:sp>
        <p:nvSpPr>
          <p:cNvPr id="16" name="Shape 14"/>
          <p:cNvSpPr/>
          <p:nvPr/>
        </p:nvSpPr>
        <p:spPr>
          <a:xfrm>
            <a:off x="9198864" y="4206240"/>
            <a:ext cx="347472" cy="347472"/>
          </a:xfrm>
          <a:prstGeom prst="ellipse">
            <a:avLst/>
          </a:prstGeom>
          <a:solidFill>
            <a:srgbClr val="2F8A28"/>
          </a:solidFill>
          <a:ln w="12700">
            <a:solidFill>
              <a:srgbClr val="2F8A28"/>
            </a:solidFill>
            <a:prstDash val="solid"/>
          </a:ln>
        </p:spPr>
      </p:sp>
      <p:sp>
        <p:nvSpPr>
          <p:cNvPr id="17" name="Text 15"/>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Concept to action</a:t>
            </a:r>
            <a:endParaRPr lang="en-US" sz="10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Surveillance Signal Review and Epidemiologic Judgment</dc:title>
  <dc:subject>AI for Surveillance Signal Review and Epidemiologic Judgment learning module</dc:subject>
  <dc:creator>Paula Soper</dc:creator>
  <cp:lastModifiedBy>Paula Soper</cp:lastModifiedBy>
  <cp:revision>1</cp:revision>
  <dcterms:created xsi:type="dcterms:W3CDTF">2026-07-13T01:54:44Z</dcterms:created>
  <dcterms:modified xsi:type="dcterms:W3CDTF">2026-07-13T01:54:44Z</dcterms:modified>
</cp:coreProperties>
</file>