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a13423c8744c6f" /><Relationship Type="http://schemas.openxmlformats.org/officeDocument/2006/relationships/extended-properties" Target="/docProps/app.xml" Id="R00d607579b6642f6" /><Relationship Type="http://schemas.openxmlformats.org/officeDocument/2006/relationships/officeDocument" Target="/ppt/presentation.xml" Id="R92ab409f14a14cd9" /></Relationships>
</file>

<file path=ppt/presentation.xml><?xml version="1.0" encoding="utf-8"?>
<p:presentation xmlns:p="http://schemas.openxmlformats.org/presentationml/2006/main">
  <p:sldMasterIdLst>
    <p:sldMasterId xmlns:r="http://schemas.openxmlformats.org/officeDocument/2006/relationships" id="2147483648" r:id="Rfb93297e726343a1"/>
  </p:sldMasterIdLst>
  <p:notesMasterIdLst>
    <p:notesMasterId xmlns:r="http://schemas.openxmlformats.org/officeDocument/2006/relationships" r:id="Rded4e23f1eed474b"/>
  </p:notesMasterIdLst>
  <p:sldIdLst>
    <p:sldId xmlns:r="http://schemas.openxmlformats.org/officeDocument/2006/relationships" id="256" r:id="Rccc3579fbdad4cc3"/>
    <p:sldId xmlns:r="http://schemas.openxmlformats.org/officeDocument/2006/relationships" id="257" r:id="R95645d77bdb449d9"/>
    <p:sldId xmlns:r="http://schemas.openxmlformats.org/officeDocument/2006/relationships" id="258" r:id="Ra49994d5b5c24086"/>
    <p:sldId xmlns:r="http://schemas.openxmlformats.org/officeDocument/2006/relationships" id="259" r:id="R7732ad03382c4419"/>
    <p:sldId xmlns:r="http://schemas.openxmlformats.org/officeDocument/2006/relationships" id="260" r:id="R259adfc0b0e042c4"/>
    <p:sldId xmlns:r="http://schemas.openxmlformats.org/officeDocument/2006/relationships" id="261" r:id="R0c67f3ec14e84c73"/>
    <p:sldId xmlns:r="http://schemas.openxmlformats.org/officeDocument/2006/relationships" id="262" r:id="Rb57f7782acf34843"/>
    <p:sldId xmlns:r="http://schemas.openxmlformats.org/officeDocument/2006/relationships" id="263" r:id="R1c87547890d9489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f0cf18d07d4793" /><Relationship Type="http://schemas.openxmlformats.org/officeDocument/2006/relationships/slideMaster" Target="/ppt/slideMasters/slideMaster1.xml" Id="Rfb93297e726343a1" /><Relationship Type="http://schemas.openxmlformats.org/officeDocument/2006/relationships/notesMaster" Target="/ppt/notesMasters/notesMaster1.xml" Id="Rded4e23f1eed474b" /><Relationship Type="http://schemas.openxmlformats.org/officeDocument/2006/relationships/presProps" Target="/ppt/presProps.xml" Id="Rbdb74ac9ff344db6" /><Relationship Type="http://schemas.openxmlformats.org/officeDocument/2006/relationships/tableStyles" Target="/ppt/tableStyles.xml" Id="R039eddc1fcf943c0" /><Relationship Type="http://schemas.openxmlformats.org/officeDocument/2006/relationships/slide" Target="/ppt/slides/slide1.xml" Id="Rccc3579fbdad4cc3" /><Relationship Type="http://schemas.openxmlformats.org/officeDocument/2006/relationships/slide" Target="/ppt/slides/slide2.xml" Id="R95645d77bdb449d9" /><Relationship Type="http://schemas.openxmlformats.org/officeDocument/2006/relationships/slide" Target="/ppt/slides/slide3.xml" Id="Ra49994d5b5c24086" /><Relationship Type="http://schemas.openxmlformats.org/officeDocument/2006/relationships/slide" Target="/ppt/slides/slide4.xml" Id="R7732ad03382c4419" /><Relationship Type="http://schemas.openxmlformats.org/officeDocument/2006/relationships/slide" Target="/ppt/slides/slide5.xml" Id="R259adfc0b0e042c4" /><Relationship Type="http://schemas.openxmlformats.org/officeDocument/2006/relationships/slide" Target="/ppt/slides/slide6.xml" Id="R0c67f3ec14e84c73" /><Relationship Type="http://schemas.openxmlformats.org/officeDocument/2006/relationships/slide" Target="/ppt/slides/slide7.xml" Id="Rb57f7782acf34843" /><Relationship Type="http://schemas.openxmlformats.org/officeDocument/2006/relationships/slide" Target="/ppt/slides/slide8.xml" Id="R1c87547890d948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cffce75cc843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3c427941f8423d" /><Relationship Type="http://schemas.openxmlformats.org/officeDocument/2006/relationships/notesMaster" Target="/ppt/notesMasters/notesMaster1.xml" Id="R3f752da18ed547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a5e83dd2164def" /><Relationship Type="http://schemas.openxmlformats.org/officeDocument/2006/relationships/notesMaster" Target="/ppt/notesMasters/notesMaster1.xml" Id="Ra2ce2dcdcd4945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c0e12e9d1a40fe" /><Relationship Type="http://schemas.openxmlformats.org/officeDocument/2006/relationships/notesMaster" Target="/ppt/notesMasters/notesMaster1.xml" Id="Rd4f674dfd95348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8095acf78041e0" /><Relationship Type="http://schemas.openxmlformats.org/officeDocument/2006/relationships/notesMaster" Target="/ppt/notesMasters/notesMaster1.xml" Id="Rdfafd62f11334c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fff57499b745cb" /><Relationship Type="http://schemas.openxmlformats.org/officeDocument/2006/relationships/notesMaster" Target="/ppt/notesMasters/notesMaster1.xml" Id="R78251786251346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7a7f6db8b14f60" /><Relationship Type="http://schemas.openxmlformats.org/officeDocument/2006/relationships/notesMaster" Target="/ppt/notesMasters/notesMaster1.xml" Id="R6842489db6d543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d772cec0734cff" /><Relationship Type="http://schemas.openxmlformats.org/officeDocument/2006/relationships/notesMaster" Target="/ppt/notesMasters/notesMaster1.xml" Id="R4d3915c474b443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e77d76b4a64f77" /><Relationship Type="http://schemas.openxmlformats.org/officeDocument/2006/relationships/notesMaster" Target="/ppt/notesMasters/notesMaster1.xml" Id="R67dd6bd0651e40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Staff Training and Shared Readiness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Use these modules to build a common foundation before AI projects begin. The learning section can support staff training, leadership orientation, governance preparation, and cross-program discussion.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5, 6 and Tools 1, 2, 7, 23, 24, 28.</a:t>
            </a:r>
          </a:p>
          <a:p xmlns:a="http://schemas.openxmlformats.org/drawingml/2006/main">
            <a:r>
              <a:t>Emphasize the core guardrail: Training should be connected to agency policy, approved tools, data safeguards, escalation expectations, and governance requirements.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5, 6 and Tools 1, 2, 7, 23, 24, 28.</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5, 6 and Tools 1, 2, 7, 23, 24, 28.</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5, 6 and Tools 1, 2, 7, 23, 24, 28.</a:t>
            </a:r>
          </a:p>
          <a:p xmlns:a="http://schemas.openxmlformats.org/drawingml/2006/main">
            <a:r>
              <a:t>Invite participants to identify where these practices would need to be documented in their own department.</a:t>
            </a:r>
          </a:p>
          <a:p xmlns:a="http://schemas.openxmlformats.org/drawingml/2006/main">
            <a:r>
              <a:t>Start with How Departments Can Use the Learning Modules,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5, 6 and Tools 1, 2, 7, 23, 24, 28.</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5, 6 and Tools 1, 2, 7, 23, 24, 28.</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Staff AI training plan, Module assignment matrix by role, Training completion expectations, List of governance or implementation artifacts produced during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Staff Training and Shared Readiness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5, 6 and Tools 1, 2, 7, 23, 24, 28.</a:t>
            </a:r>
          </a:p>
          <a:p xmlns:a="http://schemas.openxmlformats.org/drawingml/2006/main">
            <a:r>
              <a:t>Point participants back to the playbook and toolkit resources page for additional references.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4f195bae5243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c49536ae5940e7" /><Relationship Type="http://schemas.openxmlformats.org/officeDocument/2006/relationships/slideLayout" Target="/ppt/slideLayouts/slideLayout1.xml" Id="Rd1c0622136654f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c0622136654f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bcbb1853724b29" /><Relationship Type="http://schemas.openxmlformats.org/officeDocument/2006/relationships/image" Target="/ppt/media/image.png" Id="R268b2e85734546df" /><Relationship Type="http://schemas.openxmlformats.org/officeDocument/2006/relationships/notesSlide" Target="/ppt/notesSlides/notesSlide1.xml" Id="Rb4fdc9646c9745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0797c1b26e45d2" /><Relationship Type="http://schemas.openxmlformats.org/officeDocument/2006/relationships/notesSlide" Target="/ppt/notesSlides/notesSlide2.xml" Id="R1b172f0a53914a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65e64c8ad34482" /><Relationship Type="http://schemas.openxmlformats.org/officeDocument/2006/relationships/notesSlide" Target="/ppt/notesSlides/notesSlide3.xml" Id="Rf168231ab1c445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f6a94d772940de" /><Relationship Type="http://schemas.openxmlformats.org/officeDocument/2006/relationships/notesSlide" Target="/ppt/notesSlides/notesSlide4.xml" Id="R1c7fa9f5fb0545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7f5f81c75f463c" /><Relationship Type="http://schemas.openxmlformats.org/officeDocument/2006/relationships/notesSlide" Target="/ppt/notesSlides/notesSlide5.xml" Id="Rf0b3413ab41d46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49e812af15402c" /><Relationship Type="http://schemas.openxmlformats.org/officeDocument/2006/relationships/notesSlide" Target="/ppt/notesSlides/notesSlide6.xml" Id="R9be2bbd35ce740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5ea65bde174504" /><Relationship Type="http://schemas.openxmlformats.org/officeDocument/2006/relationships/notesSlide" Target="/ppt/notesSlides/notesSlide7.xml" Id="Rbc35d7d5ef3642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22cc3e0701495d" /><Relationship Type="http://schemas.openxmlformats.org/officeDocument/2006/relationships/notesSlide" Target="/ppt/notesSlides/notesSlide8.xml" Id="R9994cc0aee0f4ea7"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8b2e85734546df"/>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B8D981-AA8E-4C15-AD85-CCB88CE6A3C8}"/>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a:t>
            </a:r>
          </a:p>
        </p:txBody>
      </p:sp>
      <p:sp>
        <p:nvSpPr>
          <p:cNvPr id="3" name="">
            <a:extLst xmlns:a="http://schemas.openxmlformats.org/drawingml/2006/main">
              <a:ext uri="{FF2B5EF4-FFF2-40B4-BE49-F238E27FC236}">
                <a16:creationId xmlns:a16="http://schemas.microsoft.com/office/drawing/2014/main" id="{F8BF7C10-1BDE-4A97-9653-577F74946006}"/>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Staff Training and Shared Readiness</a:t>
            </a:r>
          </a:p>
        </p:txBody>
      </p:sp>
      <p:sp>
        <p:nvSpPr>
          <p:cNvPr id="4" name="">
            <a:extLst xmlns:a="http://schemas.openxmlformats.org/drawingml/2006/main">
              <a:ext uri="{FF2B5EF4-FFF2-40B4-BE49-F238E27FC236}">
                <a16:creationId xmlns:a16="http://schemas.microsoft.com/office/drawing/2014/main" id="{3AF26C4E-E34B-4112-ADD2-16343718FCD6}"/>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5DC4DD64-8309-461E-87A4-7E4603C7F4DB}"/>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29B3FDDD-99A3-4763-9EB2-5DFE7558AB47}"/>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5387303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30FA41-BE2A-4267-B195-E8F85575E2F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F3BC477-62BC-43A4-9A59-83D6DB097C1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E5419ECA-0D4A-47D6-8549-68D6E4F553F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DBB58AF-5E0B-428A-AC9A-0244F2DC4FA7}"/>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these modules to build a common foundation before AI projects begin. The learning section can support staff training, leadership orientation, governance preparation, and cross-program discussion.</a:t>
            </a:r>
          </a:p>
        </p:txBody>
      </p:sp>
      <p:sp>
        <p:nvSpPr>
          <p:cNvPr id="5" name="">
            <a:extLst xmlns:a="http://schemas.openxmlformats.org/drawingml/2006/main">
              <a:ext uri="{FF2B5EF4-FFF2-40B4-BE49-F238E27FC236}">
                <a16:creationId xmlns:a16="http://schemas.microsoft.com/office/drawing/2014/main" id="{31E91EF6-251C-420E-A34C-01F4E9944C7D}"/>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B2148A5-9A46-4DCB-BFE7-475515569981}"/>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F5397CB0-4EDD-4E76-BFB7-4D2907973AD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75FBB62-8F2C-405E-946F-E9A62BEE5AF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Health departments can use the learning modules as practical training material rather than static background reading. The modules help staff, leaders, governance members, and program teams build a common foundation before AI projects begin.</a:t>
            </a:r>
          </a:p>
        </p:txBody>
      </p:sp>
      <p:sp>
        <p:nvSpPr>
          <p:cNvPr id="9" name="">
            <a:extLst xmlns:a="http://schemas.openxmlformats.org/drawingml/2006/main">
              <a:ext uri="{FF2B5EF4-FFF2-40B4-BE49-F238E27FC236}">
                <a16:creationId xmlns:a16="http://schemas.microsoft.com/office/drawing/2014/main" id="{80BB35E4-8F0E-44C6-86A7-6A36194121A7}"/>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616C1BD-8559-484F-9063-48F8D00D6083}"/>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6793913D-D1E1-4673-AD3F-D1A6BCB63B3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84E03284-FAD9-486C-9547-9E927E971E58}"/>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Training should be connected to agency policy, approved tools, data safeguards, escalation expectations, and governance requirements.</a:t>
            </a:r>
          </a:p>
        </p:txBody>
      </p:sp>
      <p:sp>
        <p:nvSpPr>
          <p:cNvPr id="13" name="">
            <a:extLst xmlns:a="http://schemas.openxmlformats.org/drawingml/2006/main">
              <a:ext uri="{FF2B5EF4-FFF2-40B4-BE49-F238E27FC236}">
                <a16:creationId xmlns:a16="http://schemas.microsoft.com/office/drawing/2014/main" id="{74D96D1F-02E7-478C-A4BB-76B3BCA5568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14" name="">
            <a:extLst xmlns:a="http://schemas.openxmlformats.org/drawingml/2006/main">
              <a:ext uri="{FF2B5EF4-FFF2-40B4-BE49-F238E27FC236}">
                <a16:creationId xmlns:a16="http://schemas.microsoft.com/office/drawing/2014/main" id="{ACD2DB4F-AA7D-488F-9B68-F0BFA1FFA97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42102854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A0EF13-42CA-4DC2-B164-589819F5000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BA71F92-EDF1-430E-85BC-6DC00367156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49B58105-6212-45E2-8AD8-EA733AC789D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C4CEAF2-8810-4357-9F9D-735E0C22750A}"/>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EA6F562E-ADDE-47CB-A023-AF2F03F441E6}"/>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Staff Training and Shared Readiness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EEE3BEF2-6D55-4527-9378-C71698A6D5B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7" name="">
            <a:extLst xmlns:a="http://schemas.openxmlformats.org/drawingml/2006/main">
              <a:ext uri="{FF2B5EF4-FFF2-40B4-BE49-F238E27FC236}">
                <a16:creationId xmlns:a16="http://schemas.microsoft.com/office/drawing/2014/main" id="{8924AE43-7780-4FD5-AC61-F6AFB64919A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8608523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86F57B-42FD-42AC-B2A4-84FF2996BB8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1701CAA-D614-4A1D-8CE8-D141B348C99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061F669A-D22A-4C73-B4C6-95014C25384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3A2C389-9BB0-4775-9976-0FB17264573B}"/>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These learning modules are designed to help health departments create a shared baseline before AI projects begin. They can be used for staff onboarding, leadership orientation, governance preparation, cross-program training, or pre-work before readiness assessment and use case prioritization.</a:t>
            </a:r>
          </a:p>
        </p:txBody>
      </p:sp>
      <p:sp>
        <p:nvSpPr>
          <p:cNvPr id="5" name="">
            <a:extLst xmlns:a="http://schemas.openxmlformats.org/drawingml/2006/main">
              <a:ext uri="{FF2B5EF4-FFF2-40B4-BE49-F238E27FC236}">
                <a16:creationId xmlns:a16="http://schemas.microsoft.com/office/drawing/2014/main" id="{F30B6274-E06F-4E5D-BB17-DDC994E402CA}"/>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760BE8C-8CD4-435F-8B76-8F7A385372DE}"/>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B5519E1-2E70-468E-AB3F-FF14A6A307EB}"/>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65742C57-1426-4BD3-B0F7-BB372408022F}"/>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these modules to build a common foundation before AI projects begin. The learning section can support staff training, leadership orientation, governance preparation, and cross-program discussion.</a:t>
            </a:r>
          </a:p>
        </p:txBody>
      </p:sp>
      <p:sp>
        <p:nvSpPr>
          <p:cNvPr id="9" name="">
            <a:extLst xmlns:a="http://schemas.openxmlformats.org/drawingml/2006/main">
              <a:ext uri="{FF2B5EF4-FFF2-40B4-BE49-F238E27FC236}">
                <a16:creationId xmlns:a16="http://schemas.microsoft.com/office/drawing/2014/main" id="{E69E0797-F750-4A96-AA3B-09D1690ED4D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10" name="">
            <a:extLst xmlns:a="http://schemas.openxmlformats.org/drawingml/2006/main">
              <a:ext uri="{FF2B5EF4-FFF2-40B4-BE49-F238E27FC236}">
                <a16:creationId xmlns:a16="http://schemas.microsoft.com/office/drawing/2014/main" id="{46EA4B80-9522-4C82-904C-78E46354C35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50121228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7FA183-8C93-488D-88CE-3F5D666312C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425E75F-4BB3-43F2-A1D4-3E4A580106D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026F627-064E-4C38-8773-A9C4D2EADC4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74BEB30-7668-42D3-BA98-2B3693B22D56}"/>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726E416-B259-4D34-8C1F-F2C9D537FF1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9E957D0C-D529-43E0-B836-1D79FD252096}"/>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How Departments Can Use the Learning Modules</a:t>
            </a:r>
          </a:p>
        </p:txBody>
      </p:sp>
      <p:sp>
        <p:nvSpPr>
          <p:cNvPr id="7" name="">
            <a:extLst xmlns:a="http://schemas.openxmlformats.org/drawingml/2006/main">
              <a:ext uri="{FF2B5EF4-FFF2-40B4-BE49-F238E27FC236}">
                <a16:creationId xmlns:a16="http://schemas.microsoft.com/office/drawing/2014/main" id="{0BF19183-4791-4884-9970-2DDD24F63AD8}"/>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the modules as self-paced reading before workshops or governance meetings. Use one module at a time as a 30- to 60-minute staff training session. Assign modules as pre-work before completing the readiness assessment or prioritizing AI use.</a:t>
            </a:r>
          </a:p>
        </p:txBody>
      </p:sp>
      <p:sp>
        <p:nvSpPr>
          <p:cNvPr id="8" name="">
            <a:extLst xmlns:a="http://schemas.openxmlformats.org/drawingml/2006/main">
              <a:ext uri="{FF2B5EF4-FFF2-40B4-BE49-F238E27FC236}">
                <a16:creationId xmlns:a16="http://schemas.microsoft.com/office/drawing/2014/main" id="{AE563969-14E5-4AD8-BC01-7366AE4D671E}"/>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4953E86-759D-4116-8031-0FFEC5CF4504}"/>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64F1C208-0E12-41EE-A9E6-A607869E6EE9}"/>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Recommended Training Sequence</a:t>
            </a:r>
          </a:p>
        </p:txBody>
      </p:sp>
      <p:sp>
        <p:nvSpPr>
          <p:cNvPr id="11" name="">
            <a:extLst xmlns:a="http://schemas.openxmlformats.org/drawingml/2006/main">
              <a:ext uri="{FF2B5EF4-FFF2-40B4-BE49-F238E27FC236}">
                <a16:creationId xmlns:a16="http://schemas.microsoft.com/office/drawing/2014/main" id="{96706B26-E826-4311-A149-106334893759}"/>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with Understanding Artificial Intelligence, Generative AI, and Agentic AI so staff share basic vocabulary. Move into Risks, Human-Centered AI, Missing Voices, Public Transparency, and Tiered Data Use before use cases are selected. Use AI.</a:t>
            </a:r>
          </a:p>
        </p:txBody>
      </p:sp>
      <p:sp>
        <p:nvSpPr>
          <p:cNvPr id="12" name="">
            <a:extLst xmlns:a="http://schemas.openxmlformats.org/drawingml/2006/main">
              <a:ext uri="{FF2B5EF4-FFF2-40B4-BE49-F238E27FC236}">
                <a16:creationId xmlns:a16="http://schemas.microsoft.com/office/drawing/2014/main" id="{49609E27-1486-40C1-9045-BF269941FDEB}"/>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8B01619F-3054-49AB-AD57-CE5EC4B6E5D2}"/>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A743CAA5-05BA-45DF-B9B4-2AEA9AFFCD12}"/>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Facilitation Tips</a:t>
            </a:r>
          </a:p>
        </p:txBody>
      </p:sp>
      <p:sp>
        <p:nvSpPr>
          <p:cNvPr id="15" name="">
            <a:extLst xmlns:a="http://schemas.openxmlformats.org/drawingml/2006/main">
              <a:ext uri="{FF2B5EF4-FFF2-40B4-BE49-F238E27FC236}">
                <a16:creationId xmlns:a16="http://schemas.microsoft.com/office/drawing/2014/main" id="{596FBB3E-0AD8-4B44-869F-EB1D0C146F37}"/>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Start each session with a concrete public health workflow rather than a general technology discussion. Ask participants to identify what AI may support, what humans must decide, and what data safeguards are needed. End each session with a.</a:t>
            </a:r>
          </a:p>
        </p:txBody>
      </p:sp>
      <p:sp>
        <p:nvSpPr>
          <p:cNvPr id="16" name="">
            <a:extLst xmlns:a="http://schemas.openxmlformats.org/drawingml/2006/main">
              <a:ext uri="{FF2B5EF4-FFF2-40B4-BE49-F238E27FC236}">
                <a16:creationId xmlns:a16="http://schemas.microsoft.com/office/drawing/2014/main" id="{6A08FABD-7E35-438C-B994-227F7410906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17" name="">
            <a:extLst xmlns:a="http://schemas.openxmlformats.org/drawingml/2006/main">
              <a:ext uri="{FF2B5EF4-FFF2-40B4-BE49-F238E27FC236}">
                <a16:creationId xmlns:a16="http://schemas.microsoft.com/office/drawing/2014/main" id="{6D17449D-7373-4C6C-ABEE-961E98C6A5B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8920626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285150-105E-4BD3-9E5D-82CE60AE61F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F19A4F1-E584-41AD-B164-DF4E9092DBF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D7462A7B-5C83-4955-A836-3B22C0F70B9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E3CCD03-D830-4109-AC5D-B11D457581BF}"/>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2E900B7B-A86F-41A0-AEA2-DCB138D3B88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6" name="">
            <a:extLst xmlns:a="http://schemas.openxmlformats.org/drawingml/2006/main">
              <a:ext uri="{FF2B5EF4-FFF2-40B4-BE49-F238E27FC236}">
                <a16:creationId xmlns:a16="http://schemas.microsoft.com/office/drawing/2014/main" id="{9E5F0C59-A71F-4E3A-B663-167D1FA26BD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7325018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46A6FB-1B6F-48C5-988F-FAAA9D5C239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56DF93E-351C-4C8F-BD7E-7C693D8612B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FFD8DD6A-9025-4301-8502-2A4E49A71BC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3715EE9-05CF-45D9-9F22-09768242E2DA}"/>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C3E33E0-F5C2-466A-9FEE-0AAEE0A99EE0}"/>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D5F12FC-51BA-4D2D-8A85-8F80E89F3508}"/>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6ADC1DCE-1080-4D56-B45C-BC127E38D80A}"/>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staff groups need baseline AI training before tools are approved? Which modules should be required before governance participation, vendor review, or use case prioritization? How will the department document that staff understand data.</a:t>
            </a:r>
          </a:p>
        </p:txBody>
      </p:sp>
      <p:sp>
        <p:nvSpPr>
          <p:cNvPr id="8" name="">
            <a:extLst xmlns:a="http://schemas.openxmlformats.org/drawingml/2006/main">
              <a:ext uri="{FF2B5EF4-FFF2-40B4-BE49-F238E27FC236}">
                <a16:creationId xmlns:a16="http://schemas.microsoft.com/office/drawing/2014/main" id="{B4134D30-1304-4D7D-B7CC-04EC09580B44}"/>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899D85D-B8D9-4F83-B842-D1ECB13F9F4D}"/>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32C2063-1E03-425D-BCF3-569D7E830294}"/>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C10A6D9F-2E86-4730-8954-4554B2716288}"/>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short training plan that assigns modules to staff groups, identifies which exercises should be completed, and connects each module to a play or tool that the department will use next.</a:t>
            </a:r>
          </a:p>
        </p:txBody>
      </p:sp>
      <p:sp>
        <p:nvSpPr>
          <p:cNvPr id="12" name="">
            <a:extLst xmlns:a="http://schemas.openxmlformats.org/drawingml/2006/main">
              <a:ext uri="{FF2B5EF4-FFF2-40B4-BE49-F238E27FC236}">
                <a16:creationId xmlns:a16="http://schemas.microsoft.com/office/drawing/2014/main" id="{B282EAE5-8AA7-4E2F-9C1E-33450A0232C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13" name="">
            <a:extLst xmlns:a="http://schemas.openxmlformats.org/drawingml/2006/main">
              <a:ext uri="{FF2B5EF4-FFF2-40B4-BE49-F238E27FC236}">
                <a16:creationId xmlns:a16="http://schemas.microsoft.com/office/drawing/2014/main" id="{A6682DE5-86E9-4D82-858A-6032988B51B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4361175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2339249-3082-4C3F-9371-A69FF3F1EE3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76ADDCD-DE19-41C6-8F41-4615FA9ED91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1BE81546-5F98-4229-9061-BB65F6EF9E2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E5A7CD1-CF77-4087-82DF-A12816537F4E}"/>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5591369-1146-4E1D-BA93-BE80F8281783}"/>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A6592D23-4B4B-4025-A022-85513300C0C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B27582B4-DEEA-4C5E-A612-D74826C6BF26}"/>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5, 6 and Tools 1, 2, 7, 23, 24, 28.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3B515F57-DDC7-452F-81A9-A73F8517174C}"/>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653542D-8373-4C27-84CB-C094A76A3AC0}"/>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352DA600-BA3B-4932-A7E3-4350511B622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A999025-50FD-492E-AD68-753913AE343A}"/>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6749DF23-539F-41B9-9F47-275609F7126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Staff Training and Shared Readiness</a:t>
            </a:r>
          </a:p>
        </p:txBody>
      </p:sp>
      <p:sp>
        <p:nvSpPr>
          <p:cNvPr id="13" name="">
            <a:extLst xmlns:a="http://schemas.openxmlformats.org/drawingml/2006/main">
              <a:ext uri="{FF2B5EF4-FFF2-40B4-BE49-F238E27FC236}">
                <a16:creationId xmlns:a16="http://schemas.microsoft.com/office/drawing/2014/main" id="{80C81A28-17D1-4C65-90B3-FEECA96F8E1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933351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2026-07-02T16:02:58.3630000Z</dcterms:created>
  <dcterms:modified xsi:type="dcterms:W3CDTF">2026-07-02T16:02:58.3630000Z</dcterms:modified>
</coreProperties>
</file>