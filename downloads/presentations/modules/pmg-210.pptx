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procurement requires stronger requirements than ordinary software.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write requirements that can be.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Program Management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requirements writing for ai procurement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requirements writing for ai procurement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requirements writing for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requirements matrix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requirements matrix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requirements matrix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procurement requires stronger requirements than ordinary software.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to write requirements that can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procurement requires stronger requirements than ordinary software purchasing.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Requirements Writing for AI Procurement and Implementation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Requirements Writing for AI Procurement and Implementation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requirement is a clear statement of what a system must do or how it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requirements must cover functional capabilities, nonfunctional.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Functional requirements describe what the tool must do, such as summarize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requirement is a clear statement of what a system must do or how it must.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requirements must cover functional.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Functional requirements describe what the tool.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Nonfunctional requirements describe how the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agency procuring an AI-supported case triage tool should.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requirements make vendor claims testable and enforceable.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agency procuring an AI-supported case triage tool should require.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agency procuring an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requirements make vendor claims testable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Strong AI requirements begin with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state the specific workflow, users, data sources,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state prohibited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Strong AI requirements begin with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agency should state the specific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prevents scope creep and reduces the chance.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requirements should specify allowed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requirements matrix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requirements matrix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requirements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requirements matrix.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requirements writing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requirements writing for ai procurement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interoperability resources and agency procurement templates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2026-07-13T03:27:54Z</dcterms:created>
  <dcterms:modified xsi:type="dcterms:W3CDTF">2026-07-13T03:27:54Z</dcterms:modified>
</cp:coreProperties>
</file>