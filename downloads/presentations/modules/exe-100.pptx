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Executive AI Briefing for Public Health Leaders matters because AI adoption changes how.</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decision-focused AI.</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executive ai briefing for public health leaders artifact for one.</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Executive AI Briefing for Public Health Leaders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executive ai briefing for public health leaders has.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2026-07-13T02:11:43Z</dcterms:created>
  <dcterms:modified xsi:type="dcterms:W3CDTF">2026-07-13T02:11:43Z</dcterms:modified>
</cp:coreProperties>
</file>