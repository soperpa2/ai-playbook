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310 Grant and Funding Management for AI Projects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Program Management Role-Based Track
Appears in tracks: program-management, public-health-executive-leadership, policy, governance-security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grant and funding management for ai projects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Grant and Funding Management for AI Projects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connecting AI projects to allowable costs, deliverables, reporting, performance measures, and sustainability.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grant and funding management for ai projects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Grant and Funding Management for AI Projects artifact
Role and responsibility table
Risk and safeguard summary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Grant and Funding Management for AI Projects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grant and funding management for ai projects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Appendix. Common Source Base Used Across Modules
CDC Public Health Data Strategy and CDC Data Modernization resources.: https://www.cdc.gov/public-health-data-strategy/php/about/index.html
CDC electronic case reporting, electronic laboratory reporting, surveillance, and public health data quality resources.: https://www.cdc.gov/ecr/php/index.html
HL7 FHIR, HL7 US Core, public health implementation guides, CDA, and HL7 v2 implementation materials.: https://hl7.org/fhir/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ONC USCDI, health IT, interoperability, and information blocking resources.: https://isp.healthit.gov/united-states-core-data-interoperability-uscdi
NIST Artificial Intelligence Risk Management Framework, NIST Generative AI Profile, NIST Privacy Framework, and related NIST cybersecurity guidance.: https://www.nist.gov/publications/artificial-intelligence-risk-management-framework-generative-artificial-intelligence
OWASP Top 10 for Large Language Model Applications and related secure AI application guidance.: https://owasp.org/www-project-top-10-for-large-language-model-applications/
WHO ethics and governance guidance for artificial intelligence in health.
Agency policies and procedures for privacy, public records, cybersecurity, procurement, civil rights, accessibility, language access, records retention, incident response, and emergency communications.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Grant and Funding Management for AI Projects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connecting AI projects to allowable costs,.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Program Management Role-Based.</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grant and funding management for ai projects 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grant and funding management for ai projects in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Recognize equity, privacy, security, legal,.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practical artifact that supports.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focuses on connecting AI projects to allowable costs,.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focuses on connecting AI projects to allowable costs, deliverables,.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Decision right: The authority to approve, deny, modify, pause, or escalate.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Evidence artifact: A document, log, checklist, test result, approval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Escalation pathway: A defined route for raising concerns to the appropriate.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 escalate an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Decision right: The authority to approve, deny,.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Evidence artifact: A document, log,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Accountability owner: The person or role.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Grant and Funding Management for AI Projects matters because AI adoption.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a structured approach, staff may rely on informal practices, vendor.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operate under legal authorities, public.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Grant and Funding Management for AI Projects matters because AI adoption changes.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is preparing to use AI in a workflow related 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team initially treats the tool as a helpful efficiency aid, but.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responds by creating a clear artifact that defines intended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 related to.</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public health agency is preparing to use AI in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project team initially treats the tool as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agency responds by creating a clear artifact.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identify who is affected, what data are used, what AI output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prevents the module from becoming abstract and anchors the work 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identify who is affected, what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second step is to assign responsibilities.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AI-supported workflows often cross program, IT,.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risks can change when data sources, models, vendors, policies, users,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define review intervals and change triggers.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Another failure mode is unclear ownership.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When everyone is responsible in general, no 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assign an accountability owner.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topic applies across generative AI, predictive analytics, NLP, RAG,.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more sensitive the data, the more consequential the output, or the more.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 NLP, RAG,.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topic applies across generative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more sensitive the data, the more.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public health decision or workflow does this topic affect?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has authority to approve or pause the 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public health decision or workflow does this.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has authority to approve or pause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show that the workflow is.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the agency know when the workflow needs to be revised?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equity, privacy, legal, security, or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the agency know when the workflow needs.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practical grant and funding management for ai projects artifact for.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define the use case, affected roles, review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grant and funding management for ai projects artifact for one.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practical grant and funding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artifact should define the use case, affected.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Grant and Funding Management for AI Projects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Grant and Funding Management for AI Projects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Grant and Funding Management for AI Projects.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Role and responsibility table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Risk and safeguard summary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Escalation and monitoring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Approval or review note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Grant and Funding Management for AI Projects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Grant and Funding Management for AI Projects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strongest evidence that grant and funding management for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the best reason to assign an accountability owner?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When should an AI-supported workflow be escalated for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grant and funding management for ai projects.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strongest evidence that grant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and NIST Generative.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Large Language Model Applications:.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ONC health IT, interoperability, and information.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policies for privacy, public records, cybersecurity, procurement,.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Appendix. Common Source Base Used Across Modules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CDC Data Modernization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 procurement, civil.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policies for privacy, public records,.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Appendix.</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Common Source Base Used Across Modules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ONC USCDI, health IT, interoperability, and information blocking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NIST Generative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OWASP Top 10 for Large Language Model Applications and related secure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ONC USCDI, health IT, interoperability, and information blocking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ethics and governance guidance for artificial.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policies and procedures for privacy, public.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Grant and Funding Management for AI Projects</dc:title>
  <dc:subject>Grant and Funding Management for AI Projects learning module</dc:subject>
  <dc:creator>Paula Soper</dc:creator>
  <cp:lastModifiedBy>Paula Soper</cp:lastModifiedBy>
  <cp:revision>1</cp:revision>
  <dcterms:created xsi:type="dcterms:W3CDTF">2026-07-14T04:35:33Z</dcterms:created>
  <dcterms:modified xsi:type="dcterms:W3CDTF">2026-07-14T04:35:33Z</dcterms:modified>
</cp:coreProperties>
</file>