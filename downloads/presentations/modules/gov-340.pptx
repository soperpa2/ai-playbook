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340 AI Audit Readiness and Evidence Management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governance-and-security, policy, program-management, public-health-executive-leadership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12: Execute Governance and Oversight - This lesson informs Play 12 by helping learners connect the lesson topic to execute governance and oversight work in the AI Playbook.
Play 3: Establish AI Governance - This lesson informs Play 3 by helping learners connect the lesson topic to establish ai governance work in the AI Playbook sequence.
Play 11: Build and Deploy AI Solutions - This lesson informs Play 11 by helping learners connect the lesson topic to build and deploy ai solutions work in the AI Playbook.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this tool to complete or strengthen the practical exercise for the module using fictional, de-identified, or generalized.
Tool 17: Compliance Audit Checklist (Checklist) - Use this tool to complete or strengthen the practical exercise for the module using fictional, de-identified, or generalized.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44: Performance Monitoring Dashboard (Dashboard) - Use this tool to complete or strengthen the practical exercise for the module using fictional, de-identified, or generalized.
Tool 45: Continuous Improvement Log (Log)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systems require lifecycle evidence management.
Identify the core records that support AI audit readiness.
Distinguish between approval evidence, validation evidence, operational evidence, and incident evidence.
Create an AI evidence inventory for an approved or proposed use case.
Develop retention, ownership, and review expectations for AI governance artifacts.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an AI tool to help classify public inquiries. Six months later, a concern is raised that the tool may be misclassifying language access requests. Audit-ready evidence would include the approved use case, validation plan, subgroup review, SOP, training records, user override logs, incident reports, vendor documentation, and monitoring results. This evidence allows the agency to investigate the concern and decide whether to modify, pause, or retire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AI evidence begins at intake. The agency should preserve the use case description, risk triage, required reviewers, approval conditions, and rationale for the decision. If a use case is rejected or deferred, that decision should also be documented. These early records help explain why a tool exists and what limits were placed on its use.
Validation evidence should show how the agency determined whether the AI-supported workflow was fit for purpose. This may include test datasets, evaluation rubrics, accuracy measures, subgroup performance, user acceptance testing, security review, privacy review, accessibility review, and pilot findings. Validation evidence should be understandable to decision-makers, not only technical staff.
Operational evidence should show what happened after deployment. This may include monitoring dashboards, user override rates, error reports, support tickets, incident records, model or prompt changes, vendor updates, SOP revisions, training completion, and governance meeting minutes. Operational evidence is especially important because AI performance and workflow use can change over time.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Evidence management requires ownership and retention rules. Governance bodies should define who stores each artifact, where it is stored, how long it is retained, who can access it, and how evidence is updated when tools change. Audit readiness depends on consistent records, not scattered files and informal emails.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Approvals without records of conditions or rationale.
Validation results stored informally or not retained.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Vendor documentation accepted without agency review or local evidence.
Incidents that cannot be reconstructed because logs or decisions were not preserved.
Public records or audit responses delayed because artifacts are scattered.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Maintain an AI evidence inventory for each approved AI use.
Use decision logs for approvals, deferrals, conditions, changes, and retirement.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Preserve validation, testing, monitoring, training, SOP, and incident records.
Assign artifact ownership and retention expectations.
Review evidence completeness during periodic governance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audit readiness evidence inventory for one AI use case. Identify required artifacts from intake through retirement, the owner of each artifact, storage location, retention expectation, update trigger, and current status.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evidence inventory
Decision log template
Artifact ownership and retention table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Gap list for missing evidence
Review schedule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evidence inventory
Decision log template
Artifact ownership and retention table
Gap list for missing evidence
Review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AI audit readiness?
2. Which record should be preserved from AI governance review?
3. What is validation evidence?
4. Why is operational evidence important?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Audit Readiness and Evidence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audit readiness is the agency’s ability to show what AI systems are used,.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may need this evidence for internal oversight,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governance, compliance, program, and leadership staff.</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Governance and Security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16: Incident Response Checklist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17: Compliance Audit Checklist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18: Policy Update &amp; Version Control Log (Log)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19: Plain-Language AI Public Notice Template (Template)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AI systems require lifecycle evidence management.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core records that support AI audit readiness.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approval evidence, validation evidence, operational.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AI systems require lifecycle evidence management.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AI evidence inventory for an approved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Develop retention, ownership, and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audit readiness is the agency’s ability to show what AI systems are used,.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may need this evidence for internal oversight,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teaches governance, compliance, program, and leadership staff.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audit readiness is the agency’s ability to show what AI systems are used, why.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audit readiness is the agency’s ability to show.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may need this evidence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teaches governance, compliance,.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uses an AI tool to help classify public inquiries.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Six months later, a concern is raised that the tool may be misclassifying.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Audit-ready evidence would include the approved use case, validation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uses an AI tool to help classify public inquiries.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Audit-ready evidence would include the approved.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evidence allows the agency to investigate the.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evidence begins at intake.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should preserve the use case description, risk triage, required.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a use case is rejected or deferred, that decision should also be.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evidence begins at intake.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agency should preserve the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These early records help explain why a tool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Validation evidence should show how the agency.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Evidence management requires ownership and retention rules.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Governance bodies should define who stores each artifact, where it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Audit readiness depends on consistent records, not scattered files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Evidence management requires ownership and retention rules.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Evidence management requires ownership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Governance bodies should define who stores each.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Audit readiness depends on consistent records, not.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Approvals without records of conditions or rationale.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Validation results stored informally or not retained.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Vendor documentation accepted without agency review or local evidence.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Incidents that cannot be reconstructed because logs or decisions were not.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records or audit responses delayed because artifacts are scattered.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Vendor documentation accepted without agency review or local evidence.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Maintain an AI evidence inventory for each approved AI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 decision logs for approvals, deferrals, conditions, changes,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Maintain an AI evidence inventory for each.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decision logs for approvals, deferrals,.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Preserve validation, testing, monitoring, training, SOP, and incident records.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Assign artifact ownership and retention expectations.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Review evidence completeness during periodic governance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Preserve validation, testing, monitoring, training, SOP, and incident records.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Preserve validation, testing, monitoring,.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Assign artifact ownership and retention.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Review evidence completeness during periodic.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AI audit readiness evidence inventory for one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required artifacts from intake through retirement, the owner of.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 audit readiness evidence inventory for one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AI audit readiness evidence inventory.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required artifacts from intake through.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evidence inventory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Decision log template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Artifact ownership and retention table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evidence inventory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evidence inventory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Decision log template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Artifact ownership and retention table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Gap list for missing evidence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Review schedule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Gap list for missing evidence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Gap list for missing evidence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Review schedule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evidence inventory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Decision log template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Artifact ownership and retention table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evidence inventory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Gap list for missing evidence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Review schedule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AI audit readiness?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record should be preserved from AI governance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validation evidence?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AI audit readiness?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AI audit readiness?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Audit Readiness and Evidence Management</dc:title>
  <dc:subject>AI Audit Readiness and Evidence Management learning module</dc:subject>
  <dc:creator>Paula Soper</dc:creator>
  <cp:lastModifiedBy>Paula Soper</cp:lastModifiedBy>
  <cp:revision>1</cp:revision>
  <dcterms:created xsi:type="dcterms:W3CDTF">2026-07-13T03:27:53Z</dcterms:created>
  <dcterms:modified xsi:type="dcterms:W3CDTF">2026-07-13T03:27:53Z</dcterms:modified>
</cp:coreProperties>
</file>