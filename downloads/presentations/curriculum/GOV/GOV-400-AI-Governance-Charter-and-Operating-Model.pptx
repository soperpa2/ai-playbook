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 Charter and Operating Model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purpose and minimum contents of an AI governance charter.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 governance committee, technical review group, executive sponsor, and implementation team.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which agency functions should participate in AI governance and when their review is required.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operating procedures for intake, review, approval, monitoring, exceptions, escalation, and retirement of AI use cases.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draft AI governance charter or operating model that can be adapted by a public health agency.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Draft AI governance charter; governance operating model; intake and decision-flow diagram; list of unresolved policy…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gov-400-ai-governance-charter-and-operating-model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 obligations, data-sharing agreements, privacy requirements,…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must therefore be more than a technology review process.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define how the agency decides which AI uses are acceptable, which safeguards are required, who has authority to approve use, and how…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 operating model also helps avoid the problem of uneven adoption.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program may use a public AI tool informally, another may procure a vendor product, and a third may build an internal workflow using sensitive…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Define the purpose and minimum contents of an AI governance charter.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Distinguish between a governance committee, technical review group, executive sponsor, and implementation team.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which agency functions should participate in AI governance and when their review is required.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operating procedures for intake, review, approval, monitoring, exceptions, escalation, and retirement of…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draft AI governance charter or operating model that can be adapted by a public health agency.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health department wants to allow staff to use AI tools for program support, document review, code assistance, case summarization,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governance charter, each program may develop its own rules.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communications office may require human review, the surveillance program may prohibit sensitive data entry, IT may limit tool access,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 operating model brings these decisions into one structured process.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governance should define approved tools, prohibited data, review expectations, and when outputs may be used externally.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 governance should require validation, subgroup performance review, monitoring, and clear limits on decision use.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governance should define allowed actions, approval checkpoints, logging, rollback procedures, and incident triggers.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each case, the charter gives the agency a repeatable way to make and document decisions.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governance charter begins with purpose and scope.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explains why the governance body exists, such as protecting public trust, supporting responsible innovation, aligning AI…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explains what falls under the governance process.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public health, scope should include internally developed AI tools, vendor AI products, generative AI tools, predictive models, agentic…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model should define roles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executive sponsor provides authority and connects governance to agency strategy.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that exists only on paper.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charter may sound strong, but if staff do not know when to submit use cases, who decides, or what evidence is required, AI…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guardrail is to create a simple intake form, review rubric, meeting cadence, decision log, and escalation pathway.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over-centralization.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every minor use requires extensive review, staff may avoid the process or use unapproved tools.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 one-page AI governance charter and a one-page operating model.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scope, membership, review levels, decision rights, documentation, escalation, monitoring, and meeting cadence.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AI governance charter; governance operating model; intake and decision-flow diagram; list of unresolved policy…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400: AI Governance Charter and Operating Model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