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320 AI Documentation, Model Cards, and System Cards
AI documentation makes systems understandable, reviewable, and accountable. Model cards and system cards are structured documentation tools that describe intended use, data, evaluation, limitations, risks, human oversight, and monitoring. This module helps public health staff create documentation that supports governance review, vendor oversight, public accountability, and incident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operations-data-quality
AI documentation makes systems understandable, reviewable, and accountable. Model cards and system cards are structured documentation tools that describe intended use, data, evaluation, limitations, risks, human oversight, and monitoring. This module helps public health staff create documentation that supports governance review, vendor oversight, public accountability, and incident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this tool to complete or strengthen the practical exercise for the module using fictional, de-identified, or generalized.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documentation, model cards, and system cards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documentation packet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documentation makes systems understandable, reviewable, and accountable. Model cards and system cards are structured documentation tools that describe intended use, data, evaluation, limitations, risks, human oversight, and monitoring. This module helps public health staff create documentation that supports governance review, vendor oversight, public accountability, and incident response.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Documentation, Model Cards, and System Cards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AI documentation records what the system is intended to do, how it was developed or configured, what data it uses, how it was evaluated, what limitations are known, and how it is monitored. Documentation supports accountability across the AI lifecycle.
A model card is a structured summary of a model, including intended use, data, evaluation, limitations, risks, and appropriate use. A system card extends documentation to the broader system, including workflow integration, interfaces, user roles, retrieval sources, human oversight, and operational controls.
Documentation is not a paperwork exercise. It is how agencies preserve institutional memory, support governance review, answer vendor questions, investigate incidents, train staff, and explain decisions to leaders or the public when appropriate.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agency using a generative AI assistant to draft public health messages should document the approved use, source materials, prohibited content, review process, accessibility expectations, language review, hallucination controls, user training, monitoring process, and incident response pathway. A system card would help reviewers understand the whole workflow rather than only the model.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AI documentation should be created before deployment and maintained after launch. The documentation should identify the system owner, intended users, data inputs, outputs, human review requirements, validation approach, known limitations, and change management process. A document that is created once and never updated will not support responsible operations.
Model cards are especially useful for predictive or classification models because they can document training data, evaluation metrics, subgroup performance, limitations, and intended use. System cards are especially useful for generative, RAG, and agentic systems because these tools depend on prompts, retrieval content, integrations, permissions, and human workflows.
Documentation should also cover changes. Model updates, prompt changes, data source changes, terminology updates, and workflow changes can all affect system behavior. Change logs and version histories help agencies reconstruct what happened if outputs change or incidents occur.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documentation packet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documentation packet. It should be specific to a public health workflow and should include technical dependencies, governance questions, human review expectations, monitoring indicators, and unresolved risks.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documentation packet.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ai documentation, model cards, and system cards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Agency privacy, cybersecurity, data governance, procurement, and records management policies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Documentation, Model Cards, and System Cards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documentation makes systems understandable, reviewable, and accountable.</a:t>
            </a:r>
            <a:endParaRPr lang="en-US" sz="2100" dirty="0"/>
          </a:p>
          <a:p>
            <a:r>
              <a:rPr lang="en-US" sz="2100" dirty="0">
                <a:solidFill>
                  <a:srgbClr val="17364A"/>
                </a:solidFill>
                <a:latin typeface="Aptos" pitchFamily="34" charset="0"/>
                <a:ea typeface="Aptos" pitchFamily="34" charset="-122"/>
                <a:cs typeface="Aptos" pitchFamily="34" charset="-120"/>
              </a:rPr>
              <a:t>Model cards and system cards are structured documentation tools that describe intended use, data, evaluation,.</a:t>
            </a:r>
            <a:endParaRPr lang="en-US" sz="2100" dirty="0"/>
          </a:p>
          <a:p>
            <a:r>
              <a:rPr lang="en-US" sz="2100" dirty="0">
                <a:solidFill>
                  <a:srgbClr val="17364A"/>
                </a:solidFill>
                <a:latin typeface="Aptos" pitchFamily="34" charset="0"/>
                <a:ea typeface="Aptos" pitchFamily="34" charset="-122"/>
                <a:cs typeface="Aptos" pitchFamily="34" charset="-120"/>
              </a:rPr>
              <a:t>This module helps public health staff create documentation that supports governance review, vendor oversight,.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operations-data-quality</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ai documentation, model cards, and system cards in public health AI work.</a:t>
            </a:r>
            <a:endParaRPr lang="en-US" sz="2100" dirty="0"/>
          </a:p>
          <a:p>
            <a:r>
              <a:rPr lang="en-US" sz="2100" dirty="0">
                <a:solidFill>
                  <a:srgbClr val="17364A"/>
                </a:solidFill>
                <a:latin typeface="Aptos" pitchFamily="34" charset="0"/>
                <a:ea typeface="Aptos" pitchFamily="34" charset="-122"/>
                <a:cs typeface="Aptos" pitchFamily="34" charset="-120"/>
              </a:rPr>
              <a:t>Identify the technical, operational, privacy, security, equity, and governance issues associated with.</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system, or implementation scenario.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ai documentation, model cards, and system cards in public health AI 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Identify the technical, operational, privacy, security, equity, and governance issues.</a:t>
            </a:r>
            <a:endParaRPr lang="en-US" sz="1380" dirty="0"/>
          </a:p>
          <a:p>
            <a:r>
              <a:rPr lang="en-US" sz="1380" dirty="0">
                <a:solidFill>
                  <a:srgbClr val="17364A"/>
                </a:solidFill>
                <a:latin typeface="Aptos" pitchFamily="34" charset="0"/>
                <a:ea typeface="Aptos" pitchFamily="34" charset="-122"/>
                <a:cs typeface="Aptos" pitchFamily="34" charset="-120"/>
              </a:rPr>
              <a:t>Recognize common failure modes that can affect safety, accuracy, trust, workflow fit, or.</a:t>
            </a:r>
            <a:endParaRPr lang="en-US" sz="1380" dirty="0"/>
          </a:p>
          <a:p>
            <a:r>
              <a:rPr lang="en-US" sz="1380" dirty="0">
                <a:solidFill>
                  <a:srgbClr val="17364A"/>
                </a:solidFill>
                <a:latin typeface="Aptos" pitchFamily="34" charset="0"/>
                <a:ea typeface="Aptos" pitchFamily="34" charset="-122"/>
                <a:cs typeface="Aptos" pitchFamily="34" charset="-120"/>
              </a:rPr>
              <a:t>Identify practical guardrails that should be documented before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AI documentation packet that can support readiness assessment,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AI documentation packet that can support readiness assessment, governance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Produce a AI documentation packet that can support readiness assessment, governance review,.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documentation makes systems understandable, reviewable, and accountable.</a:t>
            </a:r>
            <a:endParaRPr lang="en-US" sz="2100" dirty="0"/>
          </a:p>
          <a:p>
            <a:r>
              <a:rPr lang="en-US" sz="2100" dirty="0">
                <a:solidFill>
                  <a:srgbClr val="17364A"/>
                </a:solidFill>
                <a:latin typeface="Aptos" pitchFamily="34" charset="0"/>
                <a:ea typeface="Aptos" pitchFamily="34" charset="-122"/>
                <a:cs typeface="Aptos" pitchFamily="34" charset="-120"/>
              </a:rPr>
              <a:t>Model cards and system cards are structured documentation tools that describe intended use, data,.</a:t>
            </a:r>
            <a:endParaRPr lang="en-US" sz="2100" dirty="0"/>
          </a:p>
          <a:p>
            <a:r>
              <a:rPr lang="en-US" sz="2100" dirty="0">
                <a:solidFill>
                  <a:srgbClr val="17364A"/>
                </a:solidFill>
                <a:latin typeface="Aptos" pitchFamily="34" charset="0"/>
                <a:ea typeface="Aptos" pitchFamily="34" charset="-122"/>
                <a:cs typeface="Aptos" pitchFamily="34" charset="-120"/>
              </a:rPr>
              <a:t>This module helps public health staff create documentation that supports governance review, vendor.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documentation makes systems understandable, reviewable, and accountable.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Model cards and system cards are structured documentation tools that describe intended.</a:t>
            </a:r>
            <a:endParaRPr lang="en-US" sz="1380" dirty="0"/>
          </a:p>
          <a:p>
            <a:r>
              <a:rPr lang="en-US" sz="1380" dirty="0">
                <a:solidFill>
                  <a:srgbClr val="17364A"/>
                </a:solidFill>
                <a:latin typeface="Aptos" pitchFamily="34" charset="0"/>
                <a:ea typeface="Aptos" pitchFamily="34" charset="-122"/>
                <a:cs typeface="Aptos" pitchFamily="34" charset="-120"/>
              </a:rPr>
              <a:t>This module helps public health staff create documentation that supports governance.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80" dirty="0"/>
          </a:p>
          <a:p>
            <a:r>
              <a:rPr lang="en-US" sz="1380" dirty="0">
                <a:solidFill>
                  <a:srgbClr val="17364A"/>
                </a:solidFill>
                <a:latin typeface="Aptos" pitchFamily="34" charset="0"/>
                <a:ea typeface="Aptos" pitchFamily="34" charset="-122"/>
                <a:cs typeface="Aptos" pitchFamily="34" charset="-120"/>
              </a:rPr>
              <a:t>It does not replace legal, privacy, procurement, civil rights, records, or agency policy.</a:t>
            </a:r>
            <a:endParaRPr lang="en-US" sz="1380" dirty="0"/>
          </a:p>
          <a:p>
            <a:r>
              <a:rPr lang="en-US" sz="1380" dirty="0">
                <a:solidFill>
                  <a:srgbClr val="17364A"/>
                </a:solidFill>
                <a:latin typeface="Aptos" pitchFamily="34" charset="0"/>
                <a:ea typeface="Aptos" pitchFamily="34" charset="-122"/>
                <a:cs typeface="Aptos" pitchFamily="34" charset="-120"/>
              </a:rPr>
              <a:t>Learners should confirm applicable requirements in their own jurisdiction and organization.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Documentation, Model Cards, and System Cards matters because AI systems are embedded in public.</a:t>
            </a:r>
            <a:endParaRPr lang="en-US" sz="2100" dirty="0"/>
          </a:p>
          <a:p>
            <a:r>
              <a:rPr lang="en-US" sz="2100" dirty="0">
                <a:solidFill>
                  <a:srgbClr val="17364A"/>
                </a:solidFill>
                <a:latin typeface="Aptos" pitchFamily="34" charset="0"/>
                <a:ea typeface="Aptos" pitchFamily="34" charset="-122"/>
                <a:cs typeface="Aptos" pitchFamily="34" charset="-120"/>
              </a:rPr>
              <a:t>The topic affects whether AI outputs are accurate, explainable, safe, equitable, secure, and sustainable.</a:t>
            </a:r>
            <a:endParaRPr lang="en-US" sz="2100" dirty="0"/>
          </a:p>
          <a:p>
            <a:r>
              <a:rPr lang="en-US" sz="2100" dirty="0">
                <a:solidFill>
                  <a:srgbClr val="17364A"/>
                </a:solidFill>
                <a:latin typeface="Aptos" pitchFamily="34" charset="0"/>
                <a:ea typeface="Aptos" pitchFamily="34" charset="-122"/>
                <a:cs typeface="Aptos" pitchFamily="34" charset="-120"/>
              </a:rPr>
              <a:t>Agencies that ignore this area may create tools that work in a demonstration but fail in actual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Documentation, Model Cards, and System Cards matters because AI systems are embedded in public.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Documentation, Model Cards, and System Cards matters because AI systems are embedded in.</a:t>
            </a:r>
            <a:endParaRPr lang="en-US" sz="1380" dirty="0"/>
          </a:p>
          <a:p>
            <a:r>
              <a:rPr lang="en-US" sz="1380" dirty="0">
                <a:solidFill>
                  <a:srgbClr val="17364A"/>
                </a:solidFill>
                <a:latin typeface="Aptos" pitchFamily="34" charset="0"/>
                <a:ea typeface="Aptos" pitchFamily="34" charset="-122"/>
                <a:cs typeface="Aptos" pitchFamily="34" charset="-120"/>
              </a:rPr>
              <a:t>The topic also affects accountability.</a:t>
            </a:r>
            <a:endParaRPr lang="en-US" sz="1380" dirty="0"/>
          </a:p>
          <a:p>
            <a:r>
              <a:rPr lang="en-US" sz="1380" dirty="0">
                <a:solidFill>
                  <a:srgbClr val="17364A"/>
                </a:solidFill>
                <a:latin typeface="Aptos" pitchFamily="34" charset="0"/>
                <a:ea typeface="Aptos" pitchFamily="34" charset="-122"/>
                <a:cs typeface="Aptos" pitchFamily="34" charset="-120"/>
              </a:rPr>
              <a:t>Public health agencies must be able to explain how data are used, why a tool was approved,.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documentation records what the system is intended to do, how it was developed or configured, what.</a:t>
            </a:r>
            <a:endParaRPr lang="en-US" sz="2100" dirty="0"/>
          </a:p>
          <a:p>
            <a:r>
              <a:rPr lang="en-US" sz="2100" dirty="0">
                <a:solidFill>
                  <a:srgbClr val="17364A"/>
                </a:solidFill>
                <a:latin typeface="Aptos" pitchFamily="34" charset="0"/>
                <a:ea typeface="Aptos" pitchFamily="34" charset="-122"/>
                <a:cs typeface="Aptos" pitchFamily="34" charset="-120"/>
              </a:rPr>
              <a:t>Documentation supports accountability across the AI lifecycle.</a:t>
            </a:r>
            <a:endParaRPr lang="en-US" sz="2100" dirty="0"/>
          </a:p>
          <a:p>
            <a:r>
              <a:rPr lang="en-US" sz="2100" dirty="0">
                <a:solidFill>
                  <a:srgbClr val="17364A"/>
                </a:solidFill>
                <a:latin typeface="Aptos" pitchFamily="34" charset="0"/>
                <a:ea typeface="Aptos" pitchFamily="34" charset="-122"/>
                <a:cs typeface="Aptos" pitchFamily="34" charset="-120"/>
              </a:rPr>
              <a:t>A model card is a structured summary of a model, including intended use, data, evaluation, limitations,.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documentation records what the system is intended to do, how it was developed or configured, what.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documentation records what the system is intended to do, how it was developed or.</a:t>
            </a:r>
            <a:endParaRPr lang="en-US" sz="1380" dirty="0"/>
          </a:p>
          <a:p>
            <a:r>
              <a:rPr lang="en-US" sz="1380" dirty="0">
                <a:solidFill>
                  <a:srgbClr val="17364A"/>
                </a:solidFill>
                <a:latin typeface="Aptos" pitchFamily="34" charset="0"/>
                <a:ea typeface="Aptos" pitchFamily="34" charset="-122"/>
                <a:cs typeface="Aptos" pitchFamily="34" charset="-120"/>
              </a:rPr>
              <a:t>A model card is a structured summary of a model, including intended use, data, evaluation,.</a:t>
            </a:r>
            <a:endParaRPr lang="en-US" sz="1380" dirty="0"/>
          </a:p>
          <a:p>
            <a:r>
              <a:rPr lang="en-US" sz="1380" dirty="0">
                <a:solidFill>
                  <a:srgbClr val="17364A"/>
                </a:solidFill>
                <a:latin typeface="Aptos" pitchFamily="34" charset="0"/>
                <a:ea typeface="Aptos" pitchFamily="34" charset="-122"/>
                <a:cs typeface="Aptos" pitchFamily="34" charset="-120"/>
              </a:rPr>
              <a:t>A system card extends documentation to the broader system, including workflow integration,.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agency using a generative AI assistant to draft public health messages should document the approved.</a:t>
            </a:r>
            <a:endParaRPr lang="en-US" sz="2100" dirty="0"/>
          </a:p>
          <a:p>
            <a:r>
              <a:rPr lang="en-US" sz="2100" dirty="0">
                <a:solidFill>
                  <a:srgbClr val="17364A"/>
                </a:solidFill>
                <a:latin typeface="Aptos" pitchFamily="34" charset="0"/>
                <a:ea typeface="Aptos" pitchFamily="34" charset="-122"/>
                <a:cs typeface="Aptos" pitchFamily="34" charset="-120"/>
              </a:rPr>
              <a:t>A system card would help reviewers understand the whole workflow rather than only the model.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agency using a generative AI assistant to draft public health messages should document the approved.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An agency using a generative AI assistant to draft public health messages should document.</a:t>
            </a:r>
            <a:endParaRPr lang="en-US" sz="1380" dirty="0"/>
          </a:p>
          <a:p>
            <a:r>
              <a:rPr lang="en-US" sz="1380" dirty="0">
                <a:solidFill>
                  <a:srgbClr val="17364A"/>
                </a:solidFill>
                <a:latin typeface="Aptos" pitchFamily="34" charset="0"/>
                <a:ea typeface="Aptos" pitchFamily="34" charset="-122"/>
                <a:cs typeface="Aptos" pitchFamily="34" charset="-120"/>
              </a:rPr>
              <a:t>A system card would help reviewers understand the whole workflow rather than only the model.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documentation should be created before deployment and maintained after launch.</a:t>
            </a:r>
            <a:endParaRPr lang="en-US" sz="2100" dirty="0"/>
          </a:p>
          <a:p>
            <a:r>
              <a:rPr lang="en-US" sz="2100" dirty="0">
                <a:solidFill>
                  <a:srgbClr val="17364A"/>
                </a:solidFill>
                <a:latin typeface="Aptos" pitchFamily="34" charset="0"/>
                <a:ea typeface="Aptos" pitchFamily="34" charset="-122"/>
                <a:cs typeface="Aptos" pitchFamily="34" charset="-120"/>
              </a:rPr>
              <a:t>The documentation should identify the system owner, intended users, data inputs, outputs, human review.</a:t>
            </a:r>
            <a:endParaRPr lang="en-US" sz="2100" dirty="0"/>
          </a:p>
          <a:p>
            <a:r>
              <a:rPr lang="en-US" sz="2100" dirty="0">
                <a:solidFill>
                  <a:srgbClr val="17364A"/>
                </a:solidFill>
                <a:latin typeface="Aptos" pitchFamily="34" charset="0"/>
                <a:ea typeface="Aptos" pitchFamily="34" charset="-122"/>
                <a:cs typeface="Aptos" pitchFamily="34" charset="-120"/>
              </a:rPr>
              <a:t>A document that is created once and never updated will not support responsible operations.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documentation should be created before deployment and maintained after launch.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documentation should identify the system owner, intended users, data inputs, outputs,.</a:t>
            </a:r>
            <a:endParaRPr lang="en-US" sz="1380" dirty="0"/>
          </a:p>
          <a:p>
            <a:r>
              <a:rPr lang="en-US" sz="1380" dirty="0">
                <a:solidFill>
                  <a:srgbClr val="17364A"/>
                </a:solidFill>
                <a:latin typeface="Aptos" pitchFamily="34" charset="0"/>
                <a:ea typeface="Aptos" pitchFamily="34" charset="-122"/>
                <a:cs typeface="Aptos" pitchFamily="34" charset="-120"/>
              </a:rPr>
              <a:t>Model cards are especially useful for predictive or classification models because they can.</a:t>
            </a:r>
            <a:endParaRPr lang="en-US" sz="1380" dirty="0"/>
          </a:p>
          <a:p>
            <a:r>
              <a:rPr lang="en-US" sz="1380" dirty="0">
                <a:solidFill>
                  <a:srgbClr val="17364A"/>
                </a:solidFill>
                <a:latin typeface="Aptos" pitchFamily="34" charset="0"/>
                <a:ea typeface="Aptos" pitchFamily="34" charset="-122"/>
                <a:cs typeface="Aptos" pitchFamily="34" charset="-120"/>
              </a:rPr>
              <a:t>System cards are especially useful for generative, RAG, and agentic systems because these.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2100" dirty="0"/>
          </a:p>
          <a:p>
            <a:r>
              <a:rPr lang="en-US" sz="2100" dirty="0">
                <a:solidFill>
                  <a:srgbClr val="17364A"/>
                </a:solidFill>
                <a:latin typeface="Aptos" pitchFamily="34" charset="0"/>
                <a:ea typeface="Aptos" pitchFamily="34" charset="-122"/>
                <a:cs typeface="Aptos" pitchFamily="34" charset="-120"/>
              </a:rPr>
              <a:t>When staff do not connect technical decisions to authority, workflow, equity, privacy, security, and.</a:t>
            </a:r>
            <a:endParaRPr lang="en-US" sz="2100" dirty="0"/>
          </a:p>
          <a:p>
            <a:r>
              <a:rPr lang="en-US" sz="2100" dirty="0">
                <a:solidFill>
                  <a:srgbClr val="17364A"/>
                </a:solidFill>
                <a:latin typeface="Aptos" pitchFamily="34" charset="0"/>
                <a:ea typeface="Aptos" pitchFamily="34" charset="-122"/>
                <a:cs typeface="Aptos" pitchFamily="34" charset="-120"/>
              </a:rPr>
              <a:t>Another risk is relying on vendor claims without agency-defined evidence.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technical detail rather than a public health control.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When staff do not connect technical decisions to authority, workflow, equity, privacy,.</a:t>
            </a:r>
            <a:endParaRPr lang="en-US" sz="1380" dirty="0"/>
          </a:p>
          <a:p>
            <a:r>
              <a:rPr lang="en-US" sz="1380" dirty="0">
                <a:solidFill>
                  <a:srgbClr val="17364A"/>
                </a:solidFill>
                <a:latin typeface="Aptos" pitchFamily="34" charset="0"/>
                <a:ea typeface="Aptos" pitchFamily="34" charset="-122"/>
                <a:cs typeface="Aptos" pitchFamily="34" charset="-120"/>
              </a:rPr>
              <a:t>Vendors may provide demonstrations, dashboards, or summary metrics that do not match the.</a:t>
            </a:r>
            <a:endParaRPr lang="en-US" sz="1380" dirty="0"/>
          </a:p>
          <a:p>
            <a:r>
              <a:rPr lang="en-US" sz="1380" dirty="0">
                <a:solidFill>
                  <a:srgbClr val="17364A"/>
                </a:solidFill>
                <a:latin typeface="Aptos" pitchFamily="34" charset="0"/>
                <a:ea typeface="Aptos" pitchFamily="34" charset="-122"/>
                <a:cs typeface="Aptos" pitchFamily="34" charset="-120"/>
              </a:rPr>
              <a:t>A guardrail is to require documentation, test results, acceptance criteria, and.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2100" dirty="0"/>
          </a:p>
          <a:p>
            <a:r>
              <a:rPr lang="en-US" sz="2100" dirty="0">
                <a:solidFill>
                  <a:srgbClr val="17364A"/>
                </a:solidFill>
                <a:latin typeface="Aptos" pitchFamily="34" charset="0"/>
                <a:ea typeface="Aptos" pitchFamily="34" charset="-122"/>
                <a:cs typeface="Aptos" pitchFamily="34" charset="-120"/>
              </a:rPr>
              <a:t>The controls should be scaled to the risk of the use case.</a:t>
            </a:r>
            <a:endParaRPr lang="en-US" sz="2100" dirty="0"/>
          </a:p>
          <a:p>
            <a:r>
              <a:rPr lang="en-US" sz="2100" dirty="0">
                <a:solidFill>
                  <a:srgbClr val="17364A"/>
                </a:solidFill>
                <a:latin typeface="Aptos" pitchFamily="34" charset="0"/>
                <a:ea typeface="Aptos" pitchFamily="34" charset="-122"/>
                <a:cs typeface="Aptos" pitchFamily="34" charset="-120"/>
              </a:rPr>
              <a:t>A tool that drafts internal training text may require lighter review than a tool that updates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predictive analytics, RAG, automation, and agentic workflows all depend on the controls.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Generative AI, predictive analytics, RAG, automation, and agentic workflows all depend on.</a:t>
            </a:r>
            <a:endParaRPr lang="en-US" sz="1380" dirty="0"/>
          </a:p>
          <a:p>
            <a:r>
              <a:rPr lang="en-US" sz="1380" dirty="0">
                <a:solidFill>
                  <a:srgbClr val="17364A"/>
                </a:solidFill>
                <a:latin typeface="Aptos" pitchFamily="34" charset="0"/>
                <a:ea typeface="Aptos" pitchFamily="34" charset="-122"/>
                <a:cs typeface="Aptos" pitchFamily="34" charset="-120"/>
              </a:rPr>
              <a:t>A tool that drafts internal training text may require lighter review than a tool that.</a:t>
            </a:r>
            <a:endParaRPr lang="en-US" sz="1380" dirty="0"/>
          </a:p>
          <a:p>
            <a:r>
              <a:rPr lang="en-US" sz="1380" dirty="0">
                <a:solidFill>
                  <a:srgbClr val="17364A"/>
                </a:solidFill>
                <a:latin typeface="Aptos" pitchFamily="34" charset="0"/>
                <a:ea typeface="Aptos" pitchFamily="34" charset="-122"/>
                <a:cs typeface="Aptos" pitchFamily="34" charset="-120"/>
              </a:rPr>
              <a:t>The module should be applied during readiness assessment, procurement,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2100" dirty="0"/>
          </a:p>
          <a:p>
            <a:r>
              <a:rPr lang="en-US" sz="2100" dirty="0">
                <a:solidFill>
                  <a:srgbClr val="17364A"/>
                </a:solidFill>
                <a:latin typeface="Aptos" pitchFamily="34" charset="0"/>
                <a:ea typeface="Aptos" pitchFamily="34" charset="-122"/>
                <a:cs typeface="Aptos" pitchFamily="34" charset="-120"/>
              </a:rPr>
              <a:t>What decisions, data sources, users, or partners would be affected if this area is poorly designed?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Where does this topic appear in one current or proposed AI workflow in your agency?</a:t>
            </a:r>
            <a:endParaRPr lang="en-US" sz="1380" dirty="0"/>
          </a:p>
          <a:p>
            <a:r>
              <a:rPr lang="en-US" sz="1380" dirty="0">
                <a:solidFill>
                  <a:srgbClr val="17364A"/>
                </a:solidFill>
                <a:latin typeface="Aptos" pitchFamily="34" charset="0"/>
                <a:ea typeface="Aptos" pitchFamily="34" charset="-122"/>
                <a:cs typeface="Aptos" pitchFamily="34" charset="-120"/>
              </a:rPr>
              <a:t>What decisions, data sources, users, or partners would be affected if this area is poorly.</a:t>
            </a:r>
            <a:endParaRPr lang="en-US" sz="1380" dirty="0"/>
          </a:p>
          <a:p>
            <a:r>
              <a:rPr lang="en-US" sz="1380" dirty="0">
                <a:solidFill>
                  <a:srgbClr val="17364A"/>
                </a:solidFill>
                <a:latin typeface="Aptos" pitchFamily="34" charset="0"/>
                <a:ea typeface="Aptos" pitchFamily="34" charset="-122"/>
                <a:cs typeface="Aptos" pitchFamily="34" charset="-120"/>
              </a:rPr>
              <a:t>What evidence would governance reviewers need before approving the workflow?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safeguards should be required before pilot testing?</a:t>
            </a:r>
            <a:endParaRPr lang="en-US" sz="2100" dirty="0"/>
          </a:p>
          <a:p>
            <a:r>
              <a:rPr lang="en-US" sz="2100" dirty="0">
                <a:solidFill>
                  <a:srgbClr val="17364A"/>
                </a:solidFill>
                <a:latin typeface="Aptos" pitchFamily="34" charset="0"/>
                <a:ea typeface="Aptos" pitchFamily="34" charset="-122"/>
                <a:cs typeface="Aptos" pitchFamily="34" charset="-120"/>
              </a:rPr>
              <a:t>Who owns ongoing monitoring and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safeguards should be required before pilot testing?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safeguards should be required before pilot testing?</a:t>
            </a:r>
            <a:endParaRPr lang="en-US" sz="1380" dirty="0"/>
          </a:p>
          <a:p>
            <a:r>
              <a:rPr lang="en-US" sz="1380" dirty="0">
                <a:solidFill>
                  <a:srgbClr val="17364A"/>
                </a:solidFill>
                <a:latin typeface="Aptos" pitchFamily="34" charset="0"/>
                <a:ea typeface="Aptos" pitchFamily="34" charset="-122"/>
                <a:cs typeface="Aptos" pitchFamily="34" charset="-120"/>
              </a:rPr>
              <a:t>Who owns ongoing monitoring and review?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AI documentation packet for one real or realistic public health AI workflow.</a:t>
            </a:r>
            <a:endParaRPr lang="en-US" sz="2100" dirty="0"/>
          </a:p>
          <a:p>
            <a:r>
              <a:rPr lang="en-US" sz="2100" dirty="0">
                <a:solidFill>
                  <a:srgbClr val="17364A"/>
                </a:solidFill>
                <a:latin typeface="Aptos" pitchFamily="34" charset="0"/>
                <a:ea typeface="Aptos" pitchFamily="34" charset="-122"/>
                <a:cs typeface="Aptos" pitchFamily="34" charset="-120"/>
              </a:rPr>
              <a:t>The artifact should describe the use case, affected users, data sources, system dependencies, risks,.</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be used in a governance meeting, procurement.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AI documentation packet for one real or realistic public health AI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artifact should describe the use case, affected users, data sources, system.</a:t>
            </a:r>
            <a:endParaRPr lang="en-US" sz="1380" dirty="0"/>
          </a:p>
          <a:p>
            <a:r>
              <a:rPr lang="en-US" sz="1380" dirty="0">
                <a:solidFill>
                  <a:srgbClr val="17364A"/>
                </a:solidFill>
                <a:latin typeface="Aptos" pitchFamily="34" charset="0"/>
                <a:ea typeface="Aptos" pitchFamily="34" charset="-122"/>
                <a:cs typeface="Aptos" pitchFamily="34" charset="-120"/>
              </a:rPr>
              <a:t>The exercise should produce a work product that could be used in a governance meeting,.</a:t>
            </a:r>
            <a:endParaRPr lang="en-US" sz="1380" dirty="0"/>
          </a:p>
          <a:p>
            <a:r>
              <a:rPr lang="en-US" sz="1380" dirty="0">
                <a:solidFill>
                  <a:srgbClr val="17364A"/>
                </a:solidFill>
                <a:latin typeface="Aptos" pitchFamily="34" charset="0"/>
                <a:ea typeface="Aptos" pitchFamily="34" charset="-122"/>
                <a:cs typeface="Aptos" pitchFamily="34" charset="-120"/>
              </a:rPr>
              <a:t>Learners should document assumptions and identify which staff or partners need to be.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 documentation packet.</a:t>
            </a:r>
            <a:endParaRPr lang="en-US" sz="2100" dirty="0"/>
          </a:p>
          <a:p>
            <a:r>
              <a:rPr lang="en-US" sz="2100" dirty="0">
                <a:solidFill>
                  <a:srgbClr val="17364A"/>
                </a:solidFill>
                <a:latin typeface="Aptos" pitchFamily="34" charset="0"/>
                <a:ea typeface="Aptos" pitchFamily="34" charset="-122"/>
                <a:cs typeface="Aptos" pitchFamily="34" charset="-120"/>
              </a:rPr>
              <a:t>It should be specific to a public health workflow and should include technical dependencies, governance.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 documentation packet.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expected artifact is a completed AI documentation packet.</a:t>
            </a:r>
            <a:endParaRPr lang="en-US" sz="1380" dirty="0"/>
          </a:p>
          <a:p>
            <a:r>
              <a:rPr lang="en-US" sz="1380" dirty="0">
                <a:solidFill>
                  <a:srgbClr val="17364A"/>
                </a:solidFill>
                <a:latin typeface="Aptos" pitchFamily="34" charset="0"/>
                <a:ea typeface="Aptos" pitchFamily="34" charset="-122"/>
                <a:cs typeface="Aptos" pitchFamily="34" charset="-120"/>
              </a:rPr>
              <a:t>It should be specific to a public health workflow and should include technical.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expected artifact is a completed AI documentation packet. It should be specific to a public health.</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expected artifact is a completed AI documentation packet. It should be specific to a public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expected artifact is a completed AI documentation packet.</a:t>
            </a:r>
            <a:endParaRPr lang="en-US" sz="1380" dirty="0"/>
          </a:p>
          <a:p>
            <a:r>
              <a:rPr lang="en-US" sz="1380" dirty="0">
                <a:solidFill>
                  <a:srgbClr val="17364A"/>
                </a:solidFill>
                <a:latin typeface="Aptos" pitchFamily="34" charset="0"/>
                <a:ea typeface="Aptos" pitchFamily="34" charset="-122"/>
                <a:cs typeface="Aptos" pitchFamily="34" charset="-120"/>
              </a:rPr>
              <a:t>It should be specific to a public health workflow and should include technical.</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best reason to address ai documentation, model cards, and system cards before deployment?</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responsible implementation?</a:t>
            </a:r>
            <a:endParaRPr lang="en-US" sz="2100" dirty="0"/>
          </a:p>
          <a:p>
            <a:r>
              <a:rPr lang="en-US" sz="2100" dirty="0">
                <a:solidFill>
                  <a:srgbClr val="17364A"/>
                </a:solidFill>
                <a:latin typeface="Aptos" pitchFamily="34" charset="0"/>
                <a:ea typeface="Aptos" pitchFamily="34" charset="-122"/>
                <a:cs typeface="Aptos" pitchFamily="34" charset="-120"/>
              </a:rPr>
              <a:t>3. Which statement best describes a common failure mode?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best reason to address ai documentation, model cards, and system cards before deployment?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the best reason to address ai documentation, model cards, and system cards before.</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Documentation, Model Cards, and System Cards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OWASP Top 10 for LLM Applications, when security or AI integrations are relevant</a:t>
            </a:r>
            <a:endParaRPr lang="en-US" sz="1380" dirty="0"/>
          </a:p>
          <a:p>
            <a:r>
              <a:rPr lang="en-US" sz="1380" dirty="0">
                <a:solidFill>
                  <a:srgbClr val="17364A"/>
                </a:solidFill>
                <a:latin typeface="Aptos" pitchFamily="34" charset="0"/>
                <a:ea typeface="Aptos" pitchFamily="34" charset="-122"/>
                <a:cs typeface="Aptos" pitchFamily="34" charset="-120"/>
              </a:rPr>
              <a:t>Agency privacy, cybersecurity, data governance, procurement, and records management policies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Documentation, Model Cards, and System Cards</dc:title>
  <dc:subject>AI Documentation, Model Cards, and System Cards learning module</dc:subject>
  <dc:creator>Paula Soper</dc:creator>
  <cp:lastModifiedBy>Paula Soper</cp:lastModifiedBy>
  <cp:revision>1</cp:revision>
  <dcterms:created xsi:type="dcterms:W3CDTF">2026-07-13T02:11:43Z</dcterms:created>
  <dcterms:modified xsi:type="dcterms:W3CDTF">2026-07-13T02:11:43Z</dcterms:modified>
</cp:coreProperties>
</file>