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succeed or fail inside real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2100" dirty="0"/>
          </a:p>
          <a:p>
            <a:r>
              <a:rPr lang="en-US" sz="2100" dirty="0">
                <a:solidFill>
                  <a:srgbClr val="17364A"/>
                </a:solidFill>
                <a:latin typeface="Aptos" pitchFamily="34" charset="0"/>
                <a:ea typeface="Aptos" pitchFamily="34" charset="-122"/>
                <a:cs typeface="Aptos" pitchFamily="34" charset="-120"/>
              </a:rPr>
              <a:t>In AI-supported public health work, human factors help agencies ensure that AI outputs are.</a:t>
            </a:r>
            <a:endParaRPr lang="en-US" sz="2100" dirty="0"/>
          </a:p>
          <a:p>
            <a:r>
              <a:rPr lang="en-US" sz="2100" dirty="0">
                <a:solidFill>
                  <a:srgbClr val="17364A"/>
                </a:solidFill>
                <a:latin typeface="Aptos" pitchFamily="34" charset="0"/>
                <a:ea typeface="Aptos" pitchFamily="34" charset="-122"/>
                <a:cs typeface="Aptos" pitchFamily="34" charset="-120"/>
              </a:rPr>
              <a:t>Usability testing is structured observation of how users interact with a tool or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2100" dirty="0"/>
          </a:p>
          <a:p>
            <a:r>
              <a:rPr lang="en-US" sz="2100" dirty="0">
                <a:solidFill>
                  <a:srgbClr val="17364A"/>
                </a:solidFill>
                <a:latin typeface="Aptos" pitchFamily="34" charset="0"/>
                <a:ea typeface="Aptos" pitchFamily="34" charset="-122"/>
                <a:cs typeface="Aptos" pitchFamily="34" charset="-120"/>
              </a:rPr>
              <a:t>If the summary hides uncertainty or makes unsupported claims look official, the investigator may.</a:t>
            </a:r>
            <a:endParaRPr lang="en-US" sz="2100" dirty="0"/>
          </a:p>
          <a:p>
            <a:r>
              <a:rPr lang="en-US" sz="2100" dirty="0">
                <a:solidFill>
                  <a:srgbClr val="17364A"/>
                </a:solidFill>
                <a:latin typeface="Aptos" pitchFamily="34" charset="0"/>
                <a:ea typeface="Aptos" pitchFamily="34" charset="-122"/>
                <a:cs typeface="Aptos" pitchFamily="34" charset="-120"/>
              </a:rPr>
              <a:t>If the summary is too long, poorly organized, or disconnected from source fields, it may not reduce.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integration begins with current-state mapping.</a:t>
            </a:r>
            <a:endParaRPr lang="en-US" sz="2100" dirty="0"/>
          </a:p>
          <a:p>
            <a:r>
              <a:rPr lang="en-US" sz="2100" dirty="0">
                <a:solidFill>
                  <a:srgbClr val="17364A"/>
                </a:solidFill>
                <a:latin typeface="Aptos" pitchFamily="34" charset="0"/>
                <a:ea typeface="Aptos" pitchFamily="34" charset="-122"/>
                <a:cs typeface="Aptos" pitchFamily="34" charset="-120"/>
              </a:rPr>
              <a:t>Agencies should document how work happens today, including informal workarounds, duplicate entry,.</a:t>
            </a:r>
            <a:endParaRPr lang="en-US" sz="2100" dirty="0"/>
          </a:p>
          <a:p>
            <a:r>
              <a:rPr lang="en-US" sz="2100" dirty="0">
                <a:solidFill>
                  <a:srgbClr val="17364A"/>
                </a:solidFill>
                <a:latin typeface="Aptos" pitchFamily="34" charset="0"/>
                <a:ea typeface="Aptos" pitchFamily="34" charset="-122"/>
                <a:cs typeface="Aptos" pitchFamily="34" charset="-120"/>
              </a:rPr>
              <a:t>AI should be introduced only after the team understands which step is being improved and how the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integration begins with current-state mapping.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AHRQ human factors and usability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2026-07-13T01:54:45Z</dcterms:created>
  <dcterms:modified xsi:type="dcterms:W3CDTF">2026-07-13T01:54:45Z</dcterms:modified>
</cp:coreProperties>
</file>