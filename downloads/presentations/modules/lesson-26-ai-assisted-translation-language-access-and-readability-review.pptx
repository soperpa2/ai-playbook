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210 AI-Assisted Translation, Language Access, and Readability Review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shared-foundational, governance-security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ai-assisted translation, language access, and readability review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safe use of AI for multilingual, plain-language, and accessible communication.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AI-Assisted Translation, Language Access, and Readability Review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safe use of AI for multilingual, plain-language, and accessible communication.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ai-assisted translation, language access, and readability review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Translation, Language Access, and Readability Review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Translation, Language Access, and Readability Review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ai-assisted translation, language access, and readability review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AI-Assisted Translation, Language Access, and Readability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 workflows, and oversight.</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 review, implementation.</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 legal, privacy, equity,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Communications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communications, policy, shared-foundational,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 lesson into a documented.</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 health AI.</a:t>
            </a:r>
            <a:endParaRPr lang="en-US" sz="1700" dirty="0"/>
          </a:p>
          <a:p>
            <a:r>
              <a:rPr lang="en-US" sz="17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700" dirty="0"/>
          </a:p>
          <a:p>
            <a:r>
              <a:rPr lang="en-US" sz="17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700" dirty="0"/>
          </a:p>
          <a:p>
            <a:r>
              <a:rPr lang="en-US" sz="170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ai-assisted translation, language access, and readability review in public health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700" dirty="0"/>
          </a:p>
          <a:p>
            <a:r>
              <a:rPr lang="en-US" sz="17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 documents,.</a:t>
            </a:r>
            <a:endParaRPr lang="en-US" sz="1700" dirty="0"/>
          </a:p>
          <a:p>
            <a:r>
              <a:rPr lang="en-US" sz="17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 governance.</a:t>
            </a:r>
            <a:endParaRPr lang="en-US" sz="1700" dirty="0"/>
          </a:p>
          <a:p>
            <a:r>
              <a:rPr lang="en-US" sz="1700" dirty="0">
                <a:solidFill>
                  <a:srgbClr val="17364A"/>
                </a:solidFill>
                <a:latin typeface="Aptos" pitchFamily="34" charset="0"/>
                <a:ea typeface="Aptos" pitchFamily="34" charset="-122"/>
                <a:cs typeface="Aptos" pitchFamily="34" charset="-120"/>
              </a:rPr>
              <a:t>It emphasizes paragraph-based reasoning, defined responsibilities, and documentation that can withstand public health,.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focuses on safe use of AI for multilingual, plain-language, and accessible communication.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700" dirty="0"/>
          </a:p>
          <a:p>
            <a:r>
              <a:rPr lang="en-US" sz="170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a:t>
            </a:r>
            <a:endParaRPr lang="en-US" sz="1700" dirty="0"/>
          </a:p>
          <a:p>
            <a:r>
              <a:rPr lang="en-US" sz="17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700" dirty="0"/>
          </a:p>
          <a:p>
            <a:r>
              <a:rPr lang="en-US" sz="170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700" dirty="0"/>
          </a:p>
          <a:p>
            <a:r>
              <a:rPr lang="en-US" sz="1700" dirty="0">
                <a:solidFill>
                  <a:srgbClr val="17364A"/>
                </a:solidFill>
                <a:latin typeface="Aptos" pitchFamily="34" charset="0"/>
                <a:ea typeface="Aptos" pitchFamily="34" charset="-122"/>
                <a:cs typeface="Aptos" pitchFamily="34" charset="-120"/>
              </a:rPr>
              <a:t>It is not legal advice and does not replace review by agency legal counsel, privacy officers, procurement officials, civil.</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state, locality, territory, Tribe, agency, funding source, data-sharing agreement, emergency.</a:t>
            </a:r>
            <a:endParaRPr lang="en-US" sz="1700" dirty="0"/>
          </a:p>
          <a:p>
            <a:r>
              <a:rPr lang="en-US" sz="1700" dirty="0">
                <a:solidFill>
                  <a:srgbClr val="17364A"/>
                </a:solidFill>
                <a:latin typeface="Aptos" pitchFamily="34" charset="0"/>
                <a:ea typeface="Aptos" pitchFamily="34" charset="-122"/>
                <a:cs typeface="Aptos" pitchFamily="34" charset="-120"/>
              </a:rPr>
              <a:t>Learners should use this module to identify the issues that require review and should confirm applicable requirements.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 how public health.</a:t>
            </a:r>
            <a:endParaRPr lang="en-US" sz="1700" dirty="0"/>
          </a:p>
          <a:p>
            <a:r>
              <a:rPr lang="en-US" sz="17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 approvals that do not.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 and community trust.</a:t>
            </a:r>
            <a:endParaRPr lang="en-US" sz="1700" dirty="0"/>
          </a:p>
          <a:p>
            <a:r>
              <a:rPr lang="en-US" sz="1700" dirty="0">
                <a:solidFill>
                  <a:srgbClr val="17364A"/>
                </a:solidFill>
                <a:latin typeface="Aptos" pitchFamily="34" charset="0"/>
                <a:ea typeface="Aptos" pitchFamily="34" charset="-122"/>
                <a:cs typeface="Aptos" pitchFamily="34" charset="-120"/>
              </a:rPr>
              <a:t>A module on this topic helps agencies define repeatable expectations before urgent situations arise.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AI-Assisted Translation, Language Access, and Readability Review matters because AI adoption changes how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 plain-language, and.</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 recognize that the.</a:t>
            </a:r>
            <a:endParaRPr lang="en-US" sz="1700" dirty="0"/>
          </a:p>
          <a:p>
            <a:r>
              <a:rPr lang="en-US" sz="17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 roles, review.</a:t>
            </a:r>
            <a:endParaRPr lang="en-US" sz="1700" dirty="0"/>
          </a:p>
          <a:p>
            <a:r>
              <a:rPr lang="en-US" sz="1700" dirty="0">
                <a:solidFill>
                  <a:srgbClr val="17364A"/>
                </a:solidFill>
                <a:latin typeface="Aptos" pitchFamily="34" charset="0"/>
                <a:ea typeface="Aptos" pitchFamily="34" charset="-122"/>
                <a:cs typeface="Aptos" pitchFamily="34" charset="-120"/>
              </a:rPr>
              <a:t>This converts a broad AI idea into a manageable public health practice.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agency is preparing to use AI in a workflow related to safe use of AI for multilingual, plain-language,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700" dirty="0"/>
          </a:p>
          <a:p>
            <a:r>
              <a:rPr lang="en-US" sz="17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 output, and what.</a:t>
            </a:r>
            <a:endParaRPr lang="en-US" sz="1700" dirty="0"/>
          </a:p>
          <a:p>
            <a:r>
              <a:rPr lang="en-US" sz="17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1700" dirty="0"/>
          </a:p>
          <a:p>
            <a:r>
              <a:rPr lang="en-US" sz="1700" dirty="0">
                <a:solidFill>
                  <a:srgbClr val="17364A"/>
                </a:solidFill>
                <a:latin typeface="Aptos" pitchFamily="34" charset="0"/>
                <a:ea typeface="Aptos" pitchFamily="34" charset="-122"/>
                <a:cs typeface="Aptos" pitchFamily="34" charset="-120"/>
              </a:rPr>
              <a:t>The second step is to assign responsibilities.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700" dirty="0"/>
          </a:p>
          <a:p>
            <a:r>
              <a:rPr lang="en-US" sz="17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review intervals and change triggers.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unclear ownership.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700" dirty="0"/>
          </a:p>
          <a:p>
            <a:r>
              <a:rPr lang="en-US" sz="17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 stronger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decision or workflow does this topic affect?</a:t>
            </a:r>
            <a:endParaRPr lang="en-US" sz="1700" dirty="0"/>
          </a:p>
          <a:p>
            <a:r>
              <a:rPr lang="en-US" sz="1700" dirty="0">
                <a:solidFill>
                  <a:srgbClr val="17364A"/>
                </a:solidFill>
                <a:latin typeface="Aptos" pitchFamily="34" charset="0"/>
                <a:ea typeface="Aptos" pitchFamily="34" charset="-122"/>
                <a:cs typeface="Aptos" pitchFamily="34" charset="-120"/>
              </a:rPr>
              <a:t>Who has authority to approve or pause the work?</a:t>
            </a:r>
            <a:endParaRPr lang="en-US" sz="1700" dirty="0"/>
          </a:p>
          <a:p>
            <a:r>
              <a:rPr lang="en-US" sz="17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700" dirty="0"/>
          </a:p>
          <a:p>
            <a:r>
              <a:rPr lang="en-US" sz="1700" dirty="0">
                <a:solidFill>
                  <a:srgbClr val="17364A"/>
                </a:solidFill>
                <a:latin typeface="Aptos" pitchFamily="34" charset="0"/>
                <a:ea typeface="Aptos" pitchFamily="34" charset="-122"/>
                <a:cs typeface="Aptos" pitchFamily="34" charset="-120"/>
              </a:rPr>
              <a:t>How will the agency know when the workflow needs to be revised?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 AI-supported public.</a:t>
            </a:r>
            <a:endParaRPr lang="en-US" sz="1700" dirty="0"/>
          </a:p>
          <a:p>
            <a:r>
              <a:rPr lang="en-US" sz="17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 expectations,.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practical ai-assisted translation, language access, and readability review artifact for one AI-supported public.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a:p>
            <a:r>
              <a:rPr lang="en-US" sz="1700" dirty="0">
                <a:solidFill>
                  <a:srgbClr val="17364A"/>
                </a:solidFill>
                <a:latin typeface="Aptos" pitchFamily="34" charset="0"/>
                <a:ea typeface="Aptos" pitchFamily="34" charset="-122"/>
                <a:cs typeface="Aptos" pitchFamily="34" charset="-120"/>
              </a:rPr>
              <a:t>Approval or review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Escalation and monitoring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700" dirty="0"/>
          </a:p>
          <a:p>
            <a:r>
              <a:rPr lang="en-US" sz="1700" dirty="0">
                <a:solidFill>
                  <a:srgbClr val="17364A"/>
                </a:solidFill>
                <a:latin typeface="Aptos" pitchFamily="34" charset="0"/>
                <a:ea typeface="Aptos" pitchFamily="34" charset="-122"/>
                <a:cs typeface="Aptos" pitchFamily="34" charset="-120"/>
              </a:rPr>
              <a:t>Role and responsibility table</a:t>
            </a:r>
            <a:endParaRPr lang="en-US" sz="1700" dirty="0"/>
          </a:p>
          <a:p>
            <a:r>
              <a:rPr lang="en-US" sz="1700" dirty="0">
                <a:solidFill>
                  <a:srgbClr val="17364A"/>
                </a:solidFill>
                <a:latin typeface="Aptos" pitchFamily="34" charset="0"/>
                <a:ea typeface="Aptos" pitchFamily="34" charset="-122"/>
                <a:cs typeface="Aptos" pitchFamily="34" charset="-120"/>
              </a:rPr>
              <a:t>Risk and safeguard summary</a:t>
            </a:r>
            <a:endParaRPr lang="en-US" sz="1700" dirty="0"/>
          </a:p>
          <a:p>
            <a:r>
              <a:rPr lang="en-US" sz="1700" dirty="0">
                <a:solidFill>
                  <a:srgbClr val="17364A"/>
                </a:solidFill>
                <a:latin typeface="Aptos" pitchFamily="34" charset="0"/>
                <a:ea typeface="Aptos" pitchFamily="34" charset="-122"/>
                <a:cs typeface="Aptos" pitchFamily="34" charset="-120"/>
              </a:rPr>
              <a:t>Escalation and monitoring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AI-Assisted Translation, Language Access, and Readability Review artifact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 has been applied.</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evidence that ai-assisted translation, language access, and readability review has been applied.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AI-Assisted Translation, Language Access, and Readability Review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AI-Assisted Translation, Language Access, and Readability Review</dc:title>
  <dc:subject>AI-Assisted Translation, Language Access, and Readability Review learning module</dc:subject>
  <dc:creator>Paula Soper</dc:creator>
  <cp:lastModifiedBy>Paula Soper</cp:lastModifiedBy>
  <cp:revision>1</cp:revision>
  <dcterms:created xsi:type="dcterms:W3CDTF">2026-07-12T18:54:57Z</dcterms:created>
  <dcterms:modified xsi:type="dcterms:W3CDTF">2026-07-12T18:54:57Z</dcterms:modified>
</cp:coreProperties>
</file>