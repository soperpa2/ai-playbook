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200 AI for Public Health Communications and Message Development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shared-foundational, policy, public-health-executive-leadership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appropriate and inappropriate uses of AI in public health communications.
Apply source verification, plain language, accessibility, and equity review to AI-generated messages.
Design a human review workflow for AI-assisted public-facing communications.
Recognize misinformation, overstatement, missing uncertainty, and stigmatizing language risks.
Produce an AI-assisted communications review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support public health communications by helping staff draft, revise, simplify, translate, tailor, and test messages. However, public health communication carries high trust, equity, accessibility, and accuracy obligations. AI-generated text can sound clear and authoritative while misstating evidence, omitting uncertainty, using stigmatizing language, failing to meet accessibility needs, or creating messages that do not fit community context.
This module teaches communications staff and program partners how to use AI as a drafting and review aid while preserving human accountability. It focuses on public-facing messages, internal communications, plain language, community relevance, multilingual communication, misinformation risks, and review workflows.
The goal is not to replace skilled communicators. The goal is to help communications teams use AI safely for efficiency, brainstorming, and consistency while retaining professional judgment, source verification, community review, and public trust.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AI to draft a heat safety message for older adults, outdoor workers, and people without reliable air conditioning. Communications staff verify the recommendations against official guidance, rewrite the message in plain language, review it for accessibility and language access, avoid blaming individuals for structural risks, and route the final version through the approved public information process before release.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be useful early in the message development process. It can generate first drafts, propose alternative tones, simplify technical language, identify jargon, create audience-specific versions, and suggest questions the public may ask. These uses can save time, especially when communications staff support multiple programs. However, AI should not be treated as the authority on public health content. The approved evidence base should come from agency guidance, subject matter experts, official data, and community context.
Source verification is essential because AI-generated language may include unsupported claims, outdated recommendations, fabricated details, or overconfident statements. Communications staff should verify factual claims, numbers, dates, risk statements, recommendations, and eligibility criteria against approved sources. When uncertainty exists, the message should explain what is known, what is not known, and what actions people can take.
Equity and accessibility review should be built into the workflow. AI-generated messages may not adequately address language access, disability access, literacy, cultural context, rural access, transportation barriers, technology access, or historical mistrust. Public health messages should be reviewed for plain language, readability, alternative formats, translation quality, non-stigmatizing language, and practical feasibility for the intended audience.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also support review, but it should not replace reviewers. A communications workflow should define who checks technical accuracy, who reviews equity and accessibility, who approves public release, and who monitors public response after dissemination. For urgent communications, the workflow should include expedited review rules that still preserve accuracy and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AI-generated messages overstating evidence or omitting uncertainty.
Use of stigmatizing, blaming, or culturally inappropriate language.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Unverified translations or readability changes that alter meaning.
Public-facing content being released without required subject matter or leadership review.
Messages that assume access to resources, technology, transportation, or healthcare that the audience may not have.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only approved tools and approved source material for public health communications.
Require human review for accuracy, plain language, accessibility, equity, and tone.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source material used for public-facing claims.
Use qualified review for translation and language access needs.
Route public-facing materials through the agency approval process before release.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AI-assisted communications review checklist for one public health message. Include intended audience, source material, factual claims to verify, plain language review, accessibility review, language access review, equity review, approval pathway, and documentation expectations.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AI-assisted communications review checklist
Source verification notes
Plain language and accessibility review notes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pathway documentation
Final reviewed message or sample revision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AI-assisted communications review checklist
Source verification notes
Plain language and accessibility review notes
Approval pathway documentation
Final reviewed message or sample revision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appropriate role for AI in public health communications?
2. Why is source verification necessary?
3. Which review is especially important for public-facing AI-assisted messages?
4. What should happen with AI-assisted translation for public health messages?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Public Health Communications and Message Development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 translate,.</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 using.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shared-foundational, policy,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Apply source verification, plain language, accessibility, and equity review to AI-generated messages.</a:t>
            </a:r>
            <a:endParaRPr lang="en-US" sz="2100" dirty="0"/>
          </a:p>
          <a:p>
            <a:r>
              <a:rPr lang="en-US" sz="2100" dirty="0">
                <a:solidFill>
                  <a:srgbClr val="17364A"/>
                </a:solidFill>
                <a:latin typeface="Aptos" pitchFamily="34" charset="0"/>
                <a:ea typeface="Aptos" pitchFamily="34" charset="-122"/>
                <a:cs typeface="Aptos" pitchFamily="34" charset="-120"/>
              </a:rPr>
              <a:t>Design a human review workflow for AI-assisted public-facing communications.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appropriate and inappropriate uses of AI in public health communications.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misinformation, overstatement, missing uncertainty, and stigmatizing language.</a:t>
            </a:r>
            <a:endParaRPr lang="en-US" sz="1380" dirty="0"/>
          </a:p>
          <a:p>
            <a:r>
              <a:rPr lang="en-US" sz="1380" dirty="0">
                <a:solidFill>
                  <a:srgbClr val="17364A"/>
                </a:solidFill>
                <a:latin typeface="Aptos" pitchFamily="34" charset="0"/>
                <a:ea typeface="Aptos" pitchFamily="34" charset="-122"/>
                <a:cs typeface="Aptos" pitchFamily="34" charset="-120"/>
              </a:rPr>
              <a:t>Produce an AI-assisted communications review checklist.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2100" dirty="0"/>
          </a:p>
          <a:p>
            <a:r>
              <a:rPr lang="en-US" sz="2100" dirty="0">
                <a:solidFill>
                  <a:srgbClr val="17364A"/>
                </a:solidFill>
                <a:latin typeface="Aptos" pitchFamily="34" charset="0"/>
                <a:ea typeface="Aptos" pitchFamily="34" charset="-122"/>
                <a:cs typeface="Aptos" pitchFamily="34" charset="-120"/>
              </a:rPr>
              <a:t>However, public health communication carries high trust, equity, accessibility, and accuracy obligations.</a:t>
            </a:r>
            <a:endParaRPr lang="en-US" sz="2100" dirty="0"/>
          </a:p>
          <a:p>
            <a:r>
              <a:rPr lang="en-US" sz="2100" dirty="0">
                <a:solidFill>
                  <a:srgbClr val="17364A"/>
                </a:solidFill>
                <a:latin typeface="Aptos" pitchFamily="34" charset="0"/>
                <a:ea typeface="Aptos" pitchFamily="34" charset="-122"/>
                <a:cs typeface="Aptos" pitchFamily="34" charset="-120"/>
              </a:rPr>
              <a:t>AI-generated text can sound clear and authoritative while misstating evidence, omitting uncertainty,.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support public health communications by helping staff draft, revise, simplify,.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can support public health communications by helping staff draft, revise,.</a:t>
            </a:r>
            <a:endParaRPr lang="en-US" sz="1380" dirty="0"/>
          </a:p>
          <a:p>
            <a:r>
              <a:rPr lang="en-US" sz="1380" dirty="0">
                <a:solidFill>
                  <a:srgbClr val="17364A"/>
                </a:solidFill>
                <a:latin typeface="Aptos" pitchFamily="34" charset="0"/>
                <a:ea typeface="Aptos" pitchFamily="34" charset="-122"/>
                <a:cs typeface="Aptos" pitchFamily="34" charset="-120"/>
              </a:rPr>
              <a:t>AI-generated text can sound clear and authoritative while misstating evidence, omitting.</a:t>
            </a:r>
            <a:endParaRPr lang="en-US" sz="1380" dirty="0"/>
          </a:p>
          <a:p>
            <a:r>
              <a:rPr lang="en-US" sz="1380" dirty="0">
                <a:solidFill>
                  <a:srgbClr val="17364A"/>
                </a:solidFill>
                <a:latin typeface="Aptos" pitchFamily="34" charset="0"/>
                <a:ea typeface="Aptos" pitchFamily="34" charset="-122"/>
                <a:cs typeface="Aptos" pitchFamily="34" charset="-120"/>
              </a:rPr>
              <a:t>This module teaches communications staff and program partners how to use AI as a drafting.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2100" dirty="0"/>
          </a:p>
          <a:p>
            <a:r>
              <a:rPr lang="en-US" sz="2100" dirty="0">
                <a:solidFill>
                  <a:srgbClr val="17364A"/>
                </a:solidFill>
                <a:latin typeface="Aptos" pitchFamily="34" charset="0"/>
                <a:ea typeface="Aptos" pitchFamily="34" charset="-122"/>
                <a:cs typeface="Aptos" pitchFamily="34" charset="-120"/>
              </a:rPr>
              <a:t>Communications staff verify the recommendations against official guidance, rewrite the message in plain.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uses AI to draft a heat safety message for older adults, outdoor workers,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uses AI to draft a heat safety message for older adults, outdoor.</a:t>
            </a:r>
            <a:endParaRPr lang="en-US" sz="1380" dirty="0"/>
          </a:p>
          <a:p>
            <a:r>
              <a:rPr lang="en-US" sz="1380" dirty="0">
                <a:solidFill>
                  <a:srgbClr val="17364A"/>
                </a:solidFill>
                <a:latin typeface="Aptos" pitchFamily="34" charset="0"/>
                <a:ea typeface="Aptos" pitchFamily="34" charset="-122"/>
                <a:cs typeface="Aptos" pitchFamily="34" charset="-120"/>
              </a:rPr>
              <a:t>Communications staff verify the recommendations against official guidance, rewrite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be useful early in the message development process.</a:t>
            </a:r>
            <a:endParaRPr lang="en-US" sz="2100" dirty="0"/>
          </a:p>
          <a:p>
            <a:r>
              <a:rPr lang="en-US" sz="2100" dirty="0">
                <a:solidFill>
                  <a:srgbClr val="17364A"/>
                </a:solidFill>
                <a:latin typeface="Aptos" pitchFamily="34" charset="0"/>
                <a:ea typeface="Aptos" pitchFamily="34" charset="-122"/>
                <a:cs typeface="Aptos" pitchFamily="34" charset="-120"/>
              </a:rPr>
              <a:t>It can generate first drafts, propose alternative tones, simplify technical language, identify jargon,.</a:t>
            </a:r>
            <a:endParaRPr lang="en-US" sz="2100" dirty="0"/>
          </a:p>
          <a:p>
            <a:r>
              <a:rPr lang="en-US" sz="2100" dirty="0">
                <a:solidFill>
                  <a:srgbClr val="17364A"/>
                </a:solidFill>
                <a:latin typeface="Aptos" pitchFamily="34" charset="0"/>
                <a:ea typeface="Aptos" pitchFamily="34" charset="-122"/>
                <a:cs typeface="Aptos" pitchFamily="34" charset="-120"/>
              </a:rPr>
              <a:t>These uses can save time, especially when communications staff support multiple programs.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be useful early in the message development process.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can generate first drafts, propose alternative tones, simplify technical language,.</a:t>
            </a:r>
            <a:endParaRPr lang="en-US" sz="1380" dirty="0"/>
          </a:p>
          <a:p>
            <a:r>
              <a:rPr lang="en-US" sz="1380" dirty="0">
                <a:solidFill>
                  <a:srgbClr val="17364A"/>
                </a:solidFill>
                <a:latin typeface="Aptos" pitchFamily="34" charset="0"/>
                <a:ea typeface="Aptos" pitchFamily="34" charset="-122"/>
                <a:cs typeface="Aptos" pitchFamily="34" charset="-120"/>
              </a:rPr>
              <a:t>However, AI should not be treated as the authority on public health content.</a:t>
            </a:r>
            <a:endParaRPr lang="en-US" sz="1380" dirty="0"/>
          </a:p>
          <a:p>
            <a:r>
              <a:rPr lang="en-US" sz="1380" dirty="0">
                <a:solidFill>
                  <a:srgbClr val="17364A"/>
                </a:solidFill>
                <a:latin typeface="Aptos" pitchFamily="34" charset="0"/>
                <a:ea typeface="Aptos" pitchFamily="34" charset="-122"/>
                <a:cs typeface="Aptos" pitchFamily="34" charset="-120"/>
              </a:rPr>
              <a:t>The approved evidence base should come from agency guidance, subject matter experts,.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can also support review, but it should not replace reviewers.</a:t>
            </a:r>
            <a:endParaRPr lang="en-US" sz="2100" dirty="0"/>
          </a:p>
          <a:p>
            <a:r>
              <a:rPr lang="en-US" sz="2100" dirty="0">
                <a:solidFill>
                  <a:srgbClr val="17364A"/>
                </a:solidFill>
                <a:latin typeface="Aptos" pitchFamily="34" charset="0"/>
                <a:ea typeface="Aptos" pitchFamily="34" charset="-122"/>
                <a:cs typeface="Aptos" pitchFamily="34" charset="-120"/>
              </a:rPr>
              <a:t>A communications workflow should define who checks technical accuracy, who reviews equity and.</a:t>
            </a:r>
            <a:endParaRPr lang="en-US" sz="2100" dirty="0"/>
          </a:p>
          <a:p>
            <a:r>
              <a:rPr lang="en-US" sz="2100" dirty="0">
                <a:solidFill>
                  <a:srgbClr val="17364A"/>
                </a:solidFill>
                <a:latin typeface="Aptos" pitchFamily="34" charset="0"/>
                <a:ea typeface="Aptos" pitchFamily="34" charset="-122"/>
                <a:cs typeface="Aptos" pitchFamily="34" charset="-120"/>
              </a:rPr>
              <a:t>For urgent communications, the workflow should include expedited review rules that still preserve.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can also support review, but it should not replace reviewers.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communications workflow should define who checks technical accuracy, who reviews equity.</a:t>
            </a:r>
            <a:endParaRPr lang="en-US" sz="1380" dirty="0"/>
          </a:p>
          <a:p>
            <a:r>
              <a:rPr lang="en-US" sz="1380" dirty="0">
                <a:solidFill>
                  <a:srgbClr val="17364A"/>
                </a:solidFill>
                <a:latin typeface="Aptos" pitchFamily="34" charset="0"/>
                <a:ea typeface="Aptos" pitchFamily="34" charset="-122"/>
                <a:cs typeface="Aptos" pitchFamily="34" charset="-120"/>
              </a:rPr>
              <a:t>For urgent communications, the workflow should include expedited review rules that still.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2100" dirty="0"/>
          </a:p>
          <a:p>
            <a:r>
              <a:rPr lang="en-US" sz="210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AI-generated messages overstating evidence or omitting uncertainty.</a:t>
            </a:r>
            <a:endParaRPr lang="en-US" sz="1380" dirty="0"/>
          </a:p>
          <a:p>
            <a:r>
              <a:rPr lang="en-US" sz="1380" dirty="0">
                <a:solidFill>
                  <a:srgbClr val="17364A"/>
                </a:solidFill>
                <a:latin typeface="Aptos" pitchFamily="34" charset="0"/>
                <a:ea typeface="Aptos" pitchFamily="34" charset="-122"/>
                <a:cs typeface="Aptos" pitchFamily="34" charset="-120"/>
              </a:rPr>
              <a:t>Use of stigmatizing, blaming, or culturally inappropriate language.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2100" dirty="0"/>
          </a:p>
          <a:p>
            <a:r>
              <a:rPr lang="en-US" sz="2100" dirty="0">
                <a:solidFill>
                  <a:srgbClr val="17364A"/>
                </a:solidFill>
                <a:latin typeface="Aptos" pitchFamily="34" charset="0"/>
                <a:ea typeface="Aptos" pitchFamily="34" charset="-122"/>
                <a:cs typeface="Aptos" pitchFamily="34" charset="-120"/>
              </a:rPr>
              <a:t>Public-facing content being released without required subject matter or leadership review.</a:t>
            </a:r>
            <a:endParaRPr lang="en-US" sz="2100" dirty="0"/>
          </a:p>
          <a:p>
            <a:r>
              <a:rPr lang="en-US" sz="2100" dirty="0">
                <a:solidFill>
                  <a:srgbClr val="17364A"/>
                </a:solidFill>
                <a:latin typeface="Aptos" pitchFamily="34" charset="0"/>
                <a:ea typeface="Aptos" pitchFamily="34" charset="-122"/>
                <a:cs typeface="Aptos" pitchFamily="34" charset="-120"/>
              </a:rPr>
              <a:t>Messages that assume access to resources, technology, transportation, or healthcare that the audience.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Unverified translations or readability changes that alter meaning.</a:t>
            </a:r>
            <a:endParaRPr lang="en-US" sz="1380" dirty="0"/>
          </a:p>
          <a:p>
            <a:r>
              <a:rPr lang="en-US" sz="1380" dirty="0">
                <a:solidFill>
                  <a:srgbClr val="17364A"/>
                </a:solidFill>
                <a:latin typeface="Aptos" pitchFamily="34" charset="0"/>
                <a:ea typeface="Aptos" pitchFamily="34" charset="-122"/>
                <a:cs typeface="Aptos" pitchFamily="34" charset="-120"/>
              </a:rPr>
              <a:t>Public-facing content being released without required subject matter or leadership review.</a:t>
            </a:r>
            <a:endParaRPr lang="en-US" sz="1380" dirty="0"/>
          </a:p>
          <a:p>
            <a:r>
              <a:rPr lang="en-US" sz="1380" dirty="0">
                <a:solidFill>
                  <a:srgbClr val="17364A"/>
                </a:solidFill>
                <a:latin typeface="Aptos" pitchFamily="34" charset="0"/>
                <a:ea typeface="Aptos" pitchFamily="34" charset="-122"/>
                <a:cs typeface="Aptos" pitchFamily="34" charset="-120"/>
              </a:rPr>
              <a:t>Messages that assume access to resources, technology, transportation, or healthcare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only approved tools and approved source material for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Require human review for accuracy, plain language, accessibility, equity, and tone.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Use only approved tools and approved source material for public health communications.</a:t>
            </a:r>
            <a:endParaRPr lang="en-US" sz="1380" dirty="0"/>
          </a:p>
          <a:p>
            <a:r>
              <a:rPr lang="en-US" sz="1380" dirty="0">
                <a:solidFill>
                  <a:srgbClr val="17364A"/>
                </a:solidFill>
                <a:latin typeface="Aptos" pitchFamily="34" charset="0"/>
                <a:ea typeface="Aptos" pitchFamily="34" charset="-122"/>
                <a:cs typeface="Aptos" pitchFamily="34" charset="-120"/>
              </a:rPr>
              <a:t>Require human review for accuracy, plain language, accessibility, equity, and tone.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Document source material used for public-facing claims.</a:t>
            </a:r>
            <a:endParaRPr lang="en-US" sz="2100" dirty="0"/>
          </a:p>
          <a:p>
            <a:r>
              <a:rPr lang="en-US" sz="2100" dirty="0">
                <a:solidFill>
                  <a:srgbClr val="17364A"/>
                </a:solidFill>
                <a:latin typeface="Aptos" pitchFamily="34" charset="0"/>
                <a:ea typeface="Aptos" pitchFamily="34" charset="-122"/>
                <a:cs typeface="Aptos" pitchFamily="34" charset="-120"/>
              </a:rPr>
              <a:t>Use qualified review for translation and language access needs.</a:t>
            </a:r>
            <a:endParaRPr lang="en-US" sz="2100" dirty="0"/>
          </a:p>
          <a:p>
            <a:r>
              <a:rPr lang="en-US" sz="2100" dirty="0">
                <a:solidFill>
                  <a:srgbClr val="17364A"/>
                </a:solidFill>
                <a:latin typeface="Aptos" pitchFamily="34" charset="0"/>
                <a:ea typeface="Aptos" pitchFamily="34" charset="-122"/>
                <a:cs typeface="Aptos" pitchFamily="34" charset="-120"/>
              </a:rPr>
              <a:t>Route public-facing materials through the agency approval process before release.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Document source material used for public-facing claims.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source material used for public-facing claims.</a:t>
            </a:r>
            <a:endParaRPr lang="en-US" sz="1380" dirty="0"/>
          </a:p>
          <a:p>
            <a:r>
              <a:rPr lang="en-US" sz="1380" dirty="0">
                <a:solidFill>
                  <a:srgbClr val="17364A"/>
                </a:solidFill>
                <a:latin typeface="Aptos" pitchFamily="34" charset="0"/>
                <a:ea typeface="Aptos" pitchFamily="34" charset="-122"/>
                <a:cs typeface="Aptos" pitchFamily="34" charset="-120"/>
              </a:rPr>
              <a:t>Use qualified review for translation and language access needs.</a:t>
            </a:r>
            <a:endParaRPr lang="en-US" sz="1380" dirty="0"/>
          </a:p>
          <a:p>
            <a:r>
              <a:rPr lang="en-US" sz="1380" dirty="0">
                <a:solidFill>
                  <a:srgbClr val="17364A"/>
                </a:solidFill>
                <a:latin typeface="Aptos" pitchFamily="34" charset="0"/>
                <a:ea typeface="Aptos" pitchFamily="34" charset="-122"/>
                <a:cs typeface="Aptos" pitchFamily="34" charset="-120"/>
              </a:rPr>
              <a:t>Route public-facing materials through the agency approval process before release.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2100" dirty="0"/>
          </a:p>
          <a:p>
            <a:r>
              <a:rPr lang="en-US" sz="2100" dirty="0">
                <a:solidFill>
                  <a:srgbClr val="17364A"/>
                </a:solidFill>
                <a:latin typeface="Aptos" pitchFamily="34" charset="0"/>
                <a:ea typeface="Aptos" pitchFamily="34" charset="-122"/>
                <a:cs typeface="Aptos" pitchFamily="34" charset="-120"/>
              </a:rPr>
              <a:t>Include intended audience, source material, factual claims to verify, plain language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an AI-assisted communications review checklist for one public health message.</a:t>
            </a:r>
            <a:endParaRPr lang="en-US" sz="1380" dirty="0"/>
          </a:p>
          <a:p>
            <a:r>
              <a:rPr lang="en-US" sz="1380" dirty="0">
                <a:solidFill>
                  <a:srgbClr val="17364A"/>
                </a:solidFill>
                <a:latin typeface="Aptos" pitchFamily="34" charset="0"/>
                <a:ea typeface="Aptos" pitchFamily="34" charset="-122"/>
                <a:cs typeface="Aptos" pitchFamily="34" charset="-120"/>
              </a:rPr>
              <a:t>Include intended audience, source material, factual claims to verify, plain language.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AI-assisted communications review checklist</a:t>
            </a:r>
            <a:endParaRPr lang="en-US" sz="1380" dirty="0"/>
          </a:p>
          <a:p>
            <a:r>
              <a:rPr lang="en-US" sz="1380" dirty="0">
                <a:solidFill>
                  <a:srgbClr val="17364A"/>
                </a:solidFill>
                <a:latin typeface="Aptos" pitchFamily="34" charset="0"/>
                <a:ea typeface="Aptos" pitchFamily="34" charset="-122"/>
                <a:cs typeface="Aptos" pitchFamily="34" charset="-120"/>
              </a:rPr>
              <a:t>Source verification notes</a:t>
            </a:r>
            <a:endParaRPr lang="en-US" sz="1380" dirty="0"/>
          </a:p>
          <a:p>
            <a:r>
              <a:rPr lang="en-US" sz="1380" dirty="0">
                <a:solidFill>
                  <a:srgbClr val="17364A"/>
                </a:solidFill>
                <a:latin typeface="Aptos" pitchFamily="34" charset="0"/>
                <a:ea typeface="Aptos" pitchFamily="34" charset="-122"/>
                <a:cs typeface="Aptos" pitchFamily="34" charset="-120"/>
              </a:rPr>
              <a:t>Plain language and accessibility review notes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pathway documentation</a:t>
            </a:r>
            <a:endParaRPr lang="en-US" sz="2100" dirty="0"/>
          </a:p>
          <a:p>
            <a:r>
              <a:rPr lang="en-US" sz="2100" dirty="0">
                <a:solidFill>
                  <a:srgbClr val="17364A"/>
                </a:solidFill>
                <a:latin typeface="Aptos" pitchFamily="34" charset="0"/>
                <a:ea typeface="Aptos" pitchFamily="34" charset="-122"/>
                <a:cs typeface="Aptos" pitchFamily="34" charset="-120"/>
              </a:rPr>
              <a:t>Final reviewed message or sample revision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pathway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Approval pathway documentation</a:t>
            </a:r>
            <a:endParaRPr lang="en-US" sz="1380" dirty="0"/>
          </a:p>
          <a:p>
            <a:r>
              <a:rPr lang="en-US" sz="1380" dirty="0">
                <a:solidFill>
                  <a:srgbClr val="17364A"/>
                </a:solidFill>
                <a:latin typeface="Aptos" pitchFamily="34" charset="0"/>
                <a:ea typeface="Aptos" pitchFamily="34" charset="-122"/>
                <a:cs typeface="Aptos" pitchFamily="34" charset="-120"/>
              </a:rPr>
              <a:t>Final reviewed message or sample revision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AI-assisted communications review checklist</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a:p>
            <a:r>
              <a:rPr lang="en-US" sz="2100" dirty="0">
                <a:solidFill>
                  <a:srgbClr val="17364A"/>
                </a:solidFill>
                <a:latin typeface="Aptos" pitchFamily="34" charset="0"/>
                <a:ea typeface="Aptos" pitchFamily="34" charset="-122"/>
                <a:cs typeface="Aptos" pitchFamily="34" charset="-120"/>
              </a:rPr>
              <a:t>Plain language and accessibility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AI-assisted communications review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Approval pathway documentation</a:t>
            </a:r>
            <a:endParaRPr lang="en-US" sz="1380" dirty="0"/>
          </a:p>
          <a:p>
            <a:r>
              <a:rPr lang="en-US" sz="1380" dirty="0">
                <a:solidFill>
                  <a:srgbClr val="17364A"/>
                </a:solidFill>
                <a:latin typeface="Aptos" pitchFamily="34" charset="0"/>
                <a:ea typeface="Aptos" pitchFamily="34" charset="-122"/>
                <a:cs typeface="Aptos" pitchFamily="34" charset="-120"/>
              </a:rPr>
              <a:t>Final reviewed message or sample revision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2100" dirty="0"/>
          </a:p>
          <a:p>
            <a:r>
              <a:rPr lang="en-US" sz="2100" dirty="0">
                <a:solidFill>
                  <a:srgbClr val="17364A"/>
                </a:solidFill>
                <a:latin typeface="Aptos" pitchFamily="34" charset="0"/>
                <a:ea typeface="Aptos" pitchFamily="34" charset="-122"/>
                <a:cs typeface="Aptos" pitchFamily="34" charset="-120"/>
              </a:rPr>
              <a:t>2. Why is source verification necessary?</a:t>
            </a:r>
            <a:endParaRPr lang="en-US" sz="2100" dirty="0"/>
          </a:p>
          <a:p>
            <a:r>
              <a:rPr lang="en-US" sz="2100" dirty="0">
                <a:solidFill>
                  <a:srgbClr val="17364A"/>
                </a:solidFill>
                <a:latin typeface="Aptos" pitchFamily="34" charset="0"/>
                <a:ea typeface="Aptos" pitchFamily="34" charset="-122"/>
                <a:cs typeface="Aptos" pitchFamily="34" charset="-120"/>
              </a:rPr>
              <a:t>3. Which review is especially important for public-facing AI-assisted messages?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appropriate role for AI in public health communications?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an appropriate role for AI in public health communications?</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Public Health Communications and Message Development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 communities are considered early.</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Public Health Communications and Message Development</dc:title>
  <dc:subject>AI for Public Health Communications and Message Development learning module</dc:subject>
  <dc:creator>Paula Soper</dc:creator>
  <cp:lastModifiedBy>Paula Soper</cp:lastModifiedBy>
  <cp:revision>1</cp:revision>
  <dcterms:created xsi:type="dcterms:W3CDTF">2026-07-13T02:11:42Z</dcterms:created>
  <dcterms:modified xsi:type="dcterms:W3CDTF">2026-07-13T02:11:42Z</dcterms:modified>
</cp:coreProperties>
</file>