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PMG 310 Grant and Funding Management for AI Projects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Program Management Role-Based Track
Appears in tracks: program-management, public-health-executive-leadership, policy, governance-security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Tiered Data Classification for AI Use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purpose of grant and funding management for ai projects in public health AI.
Identify the roles, decisions, risks, and documentation needed for the topic.
Apply the topic to a real or realistic public health workflow or decision.
Recognize equity, privacy, security, legal, operational, and public trust implications.
Produce a practical artifact that supports readiness, governance, implementation, monitoring, or accountability.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This module focuses on connecting AI projects to allowable costs, deliverables, reporting, performance measures, and sustainability. It is designed for public health staff who must translate responsible AI principles into repeatable decisions, documents, workflows, and oversight practices.
The module helps learners move beyond general awareness by producing a practical artifact that can be used in governance review, implementation planning, operations, communication, or accountability. It emphasizes paragraph-based reasoning, defined responsibilities, and documentation that can withstand public health, legal, privacy, equity, and leadership review.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Definitions
Decision right: The authority to approve, deny, modify, pause, or escalate an AI use case or operational decision.
Evidence artifact: A document, log, checklist, test result, approval record, or review note that demonstrates responsible AI practice.
Escalation pathway: A defined route for raising concerns to the appropriate reviewer or decision-maker.
Accountability owner: The person or role responsible for ensuring that an AI use case is governed, monitored, and corrected when needed.
Operational safeguard: A procedure, control, or review step that reduces risk during day-to-day use.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Grant and Funding Management for AI Projects matters because AI adoption changes how public health agencies make, document, communicate, and review decisions. Without a structured approach, staff may rely on informal practices, vendor assurances, or one-time approvals that do not match the operational consequences of AI-supported work.
Public health agencies operate under legal authorities, public accountability, resource constraints, and community trust obligations. A module on this topic helps agencies define repeatable expectations before urgent situations arise. It also helps staff distinguish low-risk administrative support from uses that affect surveillance, public communications, field response, resource allocation, civil rights, privacy, or official records.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is preparing to use AI in a workflow related to connecting AI projects to allowable costs, deliverables, reporting, performance measures, and sustainability. The project team initially treats the tool as a helpful efficiency aid, but governance reviewers recognize that the workflow may affect public trust, equity, official records, or public health action.
The agency responds by creating a clear artifact that defines intended use, prohibited use, responsible roles, review points, documentation expectations, escalation triggers, and monitoring measures. This converts a broad AI idea into a manageable public health practice.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Deep Dive
The first step in this topic is to define the decision or workflow clearly. Staff should identify who is affected, what data are used, what AI output is produced, who reviews the output, and what action may follow. This prevents the module from becoming abstract and anchors the work in public health practice.
The second step is to assign responsibilities. AI-supported workflows often cross program, IT, legal, privacy, communications, procurement, and leadership boundaries. Responsibilities should be named by role rather than assumed. The artifact should specify who prepares materials, who reviews risks, who approves use, who monitors performance, and who can pause or revise the workflow.
The third step is to define evidence. Responsible AI depends on more than policy statements. Agencies need records that show what was reviewed, what decisions were made, what safeguards were applied, what incidents occurred, and how the workflow changed over time. Evidence also supports audits, public records review, quality improvement, and leadership accountability.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common failure mode is treating the topic as a one-time checklist. AI risks can change when data sources, models, vendors, policies, users, or public expectations change. A guardrail is to define review intervals and change triggers.
Another failure mode is unclear ownership. When everyone is responsible in general, no one may be responsible in practice. A guardrail is to assign an accountability owner and name escalation pathways.
A third failure mode is relying on vendor claims or informal staff confidence without documentation. A guardrail is to require evidence artifacts that can be reviewed by governance, leadership, privacy, legal, equity, security, or program teams.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This topic applies across generative AI, predictive analytics, NLP, RAG, automation, and agentic workflows. The more sensitive the data, the more consequential the output, or the more automated the action, the stronger the documentation, review, and monitoring expectations should be.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public health decision or workflow does this topic affect?
Who has authority to approve or pause the work?
What evidence would show that the workflow is responsible and effective?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equity, privacy, legal, security, or public trust risks require review?
How will the agency know when the workflow needs to be revised?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practical grant and funding management for ai projects artifact for one AI-supported public health use case. The artifact should define the use case, affected roles, review criteria, safeguards, documentation expectations, escalation triggers, monitoring indicators, and next review date.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Grant and Funding Management for AI Projects artifact
Role and responsibility table
Risk and safeguard summary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Escalation and monitoring plan
Approval or review note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Grant and Funding Management for AI Projects artifact
Role and responsibility table
Risk and safeguard summary
Escalation and monitoring plan
Approval or review note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evidence that grant and funding management for ai projects has been applied responsibly?
2. What is the best reason to assign an accountability owner?
3. When should an AI-supported workflow be escalated for review?
4. Which practice best supports public accountability?
5. What should happen when data sources, policy, vendor configuration, or workflow use changes?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Public Health Data Strategy and Data Modernization resources: https://www.cdc.gov/public-health-data-strategy/php/about/index.html
NIST Artificial Intelligence Risk Management Framework and NIST Generative AI Profile: https://www.nist.gov/publications/artificial-intelligence-risk-management-framework-generative-artificial-intelligence
WHO Ethics and Governance of Artificial Intelligence for Health guidance: https://www.who.int/publications/i/item/9789240029200
OWASP Top 10 for Large Language Model Applications: https://owasp.org/www-project-top-10-for-large-language-model-applications/
ONC health IT, interoperability, and information blocking resources: https://www.healthit.gov/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Agency policies for privacy, public records, cybersecurity, procurement, civil rights, accessibility, language access, and emergency communications
Appendix. Common Source Base Used Across Modules
CDC Public Health Data Strategy and CDC Data Modernization resources.: https://www.cdc.gov/public-health-data-strategy/php/about/index.html
CDC electronic case reporting, electronic laboratory reporting, surveillance, and public health data quality resources.: https://www.cdc.gov/ecr/php/index.html
HL7 FHIR, HL7 US Core, public health implementation guides, CDA, and HL7 v2 implementation materials.: https://hl7.org/fhir/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ONC USCDI, health IT, interoperability, and information blocking resources.: https://isp.healthit.gov/united-states-core-data-interoperability-uscdi
NIST Artificial Intelligence Risk Management Framework, NIST Generative AI Profile, NIST Privacy Framework, and related NIST cybersecurity guidance.: https://www.nist.gov/publications/artificial-intelligence-risk-management-framework-generative-artificial-intelligence
OWASP Top 10 for Large Language Model Applications and related secure AI application guidance.: https://owasp.org/www-project-top-10-for-large-language-model-applications/
WHO ethics and governance guidance for artificial intelligence in health.
Agency policies and procedures for privacy, public records, cybersecurity, procurement, civil rights, accessibility, language access, records retention, incident response, and emergency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PMG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Grant and Funding Management for AI Projects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connecting AI projects to allowable costs, deliverables,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Program Management Role-Based Track Appears in tracks:.</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this tool to complete or.</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purpose of grant and funding management for ai projects in public health AI.</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the roles, decisions, risks, and documentation needed for the topic.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the topic to a real or realistic public health workflow or decision.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purpose of grant and funding management for ai projects in public health AI.</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Recognize equity, privacy, security, legal, operational, and.</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Produce a practical artifact that supports readiness, governance,.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focuses on connecting AI projects to allowable costs, deliverables, reporting,.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designed for public health staff who must translate responsible AI principles into.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module helps learners move beyond general awareness by producing a practical artifact that.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focuses on connecting AI projects to allowable costs, deliverables, reporting, performance.</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module focuses on connecting AI projects to allowable costs,.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It is designed for public health staff who must translate.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module helps learners move beyond general awareness by.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Definitions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Decision right: The authority to approve, deny, modify, pause, or escalate an AI use case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Evidence artifact: A document, log, checklist, test result, approval record, or review note.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Escalation pathway: A defined route for raising concerns to the appropriate reviewer 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Decision right: The authority to approve, deny, modify, pause, or escalate an AI use case or.</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Decision right: The authority to approve, deny, modify, pause, or.</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Evidence artifact: A document, log, checklist, test result,.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Accountability owner: The person or role responsible for ensuring.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 partners.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It is not legal advice and does not replace review by agency legal.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Requirements may vary by state, locality, territory, Tribe,.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Learners should use this module to identify the issues that.</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Grant and Funding Management for AI Projects matters because AI adoption changes how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a structured approach, staff may rely on informal practices, vendor assurances, or.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agencies operate under legal authorities, public accountability, resource.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Grant and Funding Management for AI Projects matters because AI adoption changes how public health.</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matters because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Without a structured approach, staff may rely on informal.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Public health agencies operate under legal authorities, public.</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public health agency is preparing to use AI in a workflow related to connecting AI projects.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project team initially treats the tool as a helpful efficiency aid, but governance.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agency responds by creating a clear artifact that defines intended use, prohibited use,.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public health agency is preparing to use AI in a workflow related to connecting AI projects to.</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is preparing to use AI in a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project team initially treats the tool as a helpful efficiency.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agency responds by creating a clear artifact that defines.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Topic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The first step in this topic is to define the decision or workflow clearly.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Staff should identify who is affected, what data are used, what AI output is produced, who.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This prevents the module from becoming abstract and anchors the work in public health practice.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The first step in this topic is to define the decision or workflow clearly.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Staff should identify who is affected, what data are used, what AI.</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second step is to assign responsibilities.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AI-supported workflows often cross program, IT, legal, privacy,.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 common failure mode is treating the topic as a one-time checklist.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risks can change when data sources, models, vendors, policies, users, or public.</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guardrail is to define review intervals and change triggers.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 common failure mode is treating the topic as a one-time checklist.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Another failure mode is unclear ownership.</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When everyone is responsible in general, no one may be responsible.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 guardrail is to assign an accountability owner and name.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topic applies across generative AI, predictive analytics, NLP, RAG, automation,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more sensitive the data, the more consequential the output, or the more automated the.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topic applies across generative AI, predictive analytics, NLP, RAG, automation, and agentic.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This topic applies across generative AI, predictive analytics,.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more sensitive the data, the more consequential the output, or.</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public health decision or workflow does this topic affect?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has authority to approve or pause the 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evidence would show that the workflow is responsible and effective?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public health decision or workflow does this topic affect?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has authority to approve or pause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evidence would show that the workflow is responsible and.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equity, privacy, legal, security, or public trust risks require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How will the agency know when the workflow needs to be revised?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equity, privacy, legal, security, or public trust risks require review?</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equity, privacy, legal, security, or public trust risks.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How will the agency know when the workflow needs to be revised?</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 practical grant and funding management for ai projects artifact for one AI-supported.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artifact should define the use case, affected roles, review criteria, safeguards,.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 practical grant and funding management for ai projects artifact for one AI-supported public.</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 practical grant and funding management for ai projects.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The artifact should define the use case, affected roles, review.</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Grant and Funding Management for AI Projects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Grant and Funding Management for AI Projects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Grant and Funding Management for AI Projects artifact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Role and responsibility table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Risk and safeguard summary</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Escalation and monitoring plan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Approval or review note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Escalation and monitoring plan</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Grant and Funding Management for AI Projects artifact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Role and responsibility table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Risk and safeguard summary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Grant and Funding Management for AI Projects artifact</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Escalation and monitoring plan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Approval or review note</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the strongest evidence that grant and funding management for ai projects has been.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What is the best reason to assign an accountability owner?</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When should an AI-supported workflow be escalated for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the strongest evidence that grant and funding management for ai projects has been applied.</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the strongest evidence that grant and funding management.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and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WHO Ethics and Governance of Artificial Intelligence for Health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OWASP Top 10 for Large Language Model Applications:.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ONC health IT, interoperability, and information blocking.</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Agency policies for privacy, public records, cybersecurity, procurement, civil rights,.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Appendix. Common Source Base Used Across Modules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CDC Data Modernization resources.:.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Agency policies for privacy, public records, cybersecurity, procurement, civil rights, accessibility,.</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Agency policies for privacy, public records, cybersecurity,.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Appendix.</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Common Source Base Used Across Modules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Grant and Funding Management for AI Projects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ONC USCDI, health IT, interoperability, and information blocking resources.:.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 NIST Generative AI Profile, NIST.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OWASP Top 10 for Large Language Model Applications and related secure AI application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75895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ONC USCDI, health IT, interoperability, and information blocking resources.:.</a:t>
            </a:r>
            <a:endParaRPr lang="en-US" sz="132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 NIST.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WHO ethics and governance guidance for artificial intelligence in.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and procedures for privacy, public records,.</a:t>
            </a:r>
            <a:endParaRPr lang="en-US" sz="122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974336"/>
            <a:ext cx="3145536" cy="57607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Grant and Funding Management for AI Projects</dc:title>
  <dc:subject>Grant and Funding Management for AI Projects learning module</dc:subject>
  <dc:creator>Paula Soper</dc:creator>
  <cp:lastModifiedBy>Paula Soper</cp:lastModifiedBy>
  <cp:revision>1</cp:revision>
  <dcterms:created xsi:type="dcterms:W3CDTF">2026-07-13T02:24:10Z</dcterms:created>
  <dcterms:modified xsi:type="dcterms:W3CDTF">2026-07-13T02:24:10Z</dcterms:modified>
</cp:coreProperties>
</file>