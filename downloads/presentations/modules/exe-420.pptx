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 how.</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2100" dirty="0"/>
          </a:p>
          <a:p>
            <a:r>
              <a:rPr lang="en-US" sz="2100" dirty="0">
                <a:solidFill>
                  <a:srgbClr val="17364A"/>
                </a:solidFill>
                <a:latin typeface="Aptos" pitchFamily="34" charset="0"/>
                <a:ea typeface="Aptos" pitchFamily="34" charset="-122"/>
                <a:cs typeface="Aptos" pitchFamily="34" charset="-120"/>
              </a:rPr>
              <a:t>Evaluate expected benefits in terms of public health value, workflow improvement, equity, quality,.</a:t>
            </a:r>
            <a:endParaRPr lang="en-US" sz="2100" dirty="0"/>
          </a:p>
          <a:p>
            <a:r>
              <a:rPr lang="en-US" sz="2100" dirty="0">
                <a:solidFill>
                  <a:srgbClr val="17364A"/>
                </a:solidFill>
                <a:latin typeface="Aptos" pitchFamily="34" charset="0"/>
                <a:ea typeface="Aptos" pitchFamily="34" charset="-122"/>
                <a:cs typeface="Aptos" pitchFamily="34" charset="-120"/>
              </a:rPr>
              <a:t>Distinguish between a vendor demonstration and a credible business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2100" dirty="0"/>
          </a:p>
          <a:p>
            <a:r>
              <a:rPr lang="en-US" sz="2100" dirty="0">
                <a:solidFill>
                  <a:srgbClr val="17364A"/>
                </a:solidFill>
                <a:latin typeface="Aptos" pitchFamily="34" charset="0"/>
                <a:ea typeface="Aptos" pitchFamily="34" charset="-122"/>
                <a:cs typeface="Aptos" pitchFamily="34" charset="-120"/>
              </a:rPr>
              <a:t>AI products may be marketed as quick solutions, but the true cost of responsible implementation is.</a:t>
            </a:r>
            <a:endParaRPr lang="en-US" sz="2100" dirty="0"/>
          </a:p>
          <a:p>
            <a:r>
              <a:rPr lang="en-US" sz="2100" dirty="0">
                <a:solidFill>
                  <a:srgbClr val="17364A"/>
                </a:solidFill>
                <a:latin typeface="Aptos" pitchFamily="34" charset="0"/>
                <a:ea typeface="Aptos" pitchFamily="34" charset="-122"/>
                <a:cs typeface="Aptos" pitchFamily="34" charset="-120"/>
              </a:rPr>
              <a:t>Agencies may need to update data pipelines, configure security controls, develop validation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2100" dirty="0"/>
          </a:p>
          <a:p>
            <a:r>
              <a:rPr lang="en-US" sz="2100" dirty="0">
                <a:solidFill>
                  <a:srgbClr val="17364A"/>
                </a:solidFill>
                <a:latin typeface="Aptos" pitchFamily="34" charset="0"/>
                <a:ea typeface="Aptos" pitchFamily="34" charset="-122"/>
                <a:cs typeface="Aptos" pitchFamily="34" charset="-120"/>
              </a:rPr>
              <a:t>The annual license appears affordable, but the agency must also pay for integration with the.</a:t>
            </a:r>
            <a:endParaRPr lang="en-US" sz="2100" dirty="0"/>
          </a:p>
          <a:p>
            <a:r>
              <a:rPr lang="en-US" sz="2100" dirty="0">
                <a:solidFill>
                  <a:srgbClr val="17364A"/>
                </a:solidFill>
                <a:latin typeface="Aptos" pitchFamily="34" charset="0"/>
                <a:ea typeface="Aptos" pitchFamily="34" charset="-122"/>
                <a:cs typeface="Aptos" pitchFamily="34" charset="-120"/>
              </a:rPr>
              <a:t>If those costs are not considered, leadership may underestimate the investment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business case should begin with a problem statement.</a:t>
            </a:r>
            <a:endParaRPr lang="en-US" sz="2100" dirty="0"/>
          </a:p>
          <a:p>
            <a:r>
              <a:rPr lang="en-US" sz="2100" dirty="0">
                <a:solidFill>
                  <a:srgbClr val="17364A"/>
                </a:solidFill>
                <a:latin typeface="Aptos" pitchFamily="34" charset="0"/>
                <a:ea typeface="Aptos" pitchFamily="34" charset="-122"/>
                <a:cs typeface="Aptos" pitchFamily="34" charset="-120"/>
              </a:rPr>
              <a:t>The problem should be operational and measurable, such as delayed case review, inconsistent public.</a:t>
            </a:r>
            <a:endParaRPr lang="en-US" sz="2100" dirty="0"/>
          </a:p>
          <a:p>
            <a:r>
              <a:rPr lang="en-US" sz="2100" dirty="0">
                <a:solidFill>
                  <a:srgbClr val="17364A"/>
                </a:solidFill>
                <a:latin typeface="Aptos" pitchFamily="34" charset="0"/>
                <a:ea typeface="Aptos" pitchFamily="34" charset="-122"/>
                <a:cs typeface="Aptos" pitchFamily="34" charset="-120"/>
              </a:rPr>
              <a:t>A vague desire to 'use AI' is not a sufficient problem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business case should begin with a problem statement.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hidden cost.</a:t>
            </a:r>
            <a:endParaRPr lang="en-US" sz="2100" dirty="0"/>
          </a:p>
          <a:p>
            <a:r>
              <a:rPr lang="en-US" sz="2100" dirty="0">
                <a:solidFill>
                  <a:srgbClr val="17364A"/>
                </a:solidFill>
                <a:latin typeface="Aptos" pitchFamily="34" charset="0"/>
                <a:ea typeface="Aptos" pitchFamily="34" charset="-122"/>
                <a:cs typeface="Aptos" pitchFamily="34" charset="-120"/>
              </a:rPr>
              <a:t>Agencies may purchase an AI tool without funding integration, monitoring, validation, staff training,.</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total cost of ownership in every business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hidden cost.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2100" dirty="0"/>
          </a:p>
          <a:p>
            <a:r>
              <a:rPr lang="en-US" sz="2100" dirty="0">
                <a:solidFill>
                  <a:srgbClr val="17364A"/>
                </a:solidFill>
                <a:latin typeface="Aptos" pitchFamily="34" charset="0"/>
                <a:ea typeface="Aptos" pitchFamily="34" charset="-122"/>
                <a:cs typeface="Aptos" pitchFamily="34" charset="-120"/>
              </a:rPr>
              <a:t>Predictive analytics business cases should include validation data, subgroup testing, and monitoring.</a:t>
            </a:r>
            <a:endParaRPr lang="en-US" sz="2100" dirty="0"/>
          </a:p>
          <a:p>
            <a:r>
              <a:rPr lang="en-US" sz="2100" dirty="0">
                <a:solidFill>
                  <a:srgbClr val="17364A"/>
                </a:solidFill>
                <a:latin typeface="Aptos" pitchFamily="34" charset="0"/>
                <a:ea typeface="Aptos" pitchFamily="34" charset="-122"/>
                <a:cs typeface="Aptos" pitchFamily="34" charset="-120"/>
              </a:rPr>
              <a:t>Agentic AI business cases should include security architecture, approval workflows, rollback, logging,.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2100" dirty="0"/>
          </a:p>
          <a:p>
            <a:r>
              <a:rPr lang="en-US" sz="2100" dirty="0">
                <a:solidFill>
                  <a:srgbClr val="17364A"/>
                </a:solidFill>
                <a:latin typeface="Aptos" pitchFamily="34" charset="0"/>
                <a:ea typeface="Aptos" pitchFamily="34" charset="-122"/>
                <a:cs typeface="Aptos" pitchFamily="34" charset="-120"/>
              </a:rPr>
              <a:t>Include problem, alternatives, expected benefits, total cost of ownership, risk, equity considerations,.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2026-07-13T01:54:44Z</dcterms:created>
  <dcterms:modified xsi:type="dcterms:W3CDTF">2026-07-13T01:54:44Z</dcterms:modified>
</cp:coreProperties>
</file>