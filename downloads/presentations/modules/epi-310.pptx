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using AI to support signal detection while preserving.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Epidemiology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for surveillance signal review and epidemiologic.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for surveillance signal review and epidemiologic.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using AI to support signal detection while preserving.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using AI to support signal detection while preserving.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Surveillance Signal Review and Epidemiologic Judgment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using.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using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for surveillance signal review and epidemiologic.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for surveillance signal review and epidemiologic judgment.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for surveillance signal.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for Surveillance Signal Review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for surveillance signal review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for surveillance signal review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2026-07-14T04:35:31Z</dcterms:created>
  <dcterms:modified xsi:type="dcterms:W3CDTF">2026-07-14T04:35:31Z</dcterms:modified>
</cp:coreProperties>
</file>