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240 User Acceptance Testing for AI-Supported Workflows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operations-and-data-quality, program-management, technical-architecture, analytics-and-modeling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UAT for AI-supported workflows.
Develop role-based UAT scenarios and test scripts.
Include routine cases, edge cases, failure cases, and equity-sensitive scenarios in UAT.
Define acceptance criteria for usability, safety, documentation, human review, and workflow fit.
Produce a UAT plan and sign-off recommendation for an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User acceptance testing is the process of determining whether an AI-supported workflow is usable, understandable, safe, and ready for real users in the intended operational context. Technical testing may show that a tool runs, and model validation may show acceptable performance, but neither proves that staff can use the workflow correctly under real public health conditions. UAT fills that gap.
This module teaches learners how to design and conduct user acceptance testing for AI-supported workflows. It focuses on role-based test scripts, realistic scenarios, edge cases, human review, documentation, override behavior, accessibility, usability, and sign-off criteria.
UAT is a critical safety step before launch. It reveals whether staff understand the output, can find source evidence, know when to override, can escalate concerns, and can complete the workflow without unacceptable burden or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Before launching an AI tool that summarizes case investigation notes, investigators complete UAT scenarios using routine cases, incomplete records, conflicting notes, language access needs, and cases with sensitive information. Testers verify whether the summary is understandable, source information is visible, errors can be corrected, outputs can be documented properly, and escalation steps are clear. The tool does not launch until high-priority issues are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UAT should be designed around real users and real work. Testers should include the roles that will actually use or supervise the AI-supported workflow, such as epidemiologists, investigators, program staff, supervisors, data quality staff, communications staff, or support staff. If only technical staff test the tool, usability and workflow problems may be missed.
Test scenarios should include more than ideal cases. AI-supported workflows should be tested with incomplete data, conflicting information, duplicate records, unusual cases, sensitive data, ambiguous outputs, language access issues, accessibility needs, high-volume periods, system downtime, and outputs that should be overridden. Edge cases reveal whether the workflow is safe when conditions are imperfect.
Acceptance criteria should be defined before testing begins. Criteria may include whether users can complete the workflow, understand the AI output, inspect source information, identify unsupported statements, correct errors, document decisions, override outputs, and escalate concerns. Criteria should also address workflow burden, accessibility, performance, and user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UAT results should lead to a launch decision. Issues should be categorized by severity, assigned to owners, and resolved or accepted with documented rationale. A launch should not proceed simply because testing occurred. It should proceed only if acceptance criteria are met and unresolved issues do not create unacceptable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Testing only ideal scenarios and missing high-risk workflow failures.
Excluding real end users from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Launching despite unresolved issues that affect safety, equity, or documentation.
Treating model validation as a substitute for workflow acceptance testing.
Failing to test override, escalation, fallback, and accessibility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Develop role-based UAT scripts before launch.
Include routine, edge, failure, and equity-sensitive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Define acceptance criteria before testing.
Track issues by severity, owner, and resolution status.
Require documented sign-off or remediation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UAT plan for one AI-supported workflow. Include user roles, test scenarios, edge cases, acceptance criteria, tester instructions, issue log fields, severity categories, sign-off criteria, and launch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UAT plan
Role-based test scripts
Acceptance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Issue log template
Sign-off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UAT plan
Role-based test scripts
Acceptance criteria
Issue log template
Sign-off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purpose of UAT for AI-supported workflows?
2. Who should participate in UAT?
3. Which scenario should be included in AI UAT?
4. What should happen to UAT issues?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NIST Artificial Intelligence Risk Management Framework: https://www.nist.gov/itl/ai-risk-management-framework
NIST AI RMF Generative AI Profile: https://www.nist.gov/publications/artificial-intelligence-risk-management-framework-generative-artificial-intelligence
CDC Public Health Data Strategy: https://www.cdc.gov/public-health-data-strategy/php/about/index.html
Agency user acceptance testing, quality assurance, accessibility, and implementation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User Acceptance Testing for AI-Supported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User acceptance testing is the process of determining whether an AI-supported workflow is usable, understandable, safe, and ready for real users in.</a:t>
            </a:r>
            <a:endParaRPr lang="en-US" sz="1700" dirty="0"/>
          </a:p>
          <a:p>
            <a:r>
              <a:rPr lang="en-US" sz="1700" dirty="0">
                <a:solidFill>
                  <a:srgbClr val="17364A"/>
                </a:solidFill>
                <a:latin typeface="Aptos" pitchFamily="34" charset="0"/>
                <a:ea typeface="Aptos" pitchFamily="34" charset="-122"/>
                <a:cs typeface="Aptos" pitchFamily="34" charset="-120"/>
              </a:rPr>
              <a:t>Technical testing may show that a tool runs, and model validation may show acceptable performance, but neither proves that staff can use the.</a:t>
            </a:r>
            <a:endParaRPr lang="en-US" sz="1700" dirty="0"/>
          </a:p>
          <a:p>
            <a:r>
              <a:rPr lang="en-US" sz="1700" dirty="0">
                <a:solidFill>
                  <a:srgbClr val="17364A"/>
                </a:solidFill>
                <a:latin typeface="Aptos" pitchFamily="34" charset="0"/>
                <a:ea typeface="Aptos" pitchFamily="34" charset="-122"/>
                <a:cs typeface="Aptos" pitchFamily="34" charset="-120"/>
              </a:rPr>
              <a:t>UAT fills that gap.</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how to design and conduct user acceptance testing for AI-supported workflows.</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applied/foundational</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Operations and Data Quality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operations-and-data-quality, program-management, technical-architecture, analytics-and-modeling</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a:p>
            <a:r>
              <a:rPr lang="en-US" sz="154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 readiness assessment work.</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a:p>
            <a:r>
              <a:rPr lang="en-US" sz="146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 Checklist to translate this.</a:t>
            </a:r>
            <a:endParaRPr lang="en-US" sz="1460" dirty="0"/>
          </a:p>
          <a:p>
            <a:r>
              <a:rPr lang="en-US" sz="146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 public health AI planning,.</a:t>
            </a:r>
            <a:endParaRPr lang="en-US" sz="1460" dirty="0"/>
          </a:p>
          <a:p>
            <a:r>
              <a:rPr lang="en-US" sz="1460" dirty="0">
                <a:solidFill>
                  <a:srgbClr val="17364A"/>
                </a:solidFill>
                <a:latin typeface="Aptos" pitchFamily="34" charset="0"/>
                <a:ea typeface="Aptos" pitchFamily="34" charset="-122"/>
                <a:cs typeface="Aptos" pitchFamily="34" charset="-120"/>
              </a:rPr>
              <a:t>Tool 9: Data Quality Assessment Checklist (Checklist)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Explain the purpose of UAT for AI-supported workflows.</a:t>
            </a:r>
            <a:endParaRPr lang="en-US" sz="1700" dirty="0"/>
          </a:p>
          <a:p>
            <a:r>
              <a:rPr lang="en-US" sz="1700" dirty="0">
                <a:solidFill>
                  <a:srgbClr val="17364A"/>
                </a:solidFill>
                <a:latin typeface="Aptos" pitchFamily="34" charset="0"/>
                <a:ea typeface="Aptos" pitchFamily="34" charset="-122"/>
                <a:cs typeface="Aptos" pitchFamily="34" charset="-120"/>
              </a:rPr>
              <a:t>Develop role-based UAT scenarios and test scripts.</a:t>
            </a:r>
            <a:endParaRPr lang="en-US" sz="1700" dirty="0"/>
          </a:p>
          <a:p>
            <a:r>
              <a:rPr lang="en-US" sz="1700" dirty="0">
                <a:solidFill>
                  <a:srgbClr val="17364A"/>
                </a:solidFill>
                <a:latin typeface="Aptos" pitchFamily="34" charset="0"/>
                <a:ea typeface="Aptos" pitchFamily="34" charset="-122"/>
                <a:cs typeface="Aptos" pitchFamily="34" charset="-120"/>
              </a:rPr>
              <a:t>Include routine cases, edge cases, failure cases, and equity-sensitive scenarios in UAT.</a:t>
            </a:r>
            <a:endParaRPr lang="en-US" sz="1700" dirty="0"/>
          </a:p>
          <a:p>
            <a:r>
              <a:rPr lang="en-US" sz="1700" dirty="0">
                <a:solidFill>
                  <a:srgbClr val="17364A"/>
                </a:solidFill>
                <a:latin typeface="Aptos" pitchFamily="34" charset="0"/>
                <a:ea typeface="Aptos" pitchFamily="34" charset="-122"/>
                <a:cs typeface="Aptos" pitchFamily="34" charset="-120"/>
              </a:rPr>
              <a:t>Define acceptance criteria for usability, safety, documentation, human review, and workflow fit.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Explain the purpose of UAT for AI-supported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User acceptance testing is the process of determining whether an AI-supported workflow is usable, understandable, safe, and.</a:t>
            </a:r>
            <a:endParaRPr lang="en-US" sz="1700" dirty="0"/>
          </a:p>
          <a:p>
            <a:r>
              <a:rPr lang="en-US" sz="1700" dirty="0">
                <a:solidFill>
                  <a:srgbClr val="17364A"/>
                </a:solidFill>
                <a:latin typeface="Aptos" pitchFamily="34" charset="0"/>
                <a:ea typeface="Aptos" pitchFamily="34" charset="-122"/>
                <a:cs typeface="Aptos" pitchFamily="34" charset="-120"/>
              </a:rPr>
              <a:t>Technical testing may show that a tool runs, and model validation may show acceptable performance, but neither proves that.</a:t>
            </a:r>
            <a:endParaRPr lang="en-US" sz="1700" dirty="0"/>
          </a:p>
          <a:p>
            <a:r>
              <a:rPr lang="en-US" sz="1700" dirty="0">
                <a:solidFill>
                  <a:srgbClr val="17364A"/>
                </a:solidFill>
                <a:latin typeface="Aptos" pitchFamily="34" charset="0"/>
                <a:ea typeface="Aptos" pitchFamily="34" charset="-122"/>
                <a:cs typeface="Aptos" pitchFamily="34" charset="-120"/>
              </a:rPr>
              <a:t>UAT fills that gap.</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how to design and conduct user acceptance testing for AI-supported workflows.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User acceptance testing is the process of determining whether an AI-supported workflow is usable, understandable, safe, and.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Before launching an AI tool that summarizes case investigation notes, investigators complete UAT scenarios using routine.</a:t>
            </a:r>
            <a:endParaRPr lang="en-US" sz="1700" dirty="0"/>
          </a:p>
          <a:p>
            <a:r>
              <a:rPr lang="en-US" sz="1700" dirty="0">
                <a:solidFill>
                  <a:srgbClr val="17364A"/>
                </a:solidFill>
                <a:latin typeface="Aptos" pitchFamily="34" charset="0"/>
                <a:ea typeface="Aptos" pitchFamily="34" charset="-122"/>
                <a:cs typeface="Aptos" pitchFamily="34" charset="-120"/>
              </a:rPr>
              <a:t>Testers verify whether the summary is understandable, source information is visible, errors can be corrected, outputs can.</a:t>
            </a:r>
            <a:endParaRPr lang="en-US" sz="1700" dirty="0"/>
          </a:p>
          <a:p>
            <a:r>
              <a:rPr lang="en-US" sz="1700" dirty="0">
                <a:solidFill>
                  <a:srgbClr val="17364A"/>
                </a:solidFill>
                <a:latin typeface="Aptos" pitchFamily="34" charset="0"/>
                <a:ea typeface="Aptos" pitchFamily="34" charset="-122"/>
                <a:cs typeface="Aptos" pitchFamily="34" charset="-120"/>
              </a:rPr>
              <a:t>The tool does not launch until high-priority issues are resolved.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Before launching an AI tool that summarizes case investigation notes, investigators complete UAT scenarios using routine.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UAT should be designed around real users and real work.</a:t>
            </a:r>
            <a:endParaRPr lang="en-US" sz="1700" dirty="0"/>
          </a:p>
          <a:p>
            <a:r>
              <a:rPr lang="en-US" sz="1700" dirty="0">
                <a:solidFill>
                  <a:srgbClr val="17364A"/>
                </a:solidFill>
                <a:latin typeface="Aptos" pitchFamily="34" charset="0"/>
                <a:ea typeface="Aptos" pitchFamily="34" charset="-122"/>
                <a:cs typeface="Aptos" pitchFamily="34" charset="-120"/>
              </a:rPr>
              <a:t>Testers should include the roles that will actually use or supervise the AI-supported workflow, such as epidemiologists,.</a:t>
            </a:r>
            <a:endParaRPr lang="en-US" sz="1700" dirty="0"/>
          </a:p>
          <a:p>
            <a:r>
              <a:rPr lang="en-US" sz="1700" dirty="0">
                <a:solidFill>
                  <a:srgbClr val="17364A"/>
                </a:solidFill>
                <a:latin typeface="Aptos" pitchFamily="34" charset="0"/>
                <a:ea typeface="Aptos" pitchFamily="34" charset="-122"/>
                <a:cs typeface="Aptos" pitchFamily="34" charset="-120"/>
              </a:rPr>
              <a:t>If only technical staff test the tool, usability and workflow problems may be missed.</a:t>
            </a:r>
            <a:endParaRPr lang="en-US" sz="1700" dirty="0"/>
          </a:p>
          <a:p>
            <a:r>
              <a:rPr lang="en-US" sz="1700" dirty="0">
                <a:solidFill>
                  <a:srgbClr val="17364A"/>
                </a:solidFill>
                <a:latin typeface="Aptos" pitchFamily="34" charset="0"/>
                <a:ea typeface="Aptos" pitchFamily="34" charset="-122"/>
                <a:cs typeface="Aptos" pitchFamily="34" charset="-120"/>
              </a:rPr>
              <a:t>Test scenarios should include more than ideal cases.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UAT should be designed around real users and real work.</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UAT results should lead to a launch decision.</a:t>
            </a:r>
            <a:endParaRPr lang="en-US" sz="1700" dirty="0"/>
          </a:p>
          <a:p>
            <a:r>
              <a:rPr lang="en-US" sz="1700" dirty="0">
                <a:solidFill>
                  <a:srgbClr val="17364A"/>
                </a:solidFill>
                <a:latin typeface="Aptos" pitchFamily="34" charset="0"/>
                <a:ea typeface="Aptos" pitchFamily="34" charset="-122"/>
                <a:cs typeface="Aptos" pitchFamily="34" charset="-120"/>
              </a:rPr>
              <a:t>Issues should be categorized by severity, assigned to owners, and resolved or accepted with documented rationale.</a:t>
            </a:r>
            <a:endParaRPr lang="en-US" sz="1700" dirty="0"/>
          </a:p>
          <a:p>
            <a:r>
              <a:rPr lang="en-US" sz="1700" dirty="0">
                <a:solidFill>
                  <a:srgbClr val="17364A"/>
                </a:solidFill>
                <a:latin typeface="Aptos" pitchFamily="34" charset="0"/>
                <a:ea typeface="Aptos" pitchFamily="34" charset="-122"/>
                <a:cs typeface="Aptos" pitchFamily="34" charset="-120"/>
              </a:rPr>
              <a:t>A launch should not proceed simply because testing occurred.</a:t>
            </a:r>
            <a:endParaRPr lang="en-US" sz="1700" dirty="0"/>
          </a:p>
          <a:p>
            <a:r>
              <a:rPr lang="en-US" sz="1700" dirty="0">
                <a:solidFill>
                  <a:srgbClr val="17364A"/>
                </a:solidFill>
                <a:latin typeface="Aptos" pitchFamily="34" charset="0"/>
                <a:ea typeface="Aptos" pitchFamily="34" charset="-122"/>
                <a:cs typeface="Aptos" pitchFamily="34" charset="-120"/>
              </a:rPr>
              <a:t>It should proceed only if acceptance criteria are met and unresolved issues do not create unacceptable risk.</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UAT results should lead to a launch decision.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Risks and failure modes include the following:</a:t>
            </a:r>
            <a:endParaRPr lang="en-US" sz="1700" dirty="0"/>
          </a:p>
          <a:p>
            <a:r>
              <a:rPr lang="en-US" sz="1700" dirty="0">
                <a:solidFill>
                  <a:srgbClr val="17364A"/>
                </a:solidFill>
                <a:latin typeface="Aptos" pitchFamily="34" charset="0"/>
                <a:ea typeface="Aptos" pitchFamily="34" charset="-122"/>
                <a:cs typeface="Aptos" pitchFamily="34" charset="-120"/>
              </a:rPr>
              <a:t>Testing only ideal scenarios and missing high-risk workflow failures.</a:t>
            </a:r>
            <a:endParaRPr lang="en-US" sz="1700" dirty="0"/>
          </a:p>
          <a:p>
            <a:r>
              <a:rPr lang="en-US" sz="1700" dirty="0">
                <a:solidFill>
                  <a:srgbClr val="17364A"/>
                </a:solidFill>
                <a:latin typeface="Aptos" pitchFamily="34" charset="0"/>
                <a:ea typeface="Aptos" pitchFamily="34" charset="-122"/>
                <a:cs typeface="Aptos" pitchFamily="34" charset="-120"/>
              </a:rPr>
              <a:t>Excluding real end users from testing.</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Risks and failure modes include the following: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Launching despite unresolved issues that affect safety, equity, or documentation.</a:t>
            </a:r>
            <a:endParaRPr lang="en-US" sz="1700" dirty="0"/>
          </a:p>
          <a:p>
            <a:r>
              <a:rPr lang="en-US" sz="1700" dirty="0">
                <a:solidFill>
                  <a:srgbClr val="17364A"/>
                </a:solidFill>
                <a:latin typeface="Aptos" pitchFamily="34" charset="0"/>
                <a:ea typeface="Aptos" pitchFamily="34" charset="-122"/>
                <a:cs typeface="Aptos" pitchFamily="34" charset="-120"/>
              </a:rPr>
              <a:t>Treating model validation as a substitute for workflow acceptance testing.</a:t>
            </a:r>
            <a:endParaRPr lang="en-US" sz="1700" dirty="0"/>
          </a:p>
          <a:p>
            <a:r>
              <a:rPr lang="en-US" sz="1700" dirty="0">
                <a:solidFill>
                  <a:srgbClr val="17364A"/>
                </a:solidFill>
                <a:latin typeface="Aptos" pitchFamily="34" charset="0"/>
                <a:ea typeface="Aptos" pitchFamily="34" charset="-122"/>
                <a:cs typeface="Aptos" pitchFamily="34" charset="-120"/>
              </a:rPr>
              <a:t>Failing to test override, escalation, fallback, and accessibility requirements.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Launching despite unresolved issues that affect safety, equity, or documentation.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Recommended guardrails include the following:</a:t>
            </a:r>
            <a:endParaRPr lang="en-US" sz="1700" dirty="0"/>
          </a:p>
          <a:p>
            <a:r>
              <a:rPr lang="en-US" sz="1700" dirty="0">
                <a:solidFill>
                  <a:srgbClr val="17364A"/>
                </a:solidFill>
                <a:latin typeface="Aptos" pitchFamily="34" charset="0"/>
                <a:ea typeface="Aptos" pitchFamily="34" charset="-122"/>
                <a:cs typeface="Aptos" pitchFamily="34" charset="-120"/>
              </a:rPr>
              <a:t>Develop role-based UAT scripts before launch.</a:t>
            </a:r>
            <a:endParaRPr lang="en-US" sz="1700" dirty="0"/>
          </a:p>
          <a:p>
            <a:r>
              <a:rPr lang="en-US" sz="1700" dirty="0">
                <a:solidFill>
                  <a:srgbClr val="17364A"/>
                </a:solidFill>
                <a:latin typeface="Aptos" pitchFamily="34" charset="0"/>
                <a:ea typeface="Aptos" pitchFamily="34" charset="-122"/>
                <a:cs typeface="Aptos" pitchFamily="34" charset="-120"/>
              </a:rPr>
              <a:t>Include routine, edge, failure, and equity-sensitive cases.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Recommended guardrails include the following:</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Define acceptance criteria before testing.</a:t>
            </a:r>
            <a:endParaRPr lang="en-US" sz="1700" dirty="0"/>
          </a:p>
          <a:p>
            <a:r>
              <a:rPr lang="en-US" sz="1700" dirty="0">
                <a:solidFill>
                  <a:srgbClr val="17364A"/>
                </a:solidFill>
                <a:latin typeface="Aptos" pitchFamily="34" charset="0"/>
                <a:ea typeface="Aptos" pitchFamily="34" charset="-122"/>
                <a:cs typeface="Aptos" pitchFamily="34" charset="-120"/>
              </a:rPr>
              <a:t>Track issues by severity, owner, and resolution status.</a:t>
            </a:r>
            <a:endParaRPr lang="en-US" sz="1700" dirty="0"/>
          </a:p>
          <a:p>
            <a:r>
              <a:rPr lang="en-US" sz="1700" dirty="0">
                <a:solidFill>
                  <a:srgbClr val="17364A"/>
                </a:solidFill>
                <a:latin typeface="Aptos" pitchFamily="34" charset="0"/>
                <a:ea typeface="Aptos" pitchFamily="34" charset="-122"/>
                <a:cs typeface="Aptos" pitchFamily="34" charset="-120"/>
              </a:rPr>
              <a:t>Require documented sign-off or remediation before deployment.</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Define acceptance criteria before testing.</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700" dirty="0"/>
          </a:p>
          <a:p>
            <a:r>
              <a:rPr lang="en-US" sz="17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1700" dirty="0"/>
          </a:p>
          <a:p>
            <a:r>
              <a:rPr lang="en-US" sz="17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700" dirty="0"/>
          </a:p>
          <a:p>
            <a:r>
              <a:rPr lang="en-US" sz="17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UAT plan for one AI-supported workflow.</a:t>
            </a:r>
            <a:endParaRPr lang="en-US" sz="1700" dirty="0"/>
          </a:p>
          <a:p>
            <a:r>
              <a:rPr lang="en-US" sz="1700" dirty="0">
                <a:solidFill>
                  <a:srgbClr val="17364A"/>
                </a:solidFill>
                <a:latin typeface="Aptos" pitchFamily="34" charset="0"/>
                <a:ea typeface="Aptos" pitchFamily="34" charset="-122"/>
                <a:cs typeface="Aptos" pitchFamily="34" charset="-120"/>
              </a:rPr>
              <a:t>Include user roles, test scenarios, edge cases, acceptance criteria, tester instructions, issue log fields, severity.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UAT plan for one AI-supported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UAT plan</a:t>
            </a:r>
            <a:endParaRPr lang="en-US" sz="1700" dirty="0"/>
          </a:p>
          <a:p>
            <a:r>
              <a:rPr lang="en-US" sz="1700" dirty="0">
                <a:solidFill>
                  <a:srgbClr val="17364A"/>
                </a:solidFill>
                <a:latin typeface="Aptos" pitchFamily="34" charset="0"/>
                <a:ea typeface="Aptos" pitchFamily="34" charset="-122"/>
                <a:cs typeface="Aptos" pitchFamily="34" charset="-120"/>
              </a:rPr>
              <a:t>Role-based test scripts</a:t>
            </a:r>
            <a:endParaRPr lang="en-US" sz="1700" dirty="0"/>
          </a:p>
          <a:p>
            <a:r>
              <a:rPr lang="en-US" sz="1700" dirty="0">
                <a:solidFill>
                  <a:srgbClr val="17364A"/>
                </a:solidFill>
                <a:latin typeface="Aptos" pitchFamily="34" charset="0"/>
                <a:ea typeface="Aptos" pitchFamily="34" charset="-122"/>
                <a:cs typeface="Aptos" pitchFamily="34" charset="-120"/>
              </a:rPr>
              <a:t>Acceptance criteria</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UAT plan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Issue log template</a:t>
            </a:r>
            <a:endParaRPr lang="en-US" sz="1700" dirty="0"/>
          </a:p>
          <a:p>
            <a:r>
              <a:rPr lang="en-US" sz="1700" dirty="0">
                <a:solidFill>
                  <a:srgbClr val="17364A"/>
                </a:solidFill>
                <a:latin typeface="Aptos" pitchFamily="34" charset="0"/>
                <a:ea typeface="Aptos" pitchFamily="34" charset="-122"/>
                <a:cs typeface="Aptos" pitchFamily="34" charset="-120"/>
              </a:rPr>
              <a:t>Sign-off recommendation</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Issue log template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UAT plan</a:t>
            </a:r>
            <a:endParaRPr lang="en-US" sz="1700" dirty="0"/>
          </a:p>
          <a:p>
            <a:r>
              <a:rPr lang="en-US" sz="1700" dirty="0">
                <a:solidFill>
                  <a:srgbClr val="17364A"/>
                </a:solidFill>
                <a:latin typeface="Aptos" pitchFamily="34" charset="0"/>
                <a:ea typeface="Aptos" pitchFamily="34" charset="-122"/>
                <a:cs typeface="Aptos" pitchFamily="34" charset="-120"/>
              </a:rPr>
              <a:t>Role-based test scripts</a:t>
            </a:r>
            <a:endParaRPr lang="en-US" sz="1700" dirty="0"/>
          </a:p>
          <a:p>
            <a:r>
              <a:rPr lang="en-US" sz="1700" dirty="0">
                <a:solidFill>
                  <a:srgbClr val="17364A"/>
                </a:solidFill>
                <a:latin typeface="Aptos" pitchFamily="34" charset="0"/>
                <a:ea typeface="Aptos" pitchFamily="34" charset="-122"/>
                <a:cs typeface="Aptos" pitchFamily="34" charset="-120"/>
              </a:rPr>
              <a:t>Acceptance criteria</a:t>
            </a:r>
            <a:endParaRPr lang="en-US" sz="1700" dirty="0"/>
          </a:p>
          <a:p>
            <a:r>
              <a:rPr lang="en-US" sz="1700" dirty="0">
                <a:solidFill>
                  <a:srgbClr val="17364A"/>
                </a:solidFill>
                <a:latin typeface="Aptos" pitchFamily="34" charset="0"/>
                <a:ea typeface="Aptos" pitchFamily="34" charset="-122"/>
                <a:cs typeface="Aptos" pitchFamily="34" charset="-120"/>
              </a:rPr>
              <a:t>Issue log template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UAT plan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purpose of UAT for AI-supported workflows?</a:t>
            </a:r>
            <a:endParaRPr lang="en-US" sz="1700" dirty="0"/>
          </a:p>
          <a:p>
            <a:r>
              <a:rPr lang="en-US" sz="1700" dirty="0">
                <a:solidFill>
                  <a:srgbClr val="17364A"/>
                </a:solidFill>
                <a:latin typeface="Aptos" pitchFamily="34" charset="0"/>
                <a:ea typeface="Aptos" pitchFamily="34" charset="-122"/>
                <a:cs typeface="Aptos" pitchFamily="34" charset="-120"/>
              </a:rPr>
              <a:t>2. Who should participate in UAT?</a:t>
            </a:r>
            <a:endParaRPr lang="en-US" sz="1700" dirty="0"/>
          </a:p>
          <a:p>
            <a:r>
              <a:rPr lang="en-US" sz="1700" dirty="0">
                <a:solidFill>
                  <a:srgbClr val="17364A"/>
                </a:solidFill>
                <a:latin typeface="Aptos" pitchFamily="34" charset="0"/>
                <a:ea typeface="Aptos" pitchFamily="34" charset="-122"/>
                <a:cs typeface="Aptos" pitchFamily="34" charset="-120"/>
              </a:rPr>
              <a:t>3. Which scenario should be included in AI UAT?</a:t>
            </a:r>
            <a:endParaRPr lang="en-US" sz="1700" dirty="0"/>
          </a:p>
          <a:p>
            <a:r>
              <a:rPr lang="en-US" sz="1700" dirty="0">
                <a:solidFill>
                  <a:srgbClr val="17364A"/>
                </a:solidFill>
                <a:latin typeface="Aptos" pitchFamily="34" charset="0"/>
                <a:ea typeface="Aptos" pitchFamily="34" charset="-122"/>
                <a:cs typeface="Aptos" pitchFamily="34" charset="-120"/>
              </a:rPr>
              <a:t>4. What should happen to UAT issues?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purpose of UAT for AI-supported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User Acceptance Testing for AI-Supported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CDC Evaluation Framework: https://www.cdc.gov/evaluation/</a:t>
            </a:r>
            <a:endParaRPr lang="en-US" sz="1700" dirty="0"/>
          </a:p>
          <a:p>
            <a:r>
              <a:rPr lang="en-US" sz="170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NIST AI RMF Generative AI Profile:.</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CDC Evaluation Framework: https://www.cdc.gov/evaluation/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User Acceptance Testing for AI-Supported Workflows</dc:title>
  <dc:subject>User Acceptance Testing for AI-Supported Workflows learning module</dc:subject>
  <dc:creator>Paula Soper</dc:creator>
  <cp:lastModifiedBy>Paula Soper</cp:lastModifiedBy>
  <cp:revision>1</cp:revision>
  <dcterms:created xsi:type="dcterms:W3CDTF">2026-07-12T18:54:58Z</dcterms:created>
  <dcterms:modified xsi:type="dcterms:W3CDTF">2026-07-12T18:54:58Z</dcterms:modified>
</cp:coreProperties>
</file>