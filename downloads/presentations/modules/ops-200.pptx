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the difference between general data quality and fitness for a specific use.</a:t>
            </a:r>
            <a:endParaRPr lang="en-US" sz="2100" dirty="0"/>
          </a:p>
          <a:p>
            <a:r>
              <a:rPr lang="en-US" sz="2100" dirty="0">
                <a:solidFill>
                  <a:srgbClr val="17364A"/>
                </a:solidFill>
                <a:latin typeface="Aptos" pitchFamily="34" charset="0"/>
                <a:ea typeface="Aptos" pitchFamily="34" charset="-122"/>
                <a:cs typeface="Aptos" pitchFamily="34" charset="-120"/>
              </a:rPr>
              <a:t>Assess how missingness, timeliness, duplication, coding variation, and representativeness affect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2100" dirty="0"/>
          </a:p>
          <a:p>
            <a:r>
              <a:rPr lang="en-US" sz="2100" dirty="0">
                <a:solidFill>
                  <a:srgbClr val="17364A"/>
                </a:solidFill>
                <a:latin typeface="Aptos" pitchFamily="34" charset="0"/>
                <a:ea typeface="Aptos" pitchFamily="34" charset="-122"/>
                <a:cs typeface="Aptos" pitchFamily="34" charset="-120"/>
              </a:rPr>
              <a:t>A summary may sound authoritative even when key fields are missing.</a:t>
            </a:r>
            <a:endParaRPr lang="en-US" sz="2100" dirty="0"/>
          </a:p>
          <a:p>
            <a:r>
              <a:rPr lang="en-US" sz="2100" dirty="0">
                <a:solidFill>
                  <a:srgbClr val="17364A"/>
                </a:solidFill>
                <a:latin typeface="Aptos" pitchFamily="34" charset="0"/>
                <a:ea typeface="Aptos" pitchFamily="34" charset="-122"/>
                <a:cs typeface="Aptos" pitchFamily="34" charset="-120"/>
              </a:rPr>
              <a:t>A risk score may look objective even when the data underrepresent communities with limited healthcare.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Completeness.</a:t>
            </a:r>
            <a:endParaRPr lang="en-US" sz="2100" dirty="0"/>
          </a:p>
          <a:p>
            <a:r>
              <a:rPr lang="en-US" sz="2100" dirty="0">
                <a:solidFill>
                  <a:srgbClr val="17364A"/>
                </a:solidFill>
                <a:latin typeface="Aptos" pitchFamily="34" charset="0"/>
                <a:ea typeface="Aptos" pitchFamily="34" charset="-122"/>
                <a:cs typeface="Aptos" pitchFamily="34" charset="-120"/>
              </a:rPr>
              <a:t>Completeness refers to whether required data fields are present.</a:t>
            </a:r>
            <a:endParaRPr lang="en-US" sz="2100" dirty="0"/>
          </a:p>
          <a:p>
            <a:r>
              <a:rPr lang="en-US" sz="2100" dirty="0">
                <a:solidFill>
                  <a:srgbClr val="17364A"/>
                </a:solidFill>
                <a:latin typeface="Aptos" pitchFamily="34" charset="0"/>
                <a:ea typeface="Aptos" pitchFamily="34" charset="-122"/>
                <a:cs typeface="Aptos" pitchFamily="34" charset="-120"/>
              </a:rPr>
              <a:t>Missing fields may affect case classification, risk prediction, subgroup analysis, and outreach planning.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Completeness.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Representativeness.</a:t>
            </a:r>
            <a:endParaRPr lang="en-US" sz="2100" dirty="0"/>
          </a:p>
          <a:p>
            <a:r>
              <a:rPr lang="en-US" sz="2100" dirty="0">
                <a:solidFill>
                  <a:srgbClr val="17364A"/>
                </a:solidFill>
                <a:latin typeface="Aptos" pitchFamily="34" charset="0"/>
                <a:ea typeface="Aptos" pitchFamily="34" charset="-122"/>
                <a:cs typeface="Aptos" pitchFamily="34" charset="-120"/>
              </a:rPr>
              <a:t>Representativeness refers to whether data reflect the population, events, or settings relevant to the.</a:t>
            </a:r>
            <a:endParaRPr lang="en-US" sz="2100" dirty="0"/>
          </a:p>
          <a:p>
            <a:r>
              <a:rPr lang="en-US" sz="2100" dirty="0">
                <a:solidFill>
                  <a:srgbClr val="17364A"/>
                </a:solidFill>
                <a:latin typeface="Aptos" pitchFamily="34" charset="0"/>
                <a:ea typeface="Aptos" pitchFamily="34" charset="-122"/>
                <a:cs typeface="Aptos" pitchFamily="34" charset="-120"/>
              </a:rPr>
              <a:t>Underrepresentation can produce biased or incomplete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Representativeness.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2100" dirty="0"/>
          </a:p>
          <a:p>
            <a:r>
              <a:rPr lang="en-US" sz="2100" dirty="0">
                <a:solidFill>
                  <a:srgbClr val="17364A"/>
                </a:solidFill>
                <a:latin typeface="Aptos" pitchFamily="34" charset="0"/>
                <a:ea typeface="Aptos" pitchFamily="34" charset="-122"/>
                <a:cs typeface="Aptos" pitchFamily="34" charset="-120"/>
              </a:rPr>
              <a:t>If demographic fields are missing more often for some populations, the model may be less reliable for.</a:t>
            </a:r>
            <a:endParaRPr lang="en-US" sz="2100" dirty="0"/>
          </a:p>
          <a:p>
            <a:r>
              <a:rPr lang="en-US" sz="2100" dirty="0">
                <a:solidFill>
                  <a:srgbClr val="17364A"/>
                </a:solidFill>
                <a:latin typeface="Aptos" pitchFamily="34" charset="0"/>
                <a:ea typeface="Aptos" pitchFamily="34" charset="-122"/>
                <a:cs typeface="Aptos" pitchFamily="34" charset="-120"/>
              </a:rPr>
              <a:t>If the data feed from certain clinics is delayed, the prioritization queue may reflect reporting.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2100" dirty="0"/>
          </a:p>
          <a:p>
            <a:r>
              <a:rPr lang="en-US" sz="2100" dirty="0">
                <a:solidFill>
                  <a:srgbClr val="17364A"/>
                </a:solidFill>
                <a:latin typeface="Aptos" pitchFamily="34" charset="0"/>
                <a:ea typeface="Aptos" pitchFamily="34" charset="-122"/>
                <a:cs typeface="Aptos" pitchFamily="34" charset="-120"/>
              </a:rPr>
              <a:t>For an AI-supported case triage workflow, required fields may include condition, lab evidence, onset.</a:t>
            </a:r>
            <a:endParaRPr lang="en-US" sz="2100" dirty="0"/>
          </a:p>
          <a:p>
            <a:r>
              <a:rPr lang="en-US" sz="2100" dirty="0">
                <a:solidFill>
                  <a:srgbClr val="17364A"/>
                </a:solidFill>
                <a:latin typeface="Aptos" pitchFamily="34" charset="0"/>
                <a:ea typeface="Aptos" pitchFamily="34" charset="-122"/>
                <a:cs typeface="Aptos" pitchFamily="34" charset="-120"/>
              </a:rPr>
              <a:t>The agency should decide which missing fields stop automated support, which trigger a warning,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Confident output from weak data.</a:t>
            </a:r>
            <a:endParaRPr lang="en-US" sz="2100" dirty="0"/>
          </a:p>
          <a:p>
            <a:r>
              <a:rPr lang="en-US" sz="2100" dirty="0">
                <a:solidFill>
                  <a:srgbClr val="17364A"/>
                </a:solidFill>
                <a:latin typeface="Aptos" pitchFamily="34" charset="0"/>
                <a:ea typeface="Aptos" pitchFamily="34" charset="-122"/>
                <a:cs typeface="Aptos" pitchFamily="34" charset="-120"/>
              </a:rPr>
              <a:t>AI may produce polished outputs from incomplete or biased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uncertainty labeling, source review, and limits on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Confident output from weak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blind spots.</a:t>
            </a:r>
            <a:endParaRPr lang="en-US" sz="2100" dirty="0"/>
          </a:p>
          <a:p>
            <a:r>
              <a:rPr lang="en-US" sz="210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blind spots.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analytics depend heavily on feature quality, label quality, and representative training data.</a:t>
            </a:r>
            <a:endParaRPr lang="en-US" sz="2100" dirty="0"/>
          </a:p>
          <a:p>
            <a:r>
              <a:rPr lang="en-US" sz="2100" dirty="0">
                <a:solidFill>
                  <a:srgbClr val="17364A"/>
                </a:solidFill>
                <a:latin typeface="Aptos" pitchFamily="34" charset="0"/>
                <a:ea typeface="Aptos" pitchFamily="34" charset="-122"/>
                <a:cs typeface="Aptos" pitchFamily="34" charset="-120"/>
              </a:rPr>
              <a:t>NLP may be affected by language variation, abbreviations, and documentation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data quality problems most often affect your program area?</a:t>
            </a:r>
            <a:endParaRPr lang="en-US" sz="2100" dirty="0"/>
          </a:p>
          <a:p>
            <a:r>
              <a:rPr lang="en-US" sz="210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2100" dirty="0"/>
          </a:p>
          <a:p>
            <a:r>
              <a:rPr lang="en-US" sz="210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detect data drift?</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detect data drift?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quality review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fields, quality dimensions, thresholds or review rules, known.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quality review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limitations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limitations statement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fitness for use mean?</a:t>
            </a:r>
            <a:endParaRPr lang="en-US" sz="2100" dirty="0"/>
          </a:p>
          <a:p>
            <a:r>
              <a:rPr lang="en-US" sz="2100" dirty="0">
                <a:solidFill>
                  <a:srgbClr val="17364A"/>
                </a:solidFill>
                <a:latin typeface="Aptos" pitchFamily="34" charset="0"/>
                <a:ea typeface="Aptos" pitchFamily="34" charset="-122"/>
                <a:cs typeface="Aptos" pitchFamily="34" charset="-120"/>
              </a:rPr>
              <a:t>2. Why can poor data quality be dangerous in AI-supported workflows?</a:t>
            </a:r>
            <a:endParaRPr lang="en-US" sz="2100" dirty="0"/>
          </a:p>
          <a:p>
            <a:r>
              <a:rPr lang="en-US" sz="2100" dirty="0">
                <a:solidFill>
                  <a:srgbClr val="17364A"/>
                </a:solidFill>
                <a:latin typeface="Aptos" pitchFamily="34" charset="0"/>
                <a:ea typeface="Aptos" pitchFamily="34" charset="-122"/>
                <a:cs typeface="Aptos" pitchFamily="34" charset="-120"/>
              </a:rPr>
              <a:t>3. What is data drift?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fitness for use mean?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surveillance and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surveillance and data quality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2026-07-13T01:54:45Z</dcterms:created>
  <dcterms:modified xsi:type="dcterms:W3CDTF">2026-07-13T01:54:45Z</dcterms:modified>
</cp:coreProperties>
</file>