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Incident Response is designed for an individual learner using the AI Playbook and Toolkit for Public Health Departments.
AI incident response defines how staff report, triage, investigate, correct, communicate, and document problems involving AI-supported systems or outputs.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AI incident scenario response.
Produce or contribute to: Escalation pathway.
Produce or contribute to: Corrective action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incidents can involve incorrect outputs, privacy exposure, biased results, unsafe recommendations, unauthorized use, vendor failure, staff over-reliance, public misinformation, or model performance drift. You need to know what to report and what happens next.
AI incident response should feel familiar to public health departments because it builds on existing approaches to privacy, security, quality improvement, emergency response, and corrective action. What is new is the range of AI-specific failure modes that you may not recognize without training.
The most important training message is simple: if an AI output seems wrong, harmful, biased, unsafe, or outside approved use, staff should know where to report it and should not have to resolve it alone.
Incident response also supports learning. Every incident should feed back into policy updates, tool design, role-based learning, monitoring, and vendor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response: The process for reporting, triaging, containing, investigating, correcting, documenting, and communicating about AI-related errors, harmful outputs, privacy issues, bias concerns, security events, or operational failures.
Model drift: A decline or change in AI performance over time because data, workflows, disease patterns, populations, vendor systems, or user behavior have changed. Drift is one reason monitoring must continue after deployment.
Pause authority: The person, role, or governance body authorized to stop, limit, suspend, or retire an AI use when risk, harm, poor performance, or noncompliance is identified.
Public accountability: The obligation to explain, document, justify, monitor, and correct AI use because public health agencies act under public authority and serve communities that may be affected by their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Tabletop scenario is a core concept for this lesson because it turns ai incident response from an abstract AI topic into something you can recognize in daily public health work. A practice exercise where staff walk through a realistic incident without waiting for a real emergency.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Corrective action is a core concept for this lesson because it turns ai incident response from an abstract AI topic into something you can recognize in daily public health work. A documented fix, such as retraining staff, changing settings, notifying a vendor, updating policy, or pausing a system.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Pause authority is a core concept for this lesson because it turns ai incident response from an abstract AI topic into something you can recognize in daily public health work. The role or body authorized to stop or limit AI use when risk is identified.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harmful AI output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Escalate privacy exposure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Pause a drifting model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3, Play 10, Play 11, Play 12, Play 13) to identify the decisions, approvals, people, and timing needed for responsible implementation. Use the related tools (Tool 17, Tool 18, Tool 38, Tool 44, Tool 45, Tool 46) to create documentation that can be reviewed, saved, revised, and used as evidence of readiness. The practical exercise asks you to produce evidence that can feed into that work: Walk through a tabletop scenario involving an incorrect AI-generated public message or privacy exposure, then document reporting steps, escalation contacts, communications needs, corrective actions, and governance review.
The main guardrail for this lesson is that Without an incident pathway, errors, bias concerns, privacy exposures, and unsafe outputs may be handled inconsistently or too late.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incidents can affect privacy, public trust, legal compliance, staff confidence, equity, and operational safety. A clear response pathway reduces harm and improves governance.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tabletop scenario involving an incorrect AI-generated public message or privacy exposure, then document reporting steps, escalation contacts, communications needs, corrective actions, and governance review.
AI incident scenario response
Escalation pathway
Corrective action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AI-related problems should staff be required to report?
Who has authority to pause an AI-supported workflow?
How will lessons from incidents update training, policy,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AI Risk Management Framework: Governance and response structure for AI-related harms and failures. https://www.nist.gov/itl/ai-risk-management-framework
WHO: Ethics and governance of artificial intelligence for health: Health AI accountability, safety, and oversight principles. https://www.who.int/publications/i/item/9789240029200
HHS Office for Civil Rights Breach Notification: Context for privacy breach response when protected health information may be involved. https://www.hhs.gov/hipaa/for-professionals/breach-notification/index.html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AI Incident Response</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AI incident scenario response.</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Escalation pathway.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incidents can involve incorrect outputs, privacy exposure, biased results, unsafe recommendations, unauthorized use, vendor failure, staff over-reliance, public misinformation, or model performance drift. You need to know what to report and what happens next.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Incident response: The process for reporting, triaging, containing, investigating, correcting, documenting, and communicating about AI-related errors, harmful outputs, privacy issues, bias concerns, security events, or.</a:t>
            </a:r>
            <a:endParaRPr lang="en-US" sz="1320" dirty="0"/>
          </a:p>
          <a:p>
            <a:r>
              <a:rPr lang="en-US" sz="1320" dirty="0">
                <a:solidFill>
                  <a:srgbClr val="17364A"/>
                </a:solidFill>
                <a:latin typeface="Aptos" pitchFamily="34" charset="0"/>
                <a:ea typeface="Aptos" pitchFamily="34" charset="-122"/>
                <a:cs typeface="Aptos" pitchFamily="34" charset="-120"/>
              </a:rPr>
              <a:t>Model drift: A decline or change in AI performance over time because data, workflows, disease patterns, populations, vendor systems, or user behavior have changed. Drift is one reason monitoring must continue after.</a:t>
            </a:r>
            <a:endParaRPr lang="en-US" sz="1320" dirty="0"/>
          </a:p>
          <a:p>
            <a:r>
              <a:rPr lang="en-US" sz="1320" dirty="0">
                <a:solidFill>
                  <a:srgbClr val="17364A"/>
                </a:solidFill>
                <a:latin typeface="Aptos" pitchFamily="34" charset="0"/>
                <a:ea typeface="Aptos" pitchFamily="34" charset="-122"/>
                <a:cs typeface="Aptos" pitchFamily="34" charset="-120"/>
              </a:rPr>
              <a:t>Pause authority: The person, role, or governance body authorized to stop, limit, suspend, or retire an AI use when risk, harm, poor performance, or noncompliance is identified.</a:t>
            </a:r>
            <a:endParaRPr lang="en-US" sz="1320" dirty="0"/>
          </a:p>
          <a:p>
            <a:r>
              <a:rPr lang="en-US" sz="1320" dirty="0">
                <a:solidFill>
                  <a:srgbClr val="17364A"/>
                </a:solidFill>
                <a:latin typeface="Aptos" pitchFamily="34" charset="0"/>
                <a:ea typeface="Aptos" pitchFamily="34" charset="-122"/>
                <a:cs typeface="Aptos" pitchFamily="34" charset="-120"/>
              </a:rPr>
              <a:t>Public accountability: The obligation to explain, document, justify, monitor, and correct AI use because public health agencies act under public authority and serve communities that may be affected by their decisions.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Tabletop scenario is a core concept for this lesson because it turns ai incident response from an abstract AI topic into something you can recognize in daily public health work. A practice exercise where staff walk through a realistic incident without waiting for a real emergency.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Corrective action is a core concept for this lesson because it turns ai incident response from an abstract AI topic into something you can recognize in daily public health work. A documented fix, such as retraining staff, changing settings, notifying a vendor, updating policy, or pausing a system.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Pause authority is a core concept for this lesson because it turns ai incident response from an abstract AI topic into something you can recognize in daily public health work. The role or body authorized to stop or limit AI use when risk is identified.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Report harmful AI output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Escalate privacy exposure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Pause a drifting model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3, Play 10, Play 11, Play 12, Play 13) to identify the decisions, approvals, people, and timing needed for responsible implementation. Use the related tools (Tool 17, Tool 18, Tool 38, Tool 44, Tool 45, Tool 46) to create documentation that can be reviewed, saved, revised, and used as evidence of readiness. The practical exercise asks you to produce evidence that can feed into that work: Walk through a tabletop scenario involving an incorrect AI-generated public message or privacy exposure, then document reporting steps, escalation contacts, communications needs, corrective actions, and governance review. The main guardrail for this lesson is that Without an incident pathway, errors, bias concerns, privacy exposures, and unsafe outputs may be handled inconsistently or too late.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incidents can affect privacy, public trust, legal compliance, staff confidence, equity, and operational safety. A clear response pathway reduces harm and improves governance.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Walk through a tabletop scenario involving an incorrect AI-generated public message or privacy exposure, then document reporting steps, escalation contacts, communications needs, corrective actions, and governance review.</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AI incident scenario response</a:t>
            </a:r>
            <a:endParaRPr lang="en-US" sz="1400" dirty="0"/>
          </a:p>
          <a:p>
            <a:r>
              <a:rPr lang="en-US" sz="1400" dirty="0">
                <a:solidFill>
                  <a:srgbClr val="17364A"/>
                </a:solidFill>
                <a:latin typeface="Aptos" pitchFamily="34" charset="0"/>
                <a:ea typeface="Aptos" pitchFamily="34" charset="-122"/>
                <a:cs typeface="Aptos" pitchFamily="34" charset="-120"/>
              </a:rPr>
              <a:t>Expected artifact: Escalation pathway</a:t>
            </a:r>
            <a:endParaRPr lang="en-US" sz="1400" dirty="0"/>
          </a:p>
          <a:p>
            <a:r>
              <a:rPr lang="en-US" sz="1400" dirty="0">
                <a:solidFill>
                  <a:srgbClr val="17364A"/>
                </a:solidFill>
                <a:latin typeface="Aptos" pitchFamily="34" charset="0"/>
                <a:ea typeface="Aptos" pitchFamily="34" charset="-122"/>
                <a:cs typeface="Aptos" pitchFamily="34" charset="-120"/>
              </a:rPr>
              <a:t>Expected artifact: Corrective action log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AI-related problems should staff be required to report?</a:t>
            </a:r>
            <a:endParaRPr lang="en-US" sz="1500" dirty="0"/>
          </a:p>
          <a:p>
            <a:r>
              <a:rPr lang="en-US" sz="1500" dirty="0">
                <a:solidFill>
                  <a:srgbClr val="17364A"/>
                </a:solidFill>
                <a:latin typeface="Aptos" pitchFamily="34" charset="0"/>
                <a:ea typeface="Aptos" pitchFamily="34" charset="-122"/>
                <a:cs typeface="Aptos" pitchFamily="34" charset="-120"/>
              </a:rPr>
              <a:t>Who has authority to pause an AI-supported workflow?</a:t>
            </a:r>
            <a:endParaRPr lang="en-US" sz="1500" dirty="0"/>
          </a:p>
          <a:p>
            <a:r>
              <a:rPr lang="en-US" sz="1500" dirty="0">
                <a:solidFill>
                  <a:srgbClr val="17364A"/>
                </a:solidFill>
                <a:latin typeface="Aptos" pitchFamily="34" charset="0"/>
                <a:ea typeface="Aptos" pitchFamily="34" charset="-122"/>
                <a:cs typeface="Aptos" pitchFamily="34" charset="-120"/>
              </a:rPr>
              <a:t>How will lessons from incidents update training, policy, and monitoring?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Incident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NIST AI Risk Management Framework: Governance and response structure for AI-related harms and failures.</a:t>
            </a:r>
            <a:endParaRPr lang="en-US" sz="1280" dirty="0"/>
          </a:p>
          <a:p>
            <a:r>
              <a:rPr lang="en-US" sz="1280" dirty="0">
                <a:solidFill>
                  <a:srgbClr val="17364A"/>
                </a:solidFill>
                <a:latin typeface="Aptos" pitchFamily="34" charset="0"/>
                <a:ea typeface="Aptos" pitchFamily="34" charset="-122"/>
                <a:cs typeface="Aptos" pitchFamily="34" charset="-120"/>
              </a:rPr>
              <a:t>WHO: Ethics and governance of artificial intelligence for health: Health AI accountability, safety, and oversight principles.</a:t>
            </a:r>
            <a:endParaRPr lang="en-US" sz="1280" dirty="0"/>
          </a:p>
          <a:p>
            <a:r>
              <a:rPr lang="en-US" sz="1280" dirty="0">
                <a:solidFill>
                  <a:srgbClr val="17364A"/>
                </a:solidFill>
                <a:latin typeface="Aptos" pitchFamily="34" charset="0"/>
                <a:ea typeface="Aptos" pitchFamily="34" charset="-122"/>
                <a:cs typeface="Aptos" pitchFamily="34" charset="-120"/>
              </a:rPr>
              <a:t>HHS Office for Civil Rights Breach Notification: Context for privacy breach response when protected health information may be involved.</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Incident Response</dc:title>
  <dc:subject>AI Incident Response learning module</dc:subject>
  <dc:creator>Paula Soper</dc:creator>
  <cp:lastModifiedBy>Paula Soper</cp:lastModifiedBy>
  <cp:revision>1</cp:revision>
  <dcterms:created xsi:type="dcterms:W3CDTF">2026-07-09T20:18:53Z</dcterms:created>
  <dcterms:modified xsi:type="dcterms:W3CDTF">2026-07-09T20:18:53Z</dcterms:modified>
</cp:coreProperties>
</file>