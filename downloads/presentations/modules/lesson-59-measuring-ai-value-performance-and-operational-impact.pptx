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310 Measuring AI Value, Performance, and Operational Impact
AI tools should be evaluated not only by model accuracy, but also by whether they improve public health operations and outcomes. This module teaches learners to define measures for timeliness, quality, equity, staff burden, cost, user satisfaction, safety, trust, and sustainability. It helps agencies avoid adopting AI because it is novel and instead assess whether it creates measurable public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Operations and Data Quality Track
Appears in tracks: operations-data-quality
AI tools should be evaluated not only by model accuracy, but also by whether they improve public health operations and outcomes. This module teaches learners to define measures for timeliness, quality, equity, staff burden, cost, user satisfaction, safety, trust, and sustainability. It helps agencies avoid adopting AI because it is novel and instead assess whether it creates measurable public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7: Prioritize Use Cases - This lesson informs Play 7 by helping learners connect the lesson topic to prioritize use cases work in the AI Playbook sequence.
Play 13: Monitor and Evaluate AI Systems - This lesson informs Play 13 by helping learners connect the lesson topic to monitor and evaluate ai systems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measuring ai value, performance, and operational impact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value and impact measurement plan that can support readiness assessment, governance review, procurement, implementation, or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tools should be evaluated not only by model accuracy, but also by whether they improve public health operations and outcomes. This module teaches learners to define measures for timeliness, quality, equity, staff burden, cost, user satisfaction, safety, trust, and sustainability. It helps agencies avoid adopting AI because it is novel and instead assess whether it creates measurable public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Measuring AI Value, Performance, and Operational Impact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AI value is the benefit created by an AI-supported workflow relative to its costs, risks, and alternatives. Value may include faster response, improved quality, reduced burden, better access, stronger equity, improved documentation, or better use of limited resources.
Model performance measures how well the AI system performs a technical task. Operational impact measures whether the workflow actually improves public health practice. A model can have strong technical metrics and still fail to reduce burden, improve timeliness, or support equitable outcomes.
Evaluation should be planned before implementation. Agencies should define baseline measures, target outcomes, data sources, review frequency, and decision rules for continuation, modification, scaling, or retirement.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deploy AI to summarize case reports with the goal of reducing investigator burden. Accuracy alone is not enough to prove value. The agency should also measure review time, editing burden, error types, investigator satisfaction, case completion timeliness, escalation frequency, subgroup performance, and whether staff continue to trust and use the tool appropriately.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Value measurement begins with a theory of change. The team should explain how the AI capability is expected to improve the workflow and which outcomes should change. For example, a summarization tool may reduce review time, improve completeness, and allow staff to focus on complex cases. These assumptions should be tested rather than assumed.
Measures should include technical, operational, equity, and governance indicators. Technical indicators may include accuracy, error rates, latency, and uptime. Operational indicators may include timeliness, backlog, staff burden, user adoption, and quality. Equity indicators may include subgroup performance, access, language, disability, and community impact. Governance indicators may include documentation completeness, incident reports, and monitoring review completion.
Agencies should define action thresholds. If the tool produces too many errors, increases burden, performs poorly for a subgroup, or creates trust concerns, the agency should know whether to retrain, revise, restrict, pause, or retire the tool. Value measurement should support decisions, not merely reporting.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value and impact measurement plan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value and impact measurement plan.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value and impact measurement plan.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measuring ai value, performance, and operational impact before deployment?
2. Which practice best supports responsible implementation?
3. Which statement best describes a common failure mode?
4. What should be included in the practical artifact for this module?
5. When should the issue be escalated for governance or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Evaluation Framework: https://www.cdc.gov/evaluation/
CDC Public Health Data Strategy: https://www.cdc.gov/public-health-data-strategy/php/about/index.html
NIST Artificial Intelligence Risk Management Framework: https://www.nist.gov/itl/ai-risk-management-framework
NIST AI RMF Generative AI Profile: https://www.nist.gov/publications/artificial-intelligence-risk-management-framework-generative-artificial-intelligence
Agency performance management, quality improvement, equity, and evaluation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Measuring AI Value, Performance, and Operational Impact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tools should be evaluated not only by model accuracy, but also by whether they improve public health operations and outcomes.</a:t>
            </a:r>
            <a:endParaRPr lang="en-US" sz="1700" dirty="0"/>
          </a:p>
          <a:p>
            <a:r>
              <a:rPr lang="en-US" sz="1700" dirty="0">
                <a:solidFill>
                  <a:srgbClr val="17364A"/>
                </a:solidFill>
                <a:latin typeface="Aptos" pitchFamily="34" charset="0"/>
                <a:ea typeface="Aptos" pitchFamily="34" charset="-122"/>
                <a:cs typeface="Aptos" pitchFamily="34" charset="-120"/>
              </a:rPr>
              <a:t>This module teaches learners to define measures for timeliness, quality, equity, staff burden, cost, user satisfaction, safety, trust, and.</a:t>
            </a:r>
            <a:endParaRPr lang="en-US" sz="1700" dirty="0"/>
          </a:p>
          <a:p>
            <a:r>
              <a:rPr lang="en-US" sz="1700" dirty="0">
                <a:solidFill>
                  <a:srgbClr val="17364A"/>
                </a:solidFill>
                <a:latin typeface="Aptos" pitchFamily="34" charset="0"/>
                <a:ea typeface="Aptos" pitchFamily="34" charset="-122"/>
                <a:cs typeface="Aptos" pitchFamily="34" charset="-120"/>
              </a:rPr>
              <a:t>It helps agencies avoid adopting AI because it is novel and instead assess whether it creates measurable public value.</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intermediate/practitioner</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Operations and Data Quality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operations-data-quality</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 readiness assessment work.</a:t>
            </a:r>
            <a:endParaRPr lang="en-US" sz="1540" dirty="0"/>
          </a:p>
          <a:p>
            <a:r>
              <a:rPr lang="en-US" sz="154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 prioritize use cases work.</a:t>
            </a:r>
            <a:endParaRPr lang="en-US" sz="1540" dirty="0"/>
          </a:p>
          <a:p>
            <a:r>
              <a:rPr lang="en-US" sz="154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 lesson topic to monitor and.</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 the practical exercise for.</a:t>
            </a:r>
            <a:endParaRPr lang="en-US" sz="1460" dirty="0"/>
          </a:p>
          <a:p>
            <a:r>
              <a:rPr lang="en-US" sz="146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 Checklist to translate this.</a:t>
            </a:r>
            <a:endParaRPr lang="en-US" sz="1460" dirty="0"/>
          </a:p>
          <a:p>
            <a:r>
              <a:rPr lang="en-US" sz="146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 public health AI planning,.</a:t>
            </a:r>
            <a:endParaRPr lang="en-US" sz="1460" dirty="0"/>
          </a:p>
          <a:p>
            <a:r>
              <a:rPr lang="en-US" sz="1460" dirty="0">
                <a:solidFill>
                  <a:srgbClr val="17364A"/>
                </a:solidFill>
                <a:latin typeface="Aptos" pitchFamily="34" charset="0"/>
                <a:ea typeface="Aptos" pitchFamily="34" charset="-122"/>
                <a:cs typeface="Aptos" pitchFamily="34" charset="-120"/>
              </a:rPr>
              <a:t>Tool 9: Data Quality Assessment Checklist (Checklist) - Use this tool to complete or strengthen the practical exercise for the module.</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Explain the purpose of measuring ai value, performance, and operational impact in public health AI work.</a:t>
            </a:r>
            <a:endParaRPr lang="en-US" sz="1700" dirty="0"/>
          </a:p>
          <a:p>
            <a:r>
              <a:rPr lang="en-US" sz="17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 the topic.</a:t>
            </a:r>
            <a:endParaRPr lang="en-US" sz="1700" dirty="0"/>
          </a:p>
          <a:p>
            <a:r>
              <a:rPr lang="en-US" sz="17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1700" dirty="0"/>
          </a:p>
          <a:p>
            <a:r>
              <a:rPr lang="en-US" sz="1700" dirty="0">
                <a:solidFill>
                  <a:srgbClr val="17364A"/>
                </a:solidFill>
                <a:latin typeface="Aptos" pitchFamily="34" charset="0"/>
                <a:ea typeface="Aptos" pitchFamily="34" charset="-122"/>
                <a:cs typeface="Aptos" pitchFamily="34" charset="-120"/>
              </a:rPr>
              <a:t>Recognize common failure modes that can affect safety, accuracy, trust, workflow fit, or sustainability.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Explain the purpose of measuring ai value, performance, and operational impact in public health AI work.</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Produce a AI value and impact measurement plan that can support readiness assessment, governance review, procurement,.</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Produce a AI value and impact measurement plan that can support readiness assessment, governance review, procurement,.</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tools should be evaluated not only by model accuracy, but also by whether they improve public health operations and.</a:t>
            </a:r>
            <a:endParaRPr lang="en-US" sz="1700" dirty="0"/>
          </a:p>
          <a:p>
            <a:r>
              <a:rPr lang="en-US" sz="1700" dirty="0">
                <a:solidFill>
                  <a:srgbClr val="17364A"/>
                </a:solidFill>
                <a:latin typeface="Aptos" pitchFamily="34" charset="0"/>
                <a:ea typeface="Aptos" pitchFamily="34" charset="-122"/>
                <a:cs typeface="Aptos" pitchFamily="34" charset="-120"/>
              </a:rPr>
              <a:t>This module teaches learners to define measures for timeliness, quality, equity, staff burden, cost, user satisfaction,.</a:t>
            </a:r>
            <a:endParaRPr lang="en-US" sz="1700" dirty="0"/>
          </a:p>
          <a:p>
            <a:r>
              <a:rPr lang="en-US" sz="1700" dirty="0">
                <a:solidFill>
                  <a:srgbClr val="17364A"/>
                </a:solidFill>
                <a:latin typeface="Aptos" pitchFamily="34" charset="0"/>
                <a:ea typeface="Aptos" pitchFamily="34" charset="-122"/>
                <a:cs typeface="Aptos" pitchFamily="34" charset="-120"/>
              </a:rPr>
              <a:t>It helps agencies avoid adopting AI because it is novel and instead assess whether it creates measurable public value.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tools should be evaluated not only by model accuracy, but also by whether they improve public health operations and.</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Measuring AI Value, Performance, and Operational Impact matters because AI systems are embedded in public health programs,.</a:t>
            </a:r>
            <a:endParaRPr lang="en-US" sz="1700" dirty="0"/>
          </a:p>
          <a:p>
            <a:r>
              <a:rPr lang="en-US" sz="17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1700" dirty="0"/>
          </a:p>
          <a:p>
            <a:r>
              <a:rPr lang="en-US" sz="17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1700" dirty="0"/>
          </a:p>
          <a:p>
            <a:r>
              <a:rPr lang="en-US" sz="1700" dirty="0">
                <a:solidFill>
                  <a:srgbClr val="17364A"/>
                </a:solidFill>
                <a:latin typeface="Aptos" pitchFamily="34" charset="0"/>
                <a:ea typeface="Aptos" pitchFamily="34" charset="-122"/>
                <a:cs typeface="Aptos" pitchFamily="34" charset="-120"/>
              </a:rPr>
              <a:t>The topic also affects accountability.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Measuring AI Value, Performance, and Operational Impact matters because AI systems are embedded in public health programs,.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value is the benefit created by an AI-supported workflow relative to its costs, risks, and alternatives.</a:t>
            </a:r>
            <a:endParaRPr lang="en-US" sz="1700" dirty="0"/>
          </a:p>
          <a:p>
            <a:r>
              <a:rPr lang="en-US" sz="1700" dirty="0">
                <a:solidFill>
                  <a:srgbClr val="17364A"/>
                </a:solidFill>
                <a:latin typeface="Aptos" pitchFamily="34" charset="0"/>
                <a:ea typeface="Aptos" pitchFamily="34" charset="-122"/>
                <a:cs typeface="Aptos" pitchFamily="34" charset="-120"/>
              </a:rPr>
              <a:t>Value may include faster response, improved quality, reduced burden, better access, stronger equity, improved.</a:t>
            </a:r>
            <a:endParaRPr lang="en-US" sz="1700" dirty="0"/>
          </a:p>
          <a:p>
            <a:r>
              <a:rPr lang="en-US" sz="1700" dirty="0">
                <a:solidFill>
                  <a:srgbClr val="17364A"/>
                </a:solidFill>
                <a:latin typeface="Aptos" pitchFamily="34" charset="0"/>
                <a:ea typeface="Aptos" pitchFamily="34" charset="-122"/>
                <a:cs typeface="Aptos" pitchFamily="34" charset="-120"/>
              </a:rPr>
              <a:t>Model performance measures how well the AI system performs a technical task.</a:t>
            </a:r>
            <a:endParaRPr lang="en-US" sz="1700" dirty="0"/>
          </a:p>
          <a:p>
            <a:r>
              <a:rPr lang="en-US" sz="1700" dirty="0">
                <a:solidFill>
                  <a:srgbClr val="17364A"/>
                </a:solidFill>
                <a:latin typeface="Aptos" pitchFamily="34" charset="0"/>
                <a:ea typeface="Aptos" pitchFamily="34" charset="-122"/>
                <a:cs typeface="Aptos" pitchFamily="34" charset="-120"/>
              </a:rPr>
              <a:t>Operational impact measures whether the workflow actually improves public health practice.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value is the benefit created by an AI-supported workflow relative to its costs, risks, and alternatives.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health department may deploy AI to summarize case reports with the goal of reducing investigator burden.</a:t>
            </a:r>
            <a:endParaRPr lang="en-US" sz="1700" dirty="0"/>
          </a:p>
          <a:p>
            <a:r>
              <a:rPr lang="en-US" sz="1700" dirty="0">
                <a:solidFill>
                  <a:srgbClr val="17364A"/>
                </a:solidFill>
                <a:latin typeface="Aptos" pitchFamily="34" charset="0"/>
                <a:ea typeface="Aptos" pitchFamily="34" charset="-122"/>
                <a:cs typeface="Aptos" pitchFamily="34" charset="-120"/>
              </a:rPr>
              <a:t>Accuracy alone is not enough to prove value.</a:t>
            </a:r>
            <a:endParaRPr lang="en-US" sz="1700" dirty="0"/>
          </a:p>
          <a:p>
            <a:r>
              <a:rPr lang="en-US" sz="1700" dirty="0">
                <a:solidFill>
                  <a:srgbClr val="17364A"/>
                </a:solidFill>
                <a:latin typeface="Aptos" pitchFamily="34" charset="0"/>
                <a:ea typeface="Aptos" pitchFamily="34" charset="-122"/>
                <a:cs typeface="Aptos" pitchFamily="34" charset="-120"/>
              </a:rPr>
              <a:t>The agency should also measure review time, editing burden, error types, investigator satisfaction, case completion.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health department may deploy AI to summarize case reports with the goal of reducing investigator burden.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Value measurement begins with a theory of change.</a:t>
            </a:r>
            <a:endParaRPr lang="en-US" sz="1700" dirty="0"/>
          </a:p>
          <a:p>
            <a:r>
              <a:rPr lang="en-US" sz="1700" dirty="0">
                <a:solidFill>
                  <a:srgbClr val="17364A"/>
                </a:solidFill>
                <a:latin typeface="Aptos" pitchFamily="34" charset="0"/>
                <a:ea typeface="Aptos" pitchFamily="34" charset="-122"/>
                <a:cs typeface="Aptos" pitchFamily="34" charset="-120"/>
              </a:rPr>
              <a:t>The team should explain how the AI capability is expected to improve the workflow and which outcomes should change.</a:t>
            </a:r>
            <a:endParaRPr lang="en-US" sz="1700" dirty="0"/>
          </a:p>
          <a:p>
            <a:r>
              <a:rPr lang="en-US" sz="1700" dirty="0">
                <a:solidFill>
                  <a:srgbClr val="17364A"/>
                </a:solidFill>
                <a:latin typeface="Aptos" pitchFamily="34" charset="0"/>
                <a:ea typeface="Aptos" pitchFamily="34" charset="-122"/>
                <a:cs typeface="Aptos" pitchFamily="34" charset="-120"/>
              </a:rPr>
              <a:t>For example, a summarization tool may reduce review time, improve completeness, and allow staff to focus on complex cases.</a:t>
            </a:r>
            <a:endParaRPr lang="en-US" sz="1700" dirty="0"/>
          </a:p>
          <a:p>
            <a:r>
              <a:rPr lang="en-US" sz="1700" dirty="0">
                <a:solidFill>
                  <a:srgbClr val="17364A"/>
                </a:solidFill>
                <a:latin typeface="Aptos" pitchFamily="34" charset="0"/>
                <a:ea typeface="Aptos" pitchFamily="34" charset="-122"/>
                <a:cs typeface="Aptos" pitchFamily="34" charset="-120"/>
              </a:rPr>
              <a:t>These assumptions should be tested rather than assumed.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Value measurement begins with a theory of change.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700" dirty="0"/>
          </a:p>
          <a:p>
            <a:r>
              <a:rPr lang="en-US" sz="17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 accountability, the.</a:t>
            </a:r>
            <a:endParaRPr lang="en-US" sz="1700" dirty="0"/>
          </a:p>
          <a:p>
            <a:r>
              <a:rPr lang="en-US" sz="17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1700" dirty="0"/>
          </a:p>
          <a:p>
            <a:r>
              <a:rPr lang="en-US" sz="1700" dirty="0">
                <a:solidFill>
                  <a:srgbClr val="17364A"/>
                </a:solidFill>
                <a:latin typeface="Aptos" pitchFamily="34" charset="0"/>
                <a:ea typeface="Aptos" pitchFamily="34" charset="-122"/>
                <a:cs typeface="Aptos" pitchFamily="34" charset="-120"/>
              </a:rPr>
              <a:t>Vendors may provide demonstrations, dashboards, or summary metrics that do not match the agency workflow or data environment.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 described in this.</a:t>
            </a:r>
            <a:endParaRPr lang="en-US" sz="1700" dirty="0"/>
          </a:p>
          <a:p>
            <a:r>
              <a:rPr lang="en-US" sz="1700" dirty="0">
                <a:solidFill>
                  <a:srgbClr val="17364A"/>
                </a:solidFill>
                <a:latin typeface="Aptos" pitchFamily="34" charset="0"/>
                <a:ea typeface="Aptos" pitchFamily="34" charset="-122"/>
                <a:cs typeface="Aptos" pitchFamily="34" charset="-120"/>
              </a:rPr>
              <a:t>The controls should be scaled to the risk of the use case.</a:t>
            </a:r>
            <a:endParaRPr lang="en-US" sz="1700" dirty="0"/>
          </a:p>
          <a:p>
            <a:r>
              <a:rPr lang="en-US" sz="17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 records, prioritizes.</a:t>
            </a:r>
            <a:endParaRPr lang="en-US" sz="1700" dirty="0"/>
          </a:p>
          <a:p>
            <a:r>
              <a:rPr lang="en-US" sz="1700" dirty="0">
                <a:solidFill>
                  <a:srgbClr val="17364A"/>
                </a:solidFill>
                <a:latin typeface="Aptos" pitchFamily="34" charset="0"/>
                <a:ea typeface="Aptos" pitchFamily="34" charset="-122"/>
                <a:cs typeface="Aptos" pitchFamily="34" charset="-120"/>
              </a:rPr>
              <a:t>The module should be applied during readiness assessment, procurement, implementation planning, pilot testing, and.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 described in this.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700" dirty="0"/>
          </a:p>
          <a:p>
            <a:r>
              <a:rPr lang="en-US" sz="17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1700" dirty="0"/>
          </a:p>
          <a:p>
            <a:r>
              <a:rPr lang="en-US" sz="17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Which safeguards should be required before pilot testing?</a:t>
            </a:r>
            <a:endParaRPr lang="en-US" sz="1700" dirty="0"/>
          </a:p>
          <a:p>
            <a:r>
              <a:rPr lang="en-US" sz="1700" dirty="0">
                <a:solidFill>
                  <a:srgbClr val="17364A"/>
                </a:solidFill>
                <a:latin typeface="Aptos" pitchFamily="34" charset="0"/>
                <a:ea typeface="Aptos" pitchFamily="34" charset="-122"/>
                <a:cs typeface="Aptos" pitchFamily="34" charset="-120"/>
              </a:rPr>
              <a:t>Who owns ongoing monitoring and review?</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Which safeguards should be required before pilot testing?</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 AI value and impact measurement plan for one real or realistic public health AI workflow.</a:t>
            </a:r>
            <a:endParaRPr lang="en-US" sz="1700" dirty="0"/>
          </a:p>
          <a:p>
            <a:r>
              <a:rPr lang="en-US" sz="17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 guardrails, review.</a:t>
            </a:r>
            <a:endParaRPr lang="en-US" sz="1700" dirty="0"/>
          </a:p>
          <a:p>
            <a:r>
              <a:rPr lang="en-US" sz="17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 review, implementation.</a:t>
            </a:r>
            <a:endParaRPr lang="en-US" sz="1700" dirty="0"/>
          </a:p>
          <a:p>
            <a:r>
              <a:rPr lang="en-US" sz="1700" dirty="0">
                <a:solidFill>
                  <a:srgbClr val="17364A"/>
                </a:solidFill>
                <a:latin typeface="Aptos" pitchFamily="34" charset="0"/>
                <a:ea typeface="Aptos" pitchFamily="34" charset="-122"/>
                <a:cs typeface="Aptos" pitchFamily="34" charset="-120"/>
              </a:rPr>
              <a:t>Learners should document assumptions and identify which staff or partners need to be consulted.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 AI value and impact measurement plan for one real or realistic public health AI workflow.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The expected artifact is a completed AI value and impact measurement plan.</a:t>
            </a:r>
            <a:endParaRPr lang="en-US" sz="1700" dirty="0"/>
          </a:p>
          <a:p>
            <a:r>
              <a:rPr lang="en-US" sz="17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 questions, human.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expected artifact is a completed AI value and impact measurement plan.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The expected artifact is a completed AI value and impact measurement plan. It should be specific to a public health workflow.</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expected artifact is a completed AI value and impact measurement plan. It should be specific to a public health workflow.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the best reason to address measuring ai value, performance, and operational impact before deployment?</a:t>
            </a:r>
            <a:endParaRPr lang="en-US" sz="1700" dirty="0"/>
          </a:p>
          <a:p>
            <a:r>
              <a:rPr lang="en-US" sz="1700" dirty="0">
                <a:solidFill>
                  <a:srgbClr val="17364A"/>
                </a:solidFill>
                <a:latin typeface="Aptos" pitchFamily="34" charset="0"/>
                <a:ea typeface="Aptos" pitchFamily="34" charset="-122"/>
                <a:cs typeface="Aptos" pitchFamily="34" charset="-120"/>
              </a:rPr>
              <a:t>2. Which practice best supports responsible implementation?</a:t>
            </a:r>
            <a:endParaRPr lang="en-US" sz="1700" dirty="0"/>
          </a:p>
          <a:p>
            <a:r>
              <a:rPr lang="en-US" sz="1700" dirty="0">
                <a:solidFill>
                  <a:srgbClr val="17364A"/>
                </a:solidFill>
                <a:latin typeface="Aptos" pitchFamily="34" charset="0"/>
                <a:ea typeface="Aptos" pitchFamily="34" charset="-122"/>
                <a:cs typeface="Aptos" pitchFamily="34" charset="-120"/>
              </a:rPr>
              <a:t>3. Which statement best describes a common failure mode?</a:t>
            </a:r>
            <a:endParaRPr lang="en-US" sz="1700" dirty="0"/>
          </a:p>
          <a:p>
            <a:r>
              <a:rPr lang="en-US" sz="1700" dirty="0">
                <a:solidFill>
                  <a:srgbClr val="17364A"/>
                </a:solidFill>
                <a:latin typeface="Aptos" pitchFamily="34" charset="0"/>
                <a:ea typeface="Aptos" pitchFamily="34" charset="-122"/>
                <a:cs typeface="Aptos" pitchFamily="34" charset="-120"/>
              </a:rPr>
              <a:t>4. What should be included in the practical artifact for this module?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the best reason to address measuring ai value, performance, and operational impact before deployment?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CDC Evaluation Framework: https://www.cdc.gov/evaluation/</a:t>
            </a:r>
            <a:endParaRPr lang="en-US" sz="1700" dirty="0"/>
          </a:p>
          <a:p>
            <a:r>
              <a:rPr lang="en-US" sz="1700" dirty="0">
                <a:solidFill>
                  <a:srgbClr val="17364A"/>
                </a:solidFill>
                <a:latin typeface="Aptos" pitchFamily="34" charset="0"/>
                <a:ea typeface="Aptos" pitchFamily="34" charset="-122"/>
                <a:cs typeface="Aptos" pitchFamily="34" charset="-120"/>
              </a:rPr>
              <a:t>CDC Public Health Data Strategy: https://www.cdc.gov/public-health-data-strategy/php/about/index.html</a:t>
            </a:r>
            <a:endParaRPr lang="en-US" sz="1700" dirty="0"/>
          </a:p>
          <a:p>
            <a:r>
              <a:rPr lang="en-US" sz="170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700" dirty="0"/>
          </a:p>
          <a:p>
            <a:r>
              <a:rPr lang="en-US" sz="1700" dirty="0">
                <a:solidFill>
                  <a:srgbClr val="17364A"/>
                </a:solidFill>
                <a:latin typeface="Aptos" pitchFamily="34" charset="0"/>
                <a:ea typeface="Aptos" pitchFamily="34" charset="-122"/>
                <a:cs typeface="Aptos" pitchFamily="34" charset="-120"/>
              </a:rPr>
              <a:t>NIST AI RMF Generative AI Profile:.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CDC Evaluation Framework: https://www.cdc.gov/evaluation/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Measuring AI Value, Performance, and Operational Impact</dc:title>
  <dc:subject>Measuring AI Value, Performance, and Operational Impact learning module</dc:subject>
  <dc:creator>Paula Soper</dc:creator>
  <cp:lastModifiedBy>Paula Soper</cp:lastModifiedBy>
  <cp:revision>1</cp:revision>
  <dcterms:created xsi:type="dcterms:W3CDTF">2026-07-12T18:54:58Z</dcterms:created>
  <dcterms:modified xsi:type="dcterms:W3CDTF">2026-07-12T18:54:58Z</dcterms:modified>
</cp:coreProperties>
</file>