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c9f053d83b461d" /><Relationship Type="http://schemas.openxmlformats.org/officeDocument/2006/relationships/extended-properties" Target="/docProps/app.xml" Id="R2c9d3ac8265a432b" /><Relationship Type="http://schemas.openxmlformats.org/officeDocument/2006/relationships/officeDocument" Target="/ppt/presentation.xml" Id="Rdebde2a30f0d4c51" /></Relationships>
</file>

<file path=ppt/presentation.xml><?xml version="1.0" encoding="utf-8"?>
<p:presentation xmlns:p="http://schemas.openxmlformats.org/presentationml/2006/main">
  <p:sldMasterIdLst>
    <p:sldMasterId xmlns:r="http://schemas.openxmlformats.org/officeDocument/2006/relationships" id="2147483648" r:id="R52a3701610ad4b67"/>
  </p:sldMasterIdLst>
  <p:notesMasterIdLst>
    <p:notesMasterId xmlns:r="http://schemas.openxmlformats.org/officeDocument/2006/relationships" r:id="R262b7b7e6d48458b"/>
  </p:notesMasterIdLst>
  <p:sldIdLst>
    <p:sldId xmlns:r="http://schemas.openxmlformats.org/officeDocument/2006/relationships" id="256" r:id="R1ab64e774ac14d49"/>
    <p:sldId xmlns:r="http://schemas.openxmlformats.org/officeDocument/2006/relationships" id="257" r:id="Rd2a59ff39dc64661"/>
    <p:sldId xmlns:r="http://schemas.openxmlformats.org/officeDocument/2006/relationships" id="258" r:id="Rd37b4dfdca8f4d3a"/>
    <p:sldId xmlns:r="http://schemas.openxmlformats.org/officeDocument/2006/relationships" id="259" r:id="Rbc1091c758b74fab"/>
    <p:sldId xmlns:r="http://schemas.openxmlformats.org/officeDocument/2006/relationships" id="260" r:id="Rc7a073542be342a2"/>
    <p:sldId xmlns:r="http://schemas.openxmlformats.org/officeDocument/2006/relationships" id="261" r:id="R3205c2025c25482a"/>
    <p:sldId xmlns:r="http://schemas.openxmlformats.org/officeDocument/2006/relationships" id="262" r:id="R20ada77ca8434785"/>
    <p:sldId xmlns:r="http://schemas.openxmlformats.org/officeDocument/2006/relationships" id="263" r:id="R745ff19276e0496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cf4dfabcbf415b" /><Relationship Type="http://schemas.openxmlformats.org/officeDocument/2006/relationships/slideMaster" Target="/ppt/slideMasters/slideMaster1.xml" Id="R52a3701610ad4b67" /><Relationship Type="http://schemas.openxmlformats.org/officeDocument/2006/relationships/notesMaster" Target="/ppt/notesMasters/notesMaster1.xml" Id="R262b7b7e6d48458b" /><Relationship Type="http://schemas.openxmlformats.org/officeDocument/2006/relationships/presProps" Target="/ppt/presProps.xml" Id="Re64d702448e442fb" /><Relationship Type="http://schemas.openxmlformats.org/officeDocument/2006/relationships/tableStyles" Target="/ppt/tableStyles.xml" Id="R5390d3b7324f4939" /><Relationship Type="http://schemas.openxmlformats.org/officeDocument/2006/relationships/slide" Target="/ppt/slides/slide1.xml" Id="R1ab64e774ac14d49" /><Relationship Type="http://schemas.openxmlformats.org/officeDocument/2006/relationships/slide" Target="/ppt/slides/slide2.xml" Id="Rd2a59ff39dc64661" /><Relationship Type="http://schemas.openxmlformats.org/officeDocument/2006/relationships/slide" Target="/ppt/slides/slide3.xml" Id="Rd37b4dfdca8f4d3a" /><Relationship Type="http://schemas.openxmlformats.org/officeDocument/2006/relationships/slide" Target="/ppt/slides/slide4.xml" Id="Rbc1091c758b74fab" /><Relationship Type="http://schemas.openxmlformats.org/officeDocument/2006/relationships/slide" Target="/ppt/slides/slide5.xml" Id="Rc7a073542be342a2" /><Relationship Type="http://schemas.openxmlformats.org/officeDocument/2006/relationships/slide" Target="/ppt/slides/slide6.xml" Id="R3205c2025c25482a" /><Relationship Type="http://schemas.openxmlformats.org/officeDocument/2006/relationships/slide" Target="/ppt/slides/slide7.xml" Id="R20ada77ca8434785" /><Relationship Type="http://schemas.openxmlformats.org/officeDocument/2006/relationships/slide" Target="/ppt/slides/slide8.xml" Id="R745ff19276e0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689b9c2b1343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6df34c75d940ce" /><Relationship Type="http://schemas.openxmlformats.org/officeDocument/2006/relationships/notesMaster" Target="/ppt/notesMasters/notesMaster1.xml" Id="Ref524d88502d4d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c7b11d25d74122" /><Relationship Type="http://schemas.openxmlformats.org/officeDocument/2006/relationships/notesMaster" Target="/ppt/notesMasters/notesMaster1.xml" Id="R85ead147cd1a47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2a2595ad64861" /><Relationship Type="http://schemas.openxmlformats.org/officeDocument/2006/relationships/notesMaster" Target="/ppt/notesMasters/notesMaster1.xml" Id="R74aef02c19304c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35628a5a00401e" /><Relationship Type="http://schemas.openxmlformats.org/officeDocument/2006/relationships/notesMaster" Target="/ppt/notesMasters/notesMaster1.xml" Id="R219e263bee8e47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3a959f6ee24595" /><Relationship Type="http://schemas.openxmlformats.org/officeDocument/2006/relationships/notesMaster" Target="/ppt/notesMasters/notesMaster1.xml" Id="Rb7e0b6a669504f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69d54e5a22495f" /><Relationship Type="http://schemas.openxmlformats.org/officeDocument/2006/relationships/notesMaster" Target="/ppt/notesMasters/notesMaster1.xml" Id="Rc5e480ad88c54a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1d9dab45714155" /><Relationship Type="http://schemas.openxmlformats.org/officeDocument/2006/relationships/notesMaster" Target="/ppt/notesMasters/notesMaster1.xml" Id="R47515979b3854c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395a6f93494eff" /><Relationship Type="http://schemas.openxmlformats.org/officeDocument/2006/relationships/notesMaster" Target="/ppt/notesMasters/notesMaster1.xml" Id="Rfb0727faee324a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How to Use the Playbook and Toolkit Together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Read the play first to understand the decision and output, then use the linked tools during workshops or governance reviews.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11 and Tools 2, 7, 12, 41, 42.</a:t>
            </a:r>
          </a:p>
          <a:p xmlns:a="http://schemas.openxmlformats.org/drawingml/2006/main">
            <a:r>
              <a:t>Emphasize the core guardrail: The tools support the plays; they should not become a disconnected paperwork exercise.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11 and Tools 2, 7, 12, 41, 42.</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11 and Tools 2, 7, 12, 41, 42.</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11 and Tools 2, 7, 12, 41, 42.</a:t>
            </a:r>
          </a:p>
          <a:p xmlns:a="http://schemas.openxmlformats.org/drawingml/2006/main">
            <a:r>
              <a:t>Invite participants to identify where these practices would need to be documented in their own department.</a:t>
            </a:r>
          </a:p>
          <a:p xmlns:a="http://schemas.openxmlformats.org/drawingml/2006/main">
            <a:r>
              <a:t>Start with How to Use the Sequence,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11 and Tools 2, 7, 12, 41, 42.</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11 and Tools 2, 7, 12, 41, 42.</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Customized play-and-tool workplan, Governance gate checklist, Completed tool package for leadership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How to Use the Playbook and Toolkit Together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11 and Tools 2, 7, 12, 41, 42.</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6f479708384b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3fa02663e443e4" /><Relationship Type="http://schemas.openxmlformats.org/officeDocument/2006/relationships/slideLayout" Target="/ppt/slideLayouts/slideLayout1.xml" Id="R62dd7621de674c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dd7621de674c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cad8a6bb564783" /><Relationship Type="http://schemas.openxmlformats.org/officeDocument/2006/relationships/image" Target="/ppt/media/image.png" Id="R2df099f9d16549fb" /><Relationship Type="http://schemas.openxmlformats.org/officeDocument/2006/relationships/notesSlide" Target="/ppt/notesSlides/notesSlide1.xml" Id="R97d6520c5e2c4c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e206654eb24aed" /><Relationship Type="http://schemas.openxmlformats.org/officeDocument/2006/relationships/notesSlide" Target="/ppt/notesSlides/notesSlide2.xml" Id="Rb8f83d30fbc545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ff5000a5354242" /><Relationship Type="http://schemas.openxmlformats.org/officeDocument/2006/relationships/notesSlide" Target="/ppt/notesSlides/notesSlide3.xml" Id="R5f3e269c230342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c8a67d7b004807" /><Relationship Type="http://schemas.openxmlformats.org/officeDocument/2006/relationships/notesSlide" Target="/ppt/notesSlides/notesSlide4.xml" Id="R9695c348baff4e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248805843f4f2b" /><Relationship Type="http://schemas.openxmlformats.org/officeDocument/2006/relationships/notesSlide" Target="/ppt/notesSlides/notesSlide5.xml" Id="R644149e84f954e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f1534ae0fb4d3c" /><Relationship Type="http://schemas.openxmlformats.org/officeDocument/2006/relationships/notesSlide" Target="/ppt/notesSlides/notesSlide6.xml" Id="R9059c88706f74e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f2ce4dcb2a4528" /><Relationship Type="http://schemas.openxmlformats.org/officeDocument/2006/relationships/notesSlide" Target="/ppt/notesSlides/notesSlide7.xml" Id="R58340875597d4b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d4051a49c94f7d" /><Relationship Type="http://schemas.openxmlformats.org/officeDocument/2006/relationships/notesSlide" Target="/ppt/notesSlides/notesSlide8.xml" Id="R25c8b6d8bf4d4b8d"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df099f9d16549fb"/>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75D6E0-5CDD-4EAA-B73B-4F29DFB7ACD8}"/>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28</a:t>
            </a:r>
          </a:p>
        </p:txBody>
      </p:sp>
      <p:sp>
        <p:nvSpPr>
          <p:cNvPr id="3" name="">
            <a:extLst xmlns:a="http://schemas.openxmlformats.org/drawingml/2006/main">
              <a:ext uri="{FF2B5EF4-FFF2-40B4-BE49-F238E27FC236}">
                <a16:creationId xmlns:a16="http://schemas.microsoft.com/office/drawing/2014/main" id="{A067D93C-31C5-4FF9-801D-A95D8BA85302}"/>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How to Use the Playbook and Toolkit Together</a:t>
            </a:r>
          </a:p>
        </p:txBody>
      </p:sp>
      <p:sp>
        <p:nvSpPr>
          <p:cNvPr id="4" name="">
            <a:extLst xmlns:a="http://schemas.openxmlformats.org/drawingml/2006/main">
              <a:ext uri="{FF2B5EF4-FFF2-40B4-BE49-F238E27FC236}">
                <a16:creationId xmlns:a16="http://schemas.microsoft.com/office/drawing/2014/main" id="{9C02EA4F-5EE2-4622-9F04-35186A7AA140}"/>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08042C4-01B5-41FD-A931-FDBF507A2E1F}"/>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73BADC6B-13A5-4AED-8BAA-5B97EE973E2C}"/>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3981987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253008-87DC-4564-858B-7F8CC0CB127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94DF3A1-A326-4150-B5E2-9484AAFE02C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01439033-75B3-4CF3-80E6-28F9D9C882F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B709D86-7FE6-445C-B67C-6426584DFD4F}"/>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Read the play first to understand the decision and output, then use the linked tools during workshops or governance reviews.</a:t>
            </a:r>
          </a:p>
        </p:txBody>
      </p:sp>
      <p:sp>
        <p:nvSpPr>
          <p:cNvPr id="5" name="">
            <a:extLst xmlns:a="http://schemas.openxmlformats.org/drawingml/2006/main">
              <a:ext uri="{FF2B5EF4-FFF2-40B4-BE49-F238E27FC236}">
                <a16:creationId xmlns:a16="http://schemas.microsoft.com/office/drawing/2014/main" id="{3EF7E4D9-2292-42FC-9047-F7A295EE354F}"/>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C8E2502-EE7D-4072-B5C6-899DE5645C9D}"/>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5EB03075-BD5E-4CEA-B1FE-6B4247AA82FA}"/>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5B1B9807-4B22-4C7F-8F36-44296396165B}"/>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playbook creates the sequence and the toolkit creates the documentation. Using them together helps departments move from learning to readiness, governance, use case selection, funding, deployment, monitoring, and sustained oversight.</a:t>
            </a:r>
          </a:p>
        </p:txBody>
      </p:sp>
      <p:sp>
        <p:nvSpPr>
          <p:cNvPr id="9" name="">
            <a:extLst xmlns:a="http://schemas.openxmlformats.org/drawingml/2006/main">
              <a:ext uri="{FF2B5EF4-FFF2-40B4-BE49-F238E27FC236}">
                <a16:creationId xmlns:a16="http://schemas.microsoft.com/office/drawing/2014/main" id="{94365348-FF7C-49B8-AF6E-B58717CE54E0}"/>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9262B57-881B-424B-AE13-444AC39705D1}"/>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B6ADC0A-D32D-4D08-95FF-F0B4CCD832B5}"/>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91F2324-2582-423A-94D1-4E467DFB89E8}"/>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tools support the plays; they should not become a disconnected paperwork exercise.</a:t>
            </a:r>
          </a:p>
        </p:txBody>
      </p:sp>
      <p:sp>
        <p:nvSpPr>
          <p:cNvPr id="13" name="">
            <a:extLst xmlns:a="http://schemas.openxmlformats.org/drawingml/2006/main">
              <a:ext uri="{FF2B5EF4-FFF2-40B4-BE49-F238E27FC236}">
                <a16:creationId xmlns:a16="http://schemas.microsoft.com/office/drawing/2014/main" id="{B32121B3-4631-4B11-BA61-2F55708B51E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4" name="">
            <a:extLst xmlns:a="http://schemas.openxmlformats.org/drawingml/2006/main">
              <a:ext uri="{FF2B5EF4-FFF2-40B4-BE49-F238E27FC236}">
                <a16:creationId xmlns:a16="http://schemas.microsoft.com/office/drawing/2014/main" id="{1765F0D9-F966-4596-A35B-8590B298B22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71235532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8AAC06-A81D-411C-ADD8-9FDC2580DAC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9A077B3-BF51-420D-997B-8356FDDF4F4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4B328F2F-ACFF-4869-BF99-3B9276E46AC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B71BCA2-E56F-4494-9B64-9280CDA46318}"/>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82F7D6A9-BDE8-4E28-AD42-FC13E0787CC6}"/>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How to Use the Playbook and Toolkit Together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62A918D1-41E9-4A43-B32C-A4E9AF7CB3E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7" name="">
            <a:extLst xmlns:a="http://schemas.openxmlformats.org/drawingml/2006/main">
              <a:ext uri="{FF2B5EF4-FFF2-40B4-BE49-F238E27FC236}">
                <a16:creationId xmlns:a16="http://schemas.microsoft.com/office/drawing/2014/main" id="{19DD1016-CBB9-4931-88EA-913D230C687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1970736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39262B-41D6-4A0B-AE9C-8E8C8AFE618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459F5D9-640D-4687-B71D-15C23BF752A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FDF520B9-C001-4EAC-B0B3-59B4B0204CF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ACE9DB2-98F7-4675-822F-EE2D0D42EC59}"/>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 playbook and toolkit are designed to work together. Plays define the decisions, sequence, participants, outputs, and governance gates. Tools help departments complete the work, document decisions, and create reusable artifacts.</a:t>
            </a:r>
          </a:p>
        </p:txBody>
      </p:sp>
      <p:sp>
        <p:nvSpPr>
          <p:cNvPr id="5" name="">
            <a:extLst xmlns:a="http://schemas.openxmlformats.org/drawingml/2006/main">
              <a:ext uri="{FF2B5EF4-FFF2-40B4-BE49-F238E27FC236}">
                <a16:creationId xmlns:a16="http://schemas.microsoft.com/office/drawing/2014/main" id="{5A2069D3-B4E3-4FFE-AD6D-B129C7AA2A77}"/>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62BE7E1-5824-475A-9DC1-A7F021821508}"/>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693780C-76FE-42DC-9D88-1F0B17AD574A}"/>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67031B0B-E2CA-44D0-9275-7BB76362EF9E}"/>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Read the play first to understand the decision and output, then use the linked tools during workshops or governance reviews.</a:t>
            </a:r>
          </a:p>
        </p:txBody>
      </p:sp>
      <p:sp>
        <p:nvSpPr>
          <p:cNvPr id="9" name="">
            <a:extLst xmlns:a="http://schemas.openxmlformats.org/drawingml/2006/main">
              <a:ext uri="{FF2B5EF4-FFF2-40B4-BE49-F238E27FC236}">
                <a16:creationId xmlns:a16="http://schemas.microsoft.com/office/drawing/2014/main" id="{25EA481D-1390-4123-A8D2-A17805F6D55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0" name="">
            <a:extLst xmlns:a="http://schemas.openxmlformats.org/drawingml/2006/main">
              <a:ext uri="{FF2B5EF4-FFF2-40B4-BE49-F238E27FC236}">
                <a16:creationId xmlns:a16="http://schemas.microsoft.com/office/drawing/2014/main" id="{03788EC4-B8A3-4771-A0D4-0D4C3EC556C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787131150"/>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059FEF-B926-4FF9-B23C-6F1ABAAC655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588912F-70C2-4E6D-A432-3E1C2231E89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C06AF7F8-4ED5-4F51-91D8-C34A64DDBA3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9AB0241-C57C-4166-B89A-F0AAE01410CA}"/>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63DFFE6-D209-41ED-90D9-7227274BB337}"/>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9947C47A-1AA3-444B-9BA0-697AC33B2992}"/>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Sequence</a:t>
            </a:r>
          </a:p>
        </p:txBody>
      </p:sp>
      <p:sp>
        <p:nvSpPr>
          <p:cNvPr id="7" name="">
            <a:extLst xmlns:a="http://schemas.openxmlformats.org/drawingml/2006/main">
              <a:ext uri="{FF2B5EF4-FFF2-40B4-BE49-F238E27FC236}">
                <a16:creationId xmlns:a16="http://schemas.microsoft.com/office/drawing/2014/main" id="{EB2F36A6-793B-4C93-AB37-D137AC20C086}"/>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vision and readiness so the department understands purpose, gaps, and constraints. Establish governance before formal use case selection, vendor engagement, pilots, or deployment. Use stakeholder engagement, workforce planning,.</a:t>
            </a:r>
          </a:p>
        </p:txBody>
      </p:sp>
      <p:sp>
        <p:nvSpPr>
          <p:cNvPr id="8" name="">
            <a:extLst xmlns:a="http://schemas.openxmlformats.org/drawingml/2006/main">
              <a:ext uri="{FF2B5EF4-FFF2-40B4-BE49-F238E27FC236}">
                <a16:creationId xmlns:a16="http://schemas.microsoft.com/office/drawing/2014/main" id="{62DEA805-C6F7-4FDB-BE72-BD6FC27A376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11BA243-B576-4928-9A04-C5ED5BA040FD}"/>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2F3EF7D-DFD7-431F-8BB0-74773085821C}"/>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to Use the Tools</a:t>
            </a:r>
          </a:p>
        </p:txBody>
      </p:sp>
      <p:sp>
        <p:nvSpPr>
          <p:cNvPr id="11" name="">
            <a:extLst xmlns:a="http://schemas.openxmlformats.org/drawingml/2006/main">
              <a:ext uri="{FF2B5EF4-FFF2-40B4-BE49-F238E27FC236}">
                <a16:creationId xmlns:a16="http://schemas.microsoft.com/office/drawing/2014/main" id="{F87E572C-B989-45FB-8BC4-E930CE4369AC}"/>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Open tools from the play page when the tool is needed for a decision or output. Save progress and update living tools as decisions change. Use completed tools as governance records, implementation artifacts, and evidence for leadership or.</a:t>
            </a:r>
          </a:p>
        </p:txBody>
      </p:sp>
      <p:sp>
        <p:nvSpPr>
          <p:cNvPr id="12" name="">
            <a:extLst xmlns:a="http://schemas.openxmlformats.org/drawingml/2006/main">
              <a:ext uri="{FF2B5EF4-FFF2-40B4-BE49-F238E27FC236}">
                <a16:creationId xmlns:a16="http://schemas.microsoft.com/office/drawing/2014/main" id="{662878F9-6096-495B-9AA4-58C8B182A4E8}"/>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C4BDBE3-57DE-43CF-A507-1D8259F700F5}"/>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332E9605-D479-4675-A500-A98BED1FD396}"/>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Governance Discipline</a:t>
            </a:r>
          </a:p>
        </p:txBody>
      </p:sp>
      <p:sp>
        <p:nvSpPr>
          <p:cNvPr id="15" name="">
            <a:extLst xmlns:a="http://schemas.openxmlformats.org/drawingml/2006/main">
              <a:ext uri="{FF2B5EF4-FFF2-40B4-BE49-F238E27FC236}">
                <a16:creationId xmlns:a16="http://schemas.microsoft.com/office/drawing/2014/main" id="{BA188281-C772-4BE0-961A-0B75F30690D5}"/>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skip early plays because a tool or vendor is available. Use assessment recommendations to customize the path based on readiness gaps and completed work. Treat the implementation plan, inventory, monitoring dashboard, and policy log as.</a:t>
            </a:r>
          </a:p>
        </p:txBody>
      </p:sp>
      <p:sp>
        <p:nvSpPr>
          <p:cNvPr id="16" name="">
            <a:extLst xmlns:a="http://schemas.openxmlformats.org/drawingml/2006/main">
              <a:ext uri="{FF2B5EF4-FFF2-40B4-BE49-F238E27FC236}">
                <a16:creationId xmlns:a16="http://schemas.microsoft.com/office/drawing/2014/main" id="{D61E0ADF-C725-475C-98C2-A1225A75FB8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7" name="">
            <a:extLst xmlns:a="http://schemas.openxmlformats.org/drawingml/2006/main">
              <a:ext uri="{FF2B5EF4-FFF2-40B4-BE49-F238E27FC236}">
                <a16:creationId xmlns:a16="http://schemas.microsoft.com/office/drawing/2014/main" id="{664D1499-DD49-4FFF-BA23-5AC65B2B602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7208731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87C5B66-FA70-49A1-97AF-01F7F0A06E1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595F406-355D-4B04-89D7-3A4E24A8871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4345FEE6-5AE1-4961-9E7C-C14E486BBB6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D048D5A-7313-4082-B98D-BBF5805E7395}"/>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3504A62A-4C1F-4054-8959-95A7479631E9}"/>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5002CAC-5E34-4CC3-AE28-18A3CA02A80F}"/>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48304CA-3EDE-44F9-BD3D-53A78721049D}"/>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 7 during Play 2</a:t>
            </a:r>
          </a:p>
        </p:txBody>
      </p:sp>
      <p:sp>
        <p:nvSpPr>
          <p:cNvPr id="8" name="">
            <a:extLst xmlns:a="http://schemas.openxmlformats.org/drawingml/2006/main">
              <a:ext uri="{FF2B5EF4-FFF2-40B4-BE49-F238E27FC236}">
                <a16:creationId xmlns:a16="http://schemas.microsoft.com/office/drawing/2014/main" id="{3C194B4C-EEF0-4764-BDA8-DCA42BD3BEDB}"/>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Complete the readiness self-assessment before selecting pilots so gaps in governance, data, workforce, equity, and security are visible.</a:t>
            </a:r>
          </a:p>
        </p:txBody>
      </p:sp>
      <p:sp>
        <p:nvSpPr>
          <p:cNvPr id="9" name="">
            <a:extLst xmlns:a="http://schemas.openxmlformats.org/drawingml/2006/main">
              <a:ext uri="{FF2B5EF4-FFF2-40B4-BE49-F238E27FC236}">
                <a16:creationId xmlns:a16="http://schemas.microsoft.com/office/drawing/2014/main" id="{22AA5757-F570-4D62-AD13-96A73B2CB3C8}"/>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08B2F50-0965-47BF-BAAA-3BFD2F15D5D3}"/>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91B760A-77C6-4B55-A4FF-2FE7C586576B}"/>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2 and 12 during Play 3</a:t>
            </a:r>
          </a:p>
        </p:txBody>
      </p:sp>
      <p:sp>
        <p:nvSpPr>
          <p:cNvPr id="12" name="">
            <a:extLst xmlns:a="http://schemas.openxmlformats.org/drawingml/2006/main">
              <a:ext uri="{FF2B5EF4-FFF2-40B4-BE49-F238E27FC236}">
                <a16:creationId xmlns:a16="http://schemas.microsoft.com/office/drawing/2014/main" id="{C0BDCD5C-31FA-4DB9-B5F6-EE552AF820D1}"/>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Pair the responsible AI policy template with the governance board charter to define authority, review standards, and decision rights.</a:t>
            </a:r>
          </a:p>
        </p:txBody>
      </p:sp>
      <p:sp>
        <p:nvSpPr>
          <p:cNvPr id="13" name="">
            <a:extLst xmlns:a="http://schemas.openxmlformats.org/drawingml/2006/main">
              <a:ext uri="{FF2B5EF4-FFF2-40B4-BE49-F238E27FC236}">
                <a16:creationId xmlns:a16="http://schemas.microsoft.com/office/drawing/2014/main" id="{D065BF7E-6D80-4EE1-BF19-12DC9CE611EB}"/>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179A550-D6AC-4E5C-9BEC-FB8D506079D7}"/>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E41D5873-ABC1-4810-9818-2F6B1102623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Tools 41 and 42 before scaling</a:t>
            </a:r>
          </a:p>
        </p:txBody>
      </p:sp>
      <p:sp>
        <p:nvSpPr>
          <p:cNvPr id="16" name="">
            <a:extLst xmlns:a="http://schemas.openxmlformats.org/drawingml/2006/main">
              <a:ext uri="{FF2B5EF4-FFF2-40B4-BE49-F238E27FC236}">
                <a16:creationId xmlns:a16="http://schemas.microsoft.com/office/drawing/2014/main" id="{7FB5D4C0-945A-4C06-BD24-25113A1C685E}"/>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the pilot dashboard and scale decision framework to determine whether to scale, revise, pause, or retire a pilot.</a:t>
            </a:r>
          </a:p>
        </p:txBody>
      </p:sp>
      <p:sp>
        <p:nvSpPr>
          <p:cNvPr id="17" name="">
            <a:extLst xmlns:a="http://schemas.openxmlformats.org/drawingml/2006/main">
              <a:ext uri="{FF2B5EF4-FFF2-40B4-BE49-F238E27FC236}">
                <a16:creationId xmlns:a16="http://schemas.microsoft.com/office/drawing/2014/main" id="{994FBC25-A738-48EB-8FB9-3B6A79CD619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8" name="">
            <a:extLst xmlns:a="http://schemas.openxmlformats.org/drawingml/2006/main">
              <a:ext uri="{FF2B5EF4-FFF2-40B4-BE49-F238E27FC236}">
                <a16:creationId xmlns:a16="http://schemas.microsoft.com/office/drawing/2014/main" id="{CD52BAC9-6D98-49C4-BD9A-DBC493EC5A5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817623672"/>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DA3498-CCD8-4EF5-AF9F-5C92AEB2C77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804D61F-5864-42FC-BEC7-6354762A74A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24FA8EA5-CECB-407D-9B86-36AC19F6C6D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222A5E6-4C22-47B4-84AE-9DCF1E921204}"/>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A4FE6E5-AAD1-458D-991E-12EB34922C86}"/>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3FEA07C-F609-419B-95CA-0A3CFDDD6C5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DD0DFA0F-01CA-4028-BF7A-A5EDB063698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plays are required based on the readiness assessment? Which tools document the decisions needed for those plays? Who owns each tool, output, deadline, and governance gate?</a:t>
            </a:r>
          </a:p>
        </p:txBody>
      </p:sp>
      <p:sp>
        <p:nvSpPr>
          <p:cNvPr id="8" name="">
            <a:extLst xmlns:a="http://schemas.openxmlformats.org/drawingml/2006/main">
              <a:ext uri="{FF2B5EF4-FFF2-40B4-BE49-F238E27FC236}">
                <a16:creationId xmlns:a16="http://schemas.microsoft.com/office/drawing/2014/main" id="{5AEB63C4-0A2A-4867-9D6E-0D324AC454E3}"/>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CD287E0-BD5F-4A4C-A76E-6F72A40FBCB5}"/>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7622C80-A075-41BF-A8DE-4F6952B92D2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10399EFC-6C13-460F-AD5A-C6282CF78BF6}"/>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assessment results and convert them into a customized workplan with recommended plays, supporting tools, owners, deadlines, and governance milestones.</a:t>
            </a:r>
          </a:p>
        </p:txBody>
      </p:sp>
      <p:sp>
        <p:nvSpPr>
          <p:cNvPr id="12" name="">
            <a:extLst xmlns:a="http://schemas.openxmlformats.org/drawingml/2006/main">
              <a:ext uri="{FF2B5EF4-FFF2-40B4-BE49-F238E27FC236}">
                <a16:creationId xmlns:a16="http://schemas.microsoft.com/office/drawing/2014/main" id="{49DA229F-70A2-4379-B28C-00BA55F0A8E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7E0B50D9-FBF6-4442-97E9-012D2AB7A5A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4887926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8969DB-5659-42A8-8E86-543310ECB6E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8140D5D-997F-47B9-AA4D-2D08577E1F6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B9B78FB6-54C1-468E-A863-297219FD2E2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F885BDA-9FA4-44A3-A1EF-DCF01958A540}"/>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5CA9328-49DE-401D-B4C1-2B9D418C2B99}"/>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9E43EC4-A5CA-4F44-B7EA-380003560D4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E3B336D8-F60E-4906-B6FF-A5BE1E0DCCDB}"/>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11 and Tools 2, 7, 12, 41, 42.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47E3DEED-F291-4637-8148-3A305194C16F}"/>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590E601-7DDB-4D2E-A14F-4766FABD93F1}"/>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C9AD616A-3D75-4341-AFF8-7A3A9E53AD61}"/>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4B9A40D-F4C1-4C6E-983B-133580AC0F1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Use as a shared risk language while completing playbook tools. ASPPH AI Framework Report: Use as background for public health AI governance, workforce, and accountability concepts. CDC STLT resources: Use to.</a:t>
            </a:r>
          </a:p>
        </p:txBody>
      </p:sp>
      <p:sp>
        <p:nvSpPr>
          <p:cNvPr id="12" name="">
            <a:extLst xmlns:a="http://schemas.openxmlformats.org/drawingml/2006/main">
              <a:ext uri="{FF2B5EF4-FFF2-40B4-BE49-F238E27FC236}">
                <a16:creationId xmlns:a16="http://schemas.microsoft.com/office/drawing/2014/main" id="{5505FE84-1B41-4751-B6D3-39A87A40C9D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How to Use the Playbook and Toolkit Together</a:t>
            </a:r>
          </a:p>
        </p:txBody>
      </p:sp>
      <p:sp>
        <p:nvSpPr>
          <p:cNvPr id="13" name="">
            <a:extLst xmlns:a="http://schemas.openxmlformats.org/drawingml/2006/main">
              <a:ext uri="{FF2B5EF4-FFF2-40B4-BE49-F238E27FC236}">
                <a16:creationId xmlns:a16="http://schemas.microsoft.com/office/drawing/2014/main" id="{101280AA-42F4-441F-9626-85F3AB71ECD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943744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2026-07-02T17:38:42.4810000Z</dcterms:created>
  <dcterms:modified xsi:type="dcterms:W3CDTF">2026-07-02T17:38:42.4810000Z</dcterms:modified>
</coreProperties>
</file>