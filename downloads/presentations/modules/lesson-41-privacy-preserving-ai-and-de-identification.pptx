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Distinguish between identifiable data, de-identified data, aggregated data, limited datasets, and synthetic data at a practical level.</a:t>
            </a:r>
            <a:endParaRPr lang="en-US" sz="1450" dirty="0"/>
          </a:p>
          <a:p>
            <a:r>
              <a:rPr lang="en-US" sz="1450" dirty="0">
                <a:solidFill>
                  <a:srgbClr val="17364A"/>
                </a:solidFill>
                <a:latin typeface="Aptos" pitchFamily="34" charset="0"/>
                <a:ea typeface="Aptos" pitchFamily="34" charset="-122"/>
                <a:cs typeface="Aptos" pitchFamily="34" charset="-120"/>
              </a:rPr>
              <a:t>Identify technical and operational safeguards that reduce privacy risk, including data minimization, role-based access, aggregation, suppression, and secure analytic environments.</a:t>
            </a:r>
            <a:endParaRPr lang="en-US" sz="1450" dirty="0"/>
          </a:p>
          <a:p>
            <a:r>
              <a:rPr lang="en-US" sz="1450" dirty="0">
                <a:solidFill>
                  <a:srgbClr val="17364A"/>
                </a:solidFill>
                <a:latin typeface="Aptos" pitchFamily="34" charset="0"/>
                <a:ea typeface="Aptos" pitchFamily="34" charset="-122"/>
                <a:cs typeface="Aptos" pitchFamily="34" charset="-120"/>
              </a:rPr>
              <a:t>Assess re-identification risk when public health data are linked, enriched, summarized, or shared for AI-supported use.</a:t>
            </a:r>
            <a:endParaRPr lang="en-US" sz="1450" dirty="0"/>
          </a:p>
          <a:p>
            <a:r>
              <a:rPr lang="en-US" sz="1450" dirty="0">
                <a:solidFill>
                  <a:srgbClr val="17364A"/>
                </a:solidFill>
                <a:latin typeface="Aptos" pitchFamily="34" charset="0"/>
                <a:ea typeface="Aptos" pitchFamily="34" charset="-122"/>
                <a:cs typeface="Aptos" pitchFamily="34" charset="-120"/>
              </a:rPr>
              <a:t>Recognize when de-identification alone is not sufficient and additional governance, legal, or technical controls are needed.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outputs could reveal sensitive information even if the input data are controlled? Who has authority to approve privacy-preserving AI controls for a workflow?</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sz="14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 workflow, data-use tier, approved data elements, prohibited data elements, access controls, output controls, audit requirements, and unresolved.</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450" dirty="0"/>
          </a:p>
          <a:p>
            <a:r>
              <a:rPr lang="en-US" sz="1450" dirty="0">
                <a:solidFill>
                  <a:srgbClr val="17364A"/>
                </a:solidFill>
                <a:latin typeface="Aptos" pitchFamily="34" charset="0"/>
                <a:ea typeface="Aptos" pitchFamily="34" charset="-122"/>
                <a:cs typeface="Aptos" pitchFamily="34" charset="-120"/>
              </a:rPr>
              <a:t>2. Why can AI increase re-identification risk?</a:t>
            </a:r>
            <a:endParaRPr lang="en-US" sz="1450" dirty="0"/>
          </a:p>
          <a:p>
            <a:r>
              <a:rPr lang="en-US" sz="1450" dirty="0">
                <a:solidFill>
                  <a:srgbClr val="17364A"/>
                </a:solidFill>
                <a:latin typeface="Aptos" pitchFamily="34" charset="0"/>
                <a:ea typeface="Aptos" pitchFamily="34" charset="-122"/>
                <a:cs typeface="Aptos" pitchFamily="34" charset="-120"/>
              </a:rPr>
              <a:t>3. What is a strong privacy guardrail for an AI workflow?</a:t>
            </a:r>
            <a:endParaRPr lang="en-US" sz="1450" dirty="0"/>
          </a:p>
          <a:p>
            <a:r>
              <a:rPr lang="en-US" sz="1450" dirty="0">
                <a:solidFill>
                  <a:srgbClr val="17364A"/>
                </a:solidFill>
                <a:latin typeface="Aptos" pitchFamily="34" charset="0"/>
                <a:ea typeface="Aptos" pitchFamily="34" charset="-122"/>
                <a:cs typeface="Aptos" pitchFamily="34" charset="-120"/>
              </a:rPr>
              <a:t>4. When is de-identification alone insufficient?</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HHS HIPAA de-identification guidance</a:t>
            </a:r>
            <a:endParaRPr lang="en-US" sz="1450" dirty="0"/>
          </a:p>
          <a:p>
            <a:r>
              <a:rPr lang="en-US" sz="1450" dirty="0">
                <a:solidFill>
                  <a:srgbClr val="17364A"/>
                </a:solidFill>
                <a:latin typeface="Aptos" pitchFamily="34" charset="0"/>
                <a:ea typeface="Aptos" pitchFamily="34" charset="-122"/>
                <a:cs typeface="Aptos" pitchFamily="34" charset="-120"/>
              </a:rPr>
              <a:t>CDC data governance and public health data modernization resources</a:t>
            </a:r>
            <a:endParaRPr lang="en-US" sz="1450" dirty="0"/>
          </a:p>
          <a:p>
            <a:r>
              <a:rPr lang="en-US" sz="1450" dirty="0">
                <a:solidFill>
                  <a:srgbClr val="17364A"/>
                </a:solidFill>
                <a:latin typeface="Aptos" pitchFamily="34" charset="0"/>
                <a:ea typeface="Aptos" pitchFamily="34" charset="-122"/>
                <a:cs typeface="Aptos" pitchFamily="34" charset="-120"/>
              </a:rPr>
              <a:t>Agency privacy, legal, security, and records management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2026-07-12T18:22:13Z</dcterms:created>
  <dcterms:modified xsi:type="dcterms:W3CDTF">2026-07-12T18:22:13Z</dcterms:modified>
</cp:coreProperties>
</file>