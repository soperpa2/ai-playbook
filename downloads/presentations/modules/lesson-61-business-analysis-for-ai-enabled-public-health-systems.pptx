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200 Business Analysis for AI-Enabled Public Health Systems
Business analysis translates public health needs into clear requirements, workflows, user stories, acceptance criteria, data needs, and implementation decisions. AI projects often fail when technical teams, vendors, and program staff do not share a precise understanding of the problem to be solved. This module gives informaticians and program leads a disciplined approach to defining AI-supported workflows before technology choices are finalized.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Program Management Role-Based Track
Appears in tracks: operations-data-quality
Business analysis translates public health needs into clear requirements, workflows, user stories, acceptance criteria, data needs, and implementation decisions. AI projects often fail when technical teams, vendors, and program staff do not share a precise understanding of the problem to be solved. This module gives informaticians and program leads a disciplined approach to defining AI-supported workflows before technology choices are finalized.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business analysis for ai-enabled public health systems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business analysis package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Business analysis translates public health needs into clear requirements, workflows, user stories, acceptance criteria, data needs, and implementation decisions. AI projects often fail when technical teams, vendors, and program staff do not share a precise understanding of the problem to be solved. This module gives informaticians and program leads a disciplined approach to defining AI-supported workflows before technology choices are finalized.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Business Analysis for AI-Enabled Public Health Systems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Business analysis clarifies the problem, workflow, users, requirements, constraints, and success criteria before technology decisions are made. AI projects often fail when teams start with a tool rather than a well-defined public health need.
A user story describes what a user needs to do and why. In AI work, user stories should include human review, data requirements, documentation, and limitations. A user story should not simply say that the user wants AI; it should describe the task the AI is supporting.
Acceptance criteria are testable conditions that determine whether a requirement has been met. For AI systems, acceptance criteria should include accuracy, workflow fit, usability, security, privacy, accessibility, and human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may want AI to help classify community complaints. A business analyst would clarify whether the real problem is high complaint volume, inconsistent routing, delayed response, lack of category definitions, or insufficient staffing. The resulting requirements may call for classification support with human review rather than fully automated complaint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Business analysis begins with problem definition. Teams should document the public health objective, the operational pain point, the affected users, the current workflow, the decision being supported, and the consequences of error. A vague goal such as “use AI to improve efficiency” is not sufficient for implementation.
Requirements should be grounded in workflow. Analysts should define current-state and future-state processes, data inputs, outputs, decision points, exception handling, reporting needs, and approval steps. This helps prevent tools from being procured without a clear implementation pathway.
AI business analysis also requires boundary setting. Teams should define intended uses, prohibited uses, users, data permissions, human review points, and escalation triggers. These boundaries should become requirements, training expectations, and governance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business analysis package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business analysis package.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business analysis package.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business analysis for ai-enabled public health systems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Business Analysis for AI-Enabled Public Health Systems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Business analysis translates public health needs into clear requirements, workflows, user stories, acceptance criteria, data needs, and.</a:t>
            </a:r>
            <a:endParaRPr lang="en-US" sz="1700" dirty="0"/>
          </a:p>
          <a:p>
            <a:r>
              <a:rPr lang="en-US" sz="1700" dirty="0">
                <a:solidFill>
                  <a:srgbClr val="17364A"/>
                </a:solidFill>
                <a:latin typeface="Aptos" pitchFamily="34" charset="0"/>
                <a:ea typeface="Aptos" pitchFamily="34" charset="-122"/>
                <a:cs typeface="Aptos" pitchFamily="34" charset="-120"/>
              </a:rPr>
              <a:t>AI projects often fail when technical teams, vendors, and program staff do not share a precise understanding of the problem to be solved.</a:t>
            </a:r>
            <a:endParaRPr lang="en-US" sz="1700" dirty="0"/>
          </a:p>
          <a:p>
            <a:r>
              <a:rPr lang="en-US" sz="1700" dirty="0">
                <a:solidFill>
                  <a:srgbClr val="17364A"/>
                </a:solidFill>
                <a:latin typeface="Aptos" pitchFamily="34" charset="0"/>
                <a:ea typeface="Aptos" pitchFamily="34" charset="-122"/>
                <a:cs typeface="Aptos" pitchFamily="34" charset="-120"/>
              </a:rPr>
              <a:t>This module gives informaticians and program leads a disciplined approach to defining AI-supported workflows before technology choices are finalized.</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applied/foundational</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Program Management Role-Based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operations-data-quality</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 the practical exercise for.</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this tool to complete or strengthen the practical exercise for.</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a:p>
            <a:r>
              <a:rPr lang="en-US" sz="1460" dirty="0">
                <a:solidFill>
                  <a:srgbClr val="17364A"/>
                </a:solidFill>
                <a:latin typeface="Aptos" pitchFamily="34" charset="0"/>
                <a:ea typeface="Aptos" pitchFamily="34" charset="-122"/>
                <a:cs typeface="Aptos" pitchFamily="34" charset="-120"/>
              </a:rPr>
              <a:t>Tool 9: Data Quality Assessment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the purpose of business analysis for ai-enabled public health systems in public health AI work.</a:t>
            </a:r>
            <a:endParaRPr lang="en-US" sz="1700" dirty="0"/>
          </a:p>
          <a:p>
            <a:r>
              <a:rPr lang="en-US" sz="17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 the topic.</a:t>
            </a:r>
            <a:endParaRPr lang="en-US" sz="1700" dirty="0"/>
          </a:p>
          <a:p>
            <a:r>
              <a:rPr lang="en-US" sz="17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1700" dirty="0"/>
          </a:p>
          <a:p>
            <a:r>
              <a:rPr lang="en-US" sz="1700" dirty="0">
                <a:solidFill>
                  <a:srgbClr val="17364A"/>
                </a:solidFill>
                <a:latin typeface="Aptos" pitchFamily="34" charset="0"/>
                <a:ea typeface="Aptos" pitchFamily="34" charset="-122"/>
                <a:cs typeface="Aptos" pitchFamily="34" charset="-120"/>
              </a:rPr>
              <a:t>Recognize common failure modes that can affect safety, accuracy, trust, workflow fit, or sustainability.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the purpose of business analysis for ai-enabled public health systems in public health AI 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Produce a AI business analysis package that can support readiness assessment, governance review, procurement, implementation,.</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Produce a AI business analysis package that can support readiness assessment, governance review, procurement, implementation,.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Business analysis translates public health needs into clear requirements, workflows, user stories, acceptance criteria,.</a:t>
            </a:r>
            <a:endParaRPr lang="en-US" sz="1700" dirty="0"/>
          </a:p>
          <a:p>
            <a:r>
              <a:rPr lang="en-US" sz="1700" dirty="0">
                <a:solidFill>
                  <a:srgbClr val="17364A"/>
                </a:solidFill>
                <a:latin typeface="Aptos" pitchFamily="34" charset="0"/>
                <a:ea typeface="Aptos" pitchFamily="34" charset="-122"/>
                <a:cs typeface="Aptos" pitchFamily="34" charset="-120"/>
              </a:rPr>
              <a:t>AI projects often fail when technical teams, vendors, and program staff do not share a precise understanding of the problem.</a:t>
            </a:r>
            <a:endParaRPr lang="en-US" sz="1700" dirty="0"/>
          </a:p>
          <a:p>
            <a:r>
              <a:rPr lang="en-US" sz="1700" dirty="0">
                <a:solidFill>
                  <a:srgbClr val="17364A"/>
                </a:solidFill>
                <a:latin typeface="Aptos" pitchFamily="34" charset="0"/>
                <a:ea typeface="Aptos" pitchFamily="34" charset="-122"/>
                <a:cs typeface="Aptos" pitchFamily="34" charset="-120"/>
              </a:rPr>
              <a:t>This module gives informaticians and program leads a disciplined approach to defining AI-supported workflows before.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Business analysis translates public health needs into clear requirements, workflows, user stories, acceptance criteria,.</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700" dirty="0"/>
          </a:p>
          <a:p>
            <a:r>
              <a:rPr lang="en-US" sz="17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1700" dirty="0"/>
          </a:p>
          <a:p>
            <a:r>
              <a:rPr lang="en-US" sz="17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 implementing AI-supported.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Business Analysis for AI-Enabled Public Health Systems matters because AI systems are embedded in public health programs,.</a:t>
            </a:r>
            <a:endParaRPr lang="en-US" sz="1700" dirty="0"/>
          </a:p>
          <a:p>
            <a:r>
              <a:rPr lang="en-US" sz="17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1700" dirty="0"/>
          </a:p>
          <a:p>
            <a:r>
              <a:rPr lang="en-US" sz="17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1700" dirty="0"/>
          </a:p>
          <a:p>
            <a:r>
              <a:rPr lang="en-US" sz="1700" dirty="0">
                <a:solidFill>
                  <a:srgbClr val="17364A"/>
                </a:solidFill>
                <a:latin typeface="Aptos" pitchFamily="34" charset="0"/>
                <a:ea typeface="Aptos" pitchFamily="34" charset="-122"/>
                <a:cs typeface="Aptos" pitchFamily="34" charset="-120"/>
              </a:rPr>
              <a:t>The topic also affects accountability.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Business Analysis for AI-Enabled Public Health Systems matters because AI systems are embedded in public health programs,.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Business analysis clarifies the problem, workflow, users, requirements, constraints, and success criteria before technology.</a:t>
            </a:r>
            <a:endParaRPr lang="en-US" sz="1700" dirty="0"/>
          </a:p>
          <a:p>
            <a:r>
              <a:rPr lang="en-US" sz="1700" dirty="0">
                <a:solidFill>
                  <a:srgbClr val="17364A"/>
                </a:solidFill>
                <a:latin typeface="Aptos" pitchFamily="34" charset="0"/>
                <a:ea typeface="Aptos" pitchFamily="34" charset="-122"/>
                <a:cs typeface="Aptos" pitchFamily="34" charset="-120"/>
              </a:rPr>
              <a:t>AI projects often fail when teams start with a tool rather than a well-defined public health need.</a:t>
            </a:r>
            <a:endParaRPr lang="en-US" sz="1700" dirty="0"/>
          </a:p>
          <a:p>
            <a:r>
              <a:rPr lang="en-US" sz="1700" dirty="0">
                <a:solidFill>
                  <a:srgbClr val="17364A"/>
                </a:solidFill>
                <a:latin typeface="Aptos" pitchFamily="34" charset="0"/>
                <a:ea typeface="Aptos" pitchFamily="34" charset="-122"/>
                <a:cs typeface="Aptos" pitchFamily="34" charset="-120"/>
              </a:rPr>
              <a:t>A user story describes what a user needs to do and why.</a:t>
            </a:r>
            <a:endParaRPr lang="en-US" sz="1700" dirty="0"/>
          </a:p>
          <a:p>
            <a:r>
              <a:rPr lang="en-US" sz="1700" dirty="0">
                <a:solidFill>
                  <a:srgbClr val="17364A"/>
                </a:solidFill>
                <a:latin typeface="Aptos" pitchFamily="34" charset="0"/>
                <a:ea typeface="Aptos" pitchFamily="34" charset="-122"/>
                <a:cs typeface="Aptos" pitchFamily="34" charset="-120"/>
              </a:rPr>
              <a:t>In AI work, user stories should include human review, data requirements, documentation, and limitations.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Business analysis clarifies the problem, workflow, users, requirements, constraints, and success criteria before technology.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local health department may want AI to help classify community complaints.</a:t>
            </a:r>
            <a:endParaRPr lang="en-US" sz="1700" dirty="0"/>
          </a:p>
          <a:p>
            <a:r>
              <a:rPr lang="en-US" sz="1700" dirty="0">
                <a:solidFill>
                  <a:srgbClr val="17364A"/>
                </a:solidFill>
                <a:latin typeface="Aptos" pitchFamily="34" charset="0"/>
                <a:ea typeface="Aptos" pitchFamily="34" charset="-122"/>
                <a:cs typeface="Aptos" pitchFamily="34" charset="-120"/>
              </a:rPr>
              <a:t>A business analyst would clarify whether the real problem is high complaint volume, inconsistent routing, delayed response,.</a:t>
            </a:r>
            <a:endParaRPr lang="en-US" sz="1700" dirty="0"/>
          </a:p>
          <a:p>
            <a:r>
              <a:rPr lang="en-US" sz="1700" dirty="0">
                <a:solidFill>
                  <a:srgbClr val="17364A"/>
                </a:solidFill>
                <a:latin typeface="Aptos" pitchFamily="34" charset="0"/>
                <a:ea typeface="Aptos" pitchFamily="34" charset="-122"/>
                <a:cs typeface="Aptos" pitchFamily="34" charset="-120"/>
              </a:rPr>
              <a:t>The resulting requirements may call for classification support with human review rather than fully automated complaint.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local health department may want AI to help classify community complaints.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Business analysis begins with problem definition.</a:t>
            </a:r>
            <a:endParaRPr lang="en-US" sz="1700" dirty="0"/>
          </a:p>
          <a:p>
            <a:r>
              <a:rPr lang="en-US" sz="1700" dirty="0">
                <a:solidFill>
                  <a:srgbClr val="17364A"/>
                </a:solidFill>
                <a:latin typeface="Aptos" pitchFamily="34" charset="0"/>
                <a:ea typeface="Aptos" pitchFamily="34" charset="-122"/>
                <a:cs typeface="Aptos" pitchFamily="34" charset="-120"/>
              </a:rPr>
              <a:t>Teams should document the public health objective, the operational pain point, the affected users, the current workflow,.</a:t>
            </a:r>
            <a:endParaRPr lang="en-US" sz="1700" dirty="0"/>
          </a:p>
          <a:p>
            <a:r>
              <a:rPr lang="en-US" sz="1700" dirty="0">
                <a:solidFill>
                  <a:srgbClr val="17364A"/>
                </a:solidFill>
                <a:latin typeface="Aptos" pitchFamily="34" charset="0"/>
                <a:ea typeface="Aptos" pitchFamily="34" charset="-122"/>
                <a:cs typeface="Aptos" pitchFamily="34" charset="-120"/>
              </a:rPr>
              <a:t>A vague goal such as “use AI to improve efficiency” is not sufficient for implementation.</a:t>
            </a:r>
            <a:endParaRPr lang="en-US" sz="1700" dirty="0"/>
          </a:p>
          <a:p>
            <a:r>
              <a:rPr lang="en-US" sz="1700" dirty="0">
                <a:solidFill>
                  <a:srgbClr val="17364A"/>
                </a:solidFill>
                <a:latin typeface="Aptos" pitchFamily="34" charset="0"/>
                <a:ea typeface="Aptos" pitchFamily="34" charset="-122"/>
                <a:cs typeface="Aptos" pitchFamily="34" charset="-120"/>
              </a:rPr>
              <a:t>Requirements should be grounded in workflow.</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Business analysis begins with problem definition.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700" dirty="0"/>
          </a:p>
          <a:p>
            <a:r>
              <a:rPr lang="en-US" sz="17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 accountability, the.</a:t>
            </a:r>
            <a:endParaRPr lang="en-US" sz="1700" dirty="0"/>
          </a:p>
          <a:p>
            <a:r>
              <a:rPr lang="en-US" sz="17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1700" dirty="0"/>
          </a:p>
          <a:p>
            <a:r>
              <a:rPr lang="en-US" sz="1700" dirty="0">
                <a:solidFill>
                  <a:srgbClr val="17364A"/>
                </a:solidFill>
                <a:latin typeface="Aptos" pitchFamily="34" charset="0"/>
                <a:ea typeface="Aptos" pitchFamily="34" charset="-122"/>
                <a:cs typeface="Aptos" pitchFamily="34" charset="-120"/>
              </a:rPr>
              <a:t>Vendors may provide demonstrations, dashboards, or summary metrics that do not match the agency workflow or data environment.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 described in this.</a:t>
            </a:r>
            <a:endParaRPr lang="en-US" sz="1700" dirty="0"/>
          </a:p>
          <a:p>
            <a:r>
              <a:rPr lang="en-US" sz="1700" dirty="0">
                <a:solidFill>
                  <a:srgbClr val="17364A"/>
                </a:solidFill>
                <a:latin typeface="Aptos" pitchFamily="34" charset="0"/>
                <a:ea typeface="Aptos" pitchFamily="34" charset="-122"/>
                <a:cs typeface="Aptos" pitchFamily="34" charset="-120"/>
              </a:rPr>
              <a:t>The controls should be scaled to the risk of the use case.</a:t>
            </a:r>
            <a:endParaRPr lang="en-US" sz="1700" dirty="0"/>
          </a:p>
          <a:p>
            <a:r>
              <a:rPr lang="en-US" sz="17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 records, prioritizes.</a:t>
            </a:r>
            <a:endParaRPr lang="en-US" sz="1700" dirty="0"/>
          </a:p>
          <a:p>
            <a:r>
              <a:rPr lang="en-US" sz="1700" dirty="0">
                <a:solidFill>
                  <a:srgbClr val="17364A"/>
                </a:solidFill>
                <a:latin typeface="Aptos" pitchFamily="34" charset="0"/>
                <a:ea typeface="Aptos" pitchFamily="34" charset="-122"/>
                <a:cs typeface="Aptos" pitchFamily="34" charset="-120"/>
              </a:rPr>
              <a:t>The module should be applied during readiness assessment, procurement, implementation planning, pilot testing, and.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 described in this.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700" dirty="0"/>
          </a:p>
          <a:p>
            <a:r>
              <a:rPr lang="en-US" sz="17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1700" dirty="0"/>
          </a:p>
          <a:p>
            <a:r>
              <a:rPr lang="en-US" sz="17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safeguards should be required before pilot testing?</a:t>
            </a:r>
            <a:endParaRPr lang="en-US" sz="1700" dirty="0"/>
          </a:p>
          <a:p>
            <a:r>
              <a:rPr lang="en-US" sz="1700" dirty="0">
                <a:solidFill>
                  <a:srgbClr val="17364A"/>
                </a:solidFill>
                <a:latin typeface="Aptos" pitchFamily="34" charset="0"/>
                <a:ea typeface="Aptos" pitchFamily="34" charset="-122"/>
                <a:cs typeface="Aptos" pitchFamily="34" charset="-120"/>
              </a:rPr>
              <a:t>Who owns ongoing monitoring and review?</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safeguards should be required before pilot testing?</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AI business analysis package for one real or realistic public health AI workflow.</a:t>
            </a:r>
            <a:endParaRPr lang="en-US" sz="1700" dirty="0"/>
          </a:p>
          <a:p>
            <a:r>
              <a:rPr lang="en-US" sz="17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 guardrails, review.</a:t>
            </a:r>
            <a:endParaRPr lang="en-US" sz="1700" dirty="0"/>
          </a:p>
          <a:p>
            <a:r>
              <a:rPr lang="en-US" sz="17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 review, implementation.</a:t>
            </a:r>
            <a:endParaRPr lang="en-US" sz="1700" dirty="0"/>
          </a:p>
          <a:p>
            <a:r>
              <a:rPr lang="en-US" sz="1700" dirty="0">
                <a:solidFill>
                  <a:srgbClr val="17364A"/>
                </a:solidFill>
                <a:latin typeface="Aptos" pitchFamily="34" charset="0"/>
                <a:ea typeface="Aptos" pitchFamily="34" charset="-122"/>
                <a:cs typeface="Aptos" pitchFamily="34" charset="-120"/>
              </a:rPr>
              <a:t>Learners should document assumptions and identify which staff or partners need to be consulted.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AI business analysis package for one real or realistic public health AI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expected artifact is a completed AI business analysis package.</a:t>
            </a:r>
            <a:endParaRPr lang="en-US" sz="1700" dirty="0"/>
          </a:p>
          <a:p>
            <a:r>
              <a:rPr lang="en-US" sz="17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 questions, human.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expected artifact is a completed AI business analysis package.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expected artifact is a completed AI business analysis package. It should be specific to a public health workflow and.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expected artifact is a completed AI business analysis package. It should be specific to a public health workflow and.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best reason to address business analysis for ai-enabled public health systems before deployment?</a:t>
            </a:r>
            <a:endParaRPr lang="en-US" sz="1700" dirty="0"/>
          </a:p>
          <a:p>
            <a:r>
              <a:rPr lang="en-US" sz="1700" dirty="0">
                <a:solidFill>
                  <a:srgbClr val="17364A"/>
                </a:solidFill>
                <a:latin typeface="Aptos" pitchFamily="34" charset="0"/>
                <a:ea typeface="Aptos" pitchFamily="34" charset="-122"/>
                <a:cs typeface="Aptos" pitchFamily="34" charset="-120"/>
              </a:rPr>
              <a:t>2. Which practice best supports responsible implementation?</a:t>
            </a:r>
            <a:endParaRPr lang="en-US" sz="1700" dirty="0"/>
          </a:p>
          <a:p>
            <a:r>
              <a:rPr lang="en-US" sz="1700" dirty="0">
                <a:solidFill>
                  <a:srgbClr val="17364A"/>
                </a:solidFill>
                <a:latin typeface="Aptos" pitchFamily="34" charset="0"/>
                <a:ea typeface="Aptos" pitchFamily="34" charset="-122"/>
                <a:cs typeface="Aptos" pitchFamily="34" charset="-120"/>
              </a:rPr>
              <a:t>3. Which statement best describes a common failure mode?</a:t>
            </a:r>
            <a:endParaRPr lang="en-US" sz="1700" dirty="0"/>
          </a:p>
          <a:p>
            <a:r>
              <a:rPr lang="en-US" sz="1700" dirty="0">
                <a:solidFill>
                  <a:srgbClr val="17364A"/>
                </a:solidFill>
                <a:latin typeface="Aptos" pitchFamily="34" charset="0"/>
                <a:ea typeface="Aptos" pitchFamily="34" charset="-122"/>
                <a:cs typeface="Aptos" pitchFamily="34" charset="-120"/>
              </a:rPr>
              <a:t>4. What should be included in the practical artifact for this module?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best reason to address business analysis for ai-enabled public health systems before deployment?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a:p>
            <a:r>
              <a:rPr lang="en-US" sz="1700" dirty="0">
                <a:solidFill>
                  <a:srgbClr val="17364A"/>
                </a:solidFill>
                <a:latin typeface="Aptos" pitchFamily="34" charset="0"/>
                <a:ea typeface="Aptos" pitchFamily="34" charset="-122"/>
                <a:cs typeface="Aptos" pitchFamily="34" charset="-120"/>
              </a:rPr>
              <a:t>OWASP Top 10 for LLM Applications, when security or AI integrations are relevant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Analysis for AI-Enabled Public Health Systems</dc:title>
  <dc:subject>Business Analysis for AI-Enabled Public Health Systems learning module</dc:subject>
  <dc:creator>Paula Soper</dc:creator>
  <cp:lastModifiedBy>Paula Soper</cp:lastModifiedBy>
  <cp:revision>1</cp:revision>
  <dcterms:created xsi:type="dcterms:W3CDTF">2026-07-12T18:54:58Z</dcterms:created>
  <dcterms:modified xsi:type="dcterms:W3CDTF">2026-07-12T18:54:58Z</dcterms:modified>
</cp:coreProperties>
</file>