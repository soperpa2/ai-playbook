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230 Geospatial AI and Spatial Epidemiology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geospatial AI and spatial epidemiology in public health terms.
Explain how geocoding, aggregation, spatial scale, and data quality affect AI-supported maps and analyses.
Identify privacy and re-identification risks related to location data.
Recognize spatial bias, modifiable areal unit problems, and ecological interpretation risks.
Design guardrails for AI-supported spatial analysis, hotspot detection, service planning, or emergency response.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geospatial AI readiness worksheet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Geospatial AI matters because public health decisions are often place-based. Agencies decide where to conduct outreach, deploy mobile services, inspect facilities, respond to environmental hazards, monitor outbreaks, and communicate risks. AI-supported spatial tools can help analyze large volumes of geographic information and identify patterns that may not be visible in simple tables.
However, maps can create a false sense of objectivity. A hotspot may reflect where data are collected, who has access to testing, which providers report electronically, or which addresses are easier to geocode. Areas with missing or poor-quality data may appear low risk when they are actually under-observed. Spatial AI therefore requires careful review of data completeness, spatial scale, and community context.
Location data also raises privacy and trust concerns. Public health agencies have authority to collect and use sensitive information, but that authority should be matched with safeguards. When AI tools combine health data, address data, demographic data, mobility data, environmental data, or social vulnerability indicators, agencies must consider re-identification, stigmatization, public communication, and community impact.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AI-supported geospatial analysis to identify areas where mobile vaccination clinics could improve access. The tool may combine immunization coverage, school locations, transportation routes, census variables, provider locations, and appointment availability. The output may recommend priority areas for outreach and clinic placement.
This workflow can advance equity if it identifies access barriers and supports community partnership. It can cause harm if it labels neighborhoods as low-performing without context, uses outdated population denominators, ignores language access, or fails to engage local organizations. The geospatial analysis should be paired with community review, accessibility planning, and transparent explanation of limitations.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AI begins with location data, and location data are rarely perfect. Addresses may be missing, misspelled, outdated, rural route-based, temporary, or unstable. People experiencing homelessness, migration, displacement, incarceration, or housing instability may be poorly represented by address-based analysis. Geocoding errors can shift records across boundaries and distort rates for small areas.
Spatial scale shapes interpretation. County-level maps may hide neighborhood-level inequities. Census tract maps may reveal meaningful local variation but increase privacy risks. ZIP codes are convenient but were created for mail delivery, not public health analysis. Staff should choose geographic units based on the question, data quality, privacy requirements, and actionability.
AI-supported hotspot detection requires baseline context. An apparent cluster may reflect higher testing volume, better reporting, a facility-specific outbreak, or a true increase in incidence. Algorithms can detect unusual patterns, but epidemiologists must assess plausibility, data quality, denominator stability, and reporting artifacts. Automated hotspot alerts should be treated as signals for review, not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models may use spatial proxies for social conditions. Social vulnerability, deprivation, rurality, housing burden, transportation access, and environmental exposure indicators can improve public health planning. They can also be misused if they stigmatize communities or support restrictive decisions. Agencies should use these indicators to guide supportive action and resource allocation, not blame.
Privacy protection should be planned before analysis. Techniques include aggregation, suppression, geomasking, minimum cell-size rules, role-based access, public/private map separation, and review of small-area outputs before publication. For internal AI tools, access controls and audit logs should apply to spatial data just as they do to clinical or case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Geocoding bias. Some populations and locations are harder to geocode accurately. Guardrails include geocoding quality checks, manual review for unmatched records, and documentation of missingness.
Small-area privacy risk. Detailed maps can reveal sensitive patterns or identities. Guardrails include aggregation, suppression, role-based access, and public release review.
Overinterpretation of hotspots. Spatial clusters may reflect testing or reporting patterns. Guardrails include denominator review, baseline comparison, and epidemiologic confirmation.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Stigmatizing communities. Maps can unintentionally label communities as problems. Guardrails include equity framing, community engagement, careful language, and focus on structural supports.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Geospatial AI may support predictive analytics, emergency response, inspection prioritization, environmental monitoring, and service planning. Generative AI may summarize spatial patterns for leaders, but it must not overstate certainty or ignore limitations. RAG tools may retrieve local plans, maps, and protocols, while agentic workflows may propose outreach routes or inspection assignments that require human approval.
The responsible application of geospatial AI requires explicit attention to privacy, geography, and equity. A spatial output should answer a public health question, support a feasible action, and include enough context for staff and communities to interpret it appropriately.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location data are used, and how complete and accurate are they?
Which geographic unit best matches the public health action?
Could missing or poor-quality location data affect certain populations more than others?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privacy safeguards are needed for internal and public maps?
How will community context be included before action is taken?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geospatial AI readiness worksheet for one public health workflow. Include the public health question, location data sources, geocoding method, geographic unit, denominator, privacy safeguards, equity concerns, AI-supported task, human review process, and communication plan.
The worksheet should identify at least one way the map could be misinterpreted and one safeguard that would reduce the risk of harm.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Geospatial AI readiness worksheet
Map interpretation and limitations memo
Privacy and suppression review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Community context and action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Geospatial AI readiness worksheet
Map interpretation and limitations memo
Privacy and suppression review notes
Community context and action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geocoding?
2. Why can maps create misleading impressions?
3. What is the modifiable areal unit problem?
4. Which safeguard is appropriate before publishing a small-area health map?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GIS and Public Health Resources: https://www.cdc.gov/gis/
NIST Artificial Intelligence Risk Management Framework: https://www.nist.gov/itl/ai-risk-management-framework
NIST Privacy Framework: https://www.nist.gov/privacy-framework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Geospatial AI and Spatial Epidemiology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combines spatial data, geographic analysis, and AI methods to identify patterns.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spatial analysis is already central to outbreak response, environmental.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strengthen these activities when it helps detect clusters, estimate access barriers,.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geospatial AI and spatial epidemiology in public health terms.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how geocoding, aggregation, spatial scale, and data quality affect AI-supported maps.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privacy and re-identification risks related to location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how geocoding, aggregation, spatial scale, and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spatial bias, modifiable areal unit problems,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Design guardrails for AI-supported spatial analysis, hotspot.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geospatial AI readiness worksheet for a public health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geospatial AI readiness worksheet for a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combines spatial data, geographic analysis, and AI methods to identify patterns.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spatial analysis is already central to outbreak response, environmental.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strengthen these activities when it helps detect clusters, estimate access barriers,.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combines spatial data, geographic analysis, and AI methods to identify patterns across.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combines spatial data, geographic analysis, and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spatial analysis is already central to outbreak.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can strengthen these activities when it helps detect clusters,.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matters because public health decisions are often place-based.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decide where to conduct outreach, deploy mobile services, inspect facilities, respond.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spatial tools can help analyze large volumes of geographic information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Agencies decide where to conduct outreach, deploy mobile services,.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spatial tools can help analyze large volumes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However, maps can create a false sense of objectivity.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use AI-supported geospatial analysis to identify areas where mobile.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may combine immunization coverage, school locations, transportation routes, census.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output may recommend priority areas for outreach and clinic placement.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use AI-supported geospatial analysis to identify areas where mobile vaccination.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use AI-supported geospatial analysis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tool may combine immunization coverage, school locations,.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workflow can advance equity if it identifies access barriers.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begins with location data, and location data are rarely perfect.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Addresses may be missing, misspelled, outdated, rural route-based, temporary, or unstable.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People experiencing homelessness, migration, displacement, incarceration, or housing.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People experiencing homelessness, migration, displacement,.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Geocoding errors can shift records across boundaries and distort.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Spatial scale shapes interpretation.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models may use spatial proxies for social conditions.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Social vulnerability, deprivation, rurality, housing burden, transportation access,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They can also be misused if they stigmatize communities or support restrictive decisions.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Social vulnerability, deprivation, rurality, housing burden,.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should use these indicators to guide supportive action.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Privacy protection should be planned before analysis.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Geocoding bias.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Some populations and locations are harder to geocode accurately.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geocoding quality checks, manual review for unmatched records,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Geocoding bias.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Guardrails include geocoding quality checks, manual review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Small-area privacy risk.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Detailed maps can reveal sensitive patterns or identities.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Stigmatizing communities.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Maps can unintentionally label communities as problems.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equity framing, community engagement, careful language, and focus 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Stigmatizing communities.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Stigmatizing communities.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Maps can unintentionally label communities as problems.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equity framing, community engagement, careful.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may support predictive analytics, emergency response, inspection prioritization,.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may summarize spatial patterns for leaders, but it must not overstate certainty.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tools may retrieve local plans, maps, and protocols, while agentic workflows may propose.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may support predictive analytics, emergency response, inspection prioritization,.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may support predictive analytics, emergency.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Generative AI may summarize spatial patterns for leaders, but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tools may retrieve local plans, maps, and protocols, while.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location data are used, and how complete and accurate are they?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geographic unit best matches the public health 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Could missing or poor-quality location data affect certain populations more than others?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geographic unit best matches the public health action?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Could missing or poor-quality location data affect certain.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privacy safeguards are needed for internal and public maps?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community context be included before action is taken?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community context be included before action is taken?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geospatial AI readiness worksheet for one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public health question, location data sources, geocoding method, geographic unit,.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worksheet should identify at least one way the map could be misinterpreted and one.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Include the public health question, location data 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worksheet should identify at least one way the map could be.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readiness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Map interpretation and limitations memo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Privacy and suppression review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readiness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Map interpretation and limitations memo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Privacy and suppression review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Community context and action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Community context and action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Community context and action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readiness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Map interpretation and limitations memo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Privacy and suppression review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Geospatial AI readiness worksheet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Map interpretation and limitations memo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Privacy and suppression review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geocoding?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can maps create misleading impressions?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the modifiable areal unit problem?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geocoding?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geocoding?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GIS and Public Health Resources: https://www.cdc.gov/gis/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 https://www.nist.gov/privacy-framework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GIS and Public Health Resources: https://www.cdc.gov/gis/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AI and Spatial Epidemiology</dc:title>
  <dc:subject>Geospatial AI and Spatial Epidemiology learning module</dc:subject>
  <dc:creator>Paula Soper</dc:creator>
  <cp:lastModifiedBy>Paula Soper</cp:lastModifiedBy>
  <cp:revision>1</cp:revision>
  <dcterms:created xsi:type="dcterms:W3CDTF">2026-07-13T02:24:08Z</dcterms:created>
  <dcterms:modified xsi:type="dcterms:W3CDTF">2026-07-13T02:24:08Z</dcterms:modified>
</cp:coreProperties>
</file>