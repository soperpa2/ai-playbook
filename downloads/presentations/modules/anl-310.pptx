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 synthesize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 communication,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Community Engagement Planning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Stakeholder Mapping &amp; RACI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generative AI outputs require structured review before public health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factuality, source grounding, completeness, relevance, tone, and accessibility.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hallucinations, omissions, unsupported claims, and misleading 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Design review criteria for different output types, including.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stronger review requirements for sensitive, public-facing,.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generative AI output evaluation rubric.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generative AI output evaluation rubric.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generative AI output evaluation rubric.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 synthesize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 communication, policy.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 or safety.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draft, summarize, translate, classify, explain,.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generated content may affect case review,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evaluate generative AI outputs.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matters for public health because it can reduce burden in text-heavy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it to summarize guidance, draft meeting notes, simplify technical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can be valuable when they save time and improve clarity.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use it to summarize guidance, draft meeting notes,.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same capabilities create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can invent facts, omit caveats, misstate guidance,.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communications team may use generative AI to draft a plain-language public message about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draft may be clear and readable, but reviewers must check whether the numbers are correct,.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epidemiology team may use generative AI to summarize case investigation notes for internal.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team may use generative AI to draft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draft may be clear and readable, but reviewers must check.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summary must be checked against source notes because a missed.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evaluation should begin with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brainstormed outline, internal draft, public advisory, case summary, policy synthesis,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public-facing, or consequential the use, the stronger the review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evaluation should begin with intended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brainstormed outline, internal draft, public advisory,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Factuality review requires comparison to source material.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Reviewers should check names, dates, numbers, conditions, legal.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and accessibility review should be included when outputs affect staff, partners, or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Reviewers should assess reading level, language access, disability accessibility, cultural.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Translation or multilingual adaptation should include review by qualified humans when used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Reviewers should assess reading level, language access, disability.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Translation or multilingual adaptation should include review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Documentation should be proportionate to risk.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Fluent but false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polished output may contain unsupported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checking, citations, and reviewer signoff.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Fluent but false outputs.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Omitted caveats.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may simplify uncertainty away.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completeness review and required caveat checks.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Privacy exposure.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Prompts or outputs may include sensitive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approved tools, data-use tiers, redaction, access controls, and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Privacy exposure.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exposure.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Prompts or outputs may include sensitive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approved tools, data-use tiers, redaction,.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applies to drafting, summarization, 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also relevant to RAG and agentic workflows because generated text may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Evaluation should be built into workflow design, not added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applies to drafting,.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also relevant to RAG and agentic workflows because generated.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strongest approach is to create rubrics for specific output.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type of generative AI output is being evaluated?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source material should be used to verify the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errors or omissions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type of generative AI output is being evaluated?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type of generative AI output is being evaluated?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source material should be used to verify the output?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errors or omissions would be most harmful?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review criteria are needed for equity, accessibility, language, and tone?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documentation is required before the output can be used?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review criteria are needed for equity, accessibility,.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documentation is required before the output can be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generative AI output evaluation rubric for one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use, source verification, factuality, completeness, unsupported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Then apply the rubric to a sample AI-generated output and document whether the output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intended use, source verification, factuality,.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Then apply the rubric to a sample AI-generated output and document.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rubric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Completed sample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rubric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Completed sample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Approval or escalation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Approval or escalation documentation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or escalation documentation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output evaluation rubric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Completed sample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output evaluation rubric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Completed sample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fluency not enough to trust a generative AI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does grounding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issue can be as harmful as an incorrect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fluency not enough to trust a generative AI output?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fluency not enough to trust a generative AI output?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RMF Generative AI Profile:.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Guidance on Large Multi-Modal Models:.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2026-07-13T02:24:08Z</dcterms:created>
  <dcterms:modified xsi:type="dcterms:W3CDTF">2026-07-13T02:24:08Z</dcterms:modified>
</cp:coreProperties>
</file>