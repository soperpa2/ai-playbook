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opportunities can quickly exceed an agency's capacity to evaluate, implement, and sustain.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portfolio strategy that helps distinguish high-value public health uses from.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approach organizes AI opportunities across programs, risk levels, readiness,.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purpose of an AI portfolio strategy for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criteria for prioritizing AI use cases based on public health value, readiness,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use cases that should be pursued, piloted, deferred, redesigned, or rejected.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criteria for prioritizing AI use cases based on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portfolio view that balances innovation, risk,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use case prioritization rubric for governance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opportunities can quickly exceed an agency's capacity to evaluate, implement, and sustain.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portfolio strategy that helps distinguish high-value public health uses from.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approach organizes AI opportunities across programs, risk levels, readiness,.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need a portfolio strategy that helps distinguish.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portfolio approach organizes AI opportunities across programs,.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leaders how to create an AI use case intake.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many possible AI use cases: summarizing case notes, analyzing call.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portfolio strategy, agencies may choose projects because they are visible, easy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strategy protects scarce capacity.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many possible AI use cases:.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portfolio strategy, agencies may choose projects because.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Technical teams, privacy officers, legal counsel,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receives proposals for five AI uses: a public chatbot, a staff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proposal has different benefits and risks.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public chatbot may be visible but high-risk if it gives health advice.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receives proposals for five AI uses: a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staff policy assistant may be lower risk if it uses 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outbreak model may be valuable but require strong data quality.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useful portfolio strategy begins with categories.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can classify AI opportunities by function, such as internal productivity, knowledge.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can also classify by risk, such as low, moderate, high, or prohibited.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useful portfolio strategy begins with categories.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can classify AI opportunities by function,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categories help leadership understand where AI activity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Prioritization criteria should include mission alignment, expected.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risk is pilot proliferation.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launch many small AI pilots without a pathway to scale, evaluate, sustain,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every pilot to define success criteria, evaluation evidence, funding.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risk is pilot proliferation.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guardrail is to require every pilot to define success criteria,.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risk is inequitable prioritization.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Projects serving better-resourced programs may advance faster than.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projects may be prioritized for internal knowledge management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projects may be prioritized only when data and validation plans are mature.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may be deferred until governance has defined decision rights, access.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workflows may be deferred until governance has defined.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Portfolio strategy helps leaders sequence AI adoption responsibly.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Develop an AI use case prioritization rubric with criteria, scoring levels, required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an AI use case prioritization rubric with criteria,.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 intake form; prioritization rubric; sample portfolio view; decision category.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 intake form; prioritization rubric; sample portfolio view; decision category.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2026-07-13T02:24:09Z</dcterms:created>
  <dcterms:modified xsi:type="dcterms:W3CDTF">2026-07-13T02:24:09Z</dcterms:modified>
</cp:coreProperties>
</file>