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Community Oversight and Participatory Governance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community oversight matters for public health AI.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AI use cases that warrant community engagement or participatory governance.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community engagement approach matched to risk, impact, and community context.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Recognize risks of tokenism, extractive engagement, and inaccessible technical language.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participatory governance plan for one AI use case.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Participatory governance plan; community briefing outline; engagement questions; feedback response plan.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gov-430-community-oversight-and-participatory-governance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make decisions that affect communities, often using data collected through clinical care, surveillance, service systems,…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can intensify concerns about surveillance, bias, exclusion, language access, disability access, and government trust.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oversight helps agencies identify concerns that may not be visible through technical review alone.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Participatory governance can also improve AI quality and usefulness.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partners may identify missing context, harmful assumptions, access barriers, communication needs, and unintended consequences.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why community oversight matters for public health AI.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AI use cases that warrant community engagement or participatory governance.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Design a community engagement approach matched to risk, impact, and community context.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Recognize risks of tokenism, extractive engagement, and inaccessible technical language.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participatory governance plan for one AI use case.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city health department considers using an AI tool to help prioritize outreach for maternal and child health services.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would use program, demographic, and service utilization data to identify neighborhoods where outreach may be needed.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the goal is supportive, communities may worry that the tool could stigmatize neighborhoods, miss families not represented in data,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participatory governance plan would involve community-based organizations, maternal health advocates, service users, and equity staff before…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tools that produce public messages may benefit from community review for tone, trust, accessibility, and language.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used for outreach or allocation should include review of data representativeness and potential stigma.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tools that trigger actions affecting residents should have clear community-informed escalation and correction pathways.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Participatory governance should be matched to the impact of the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productivity tools may not require community oversight, although they still require policy and privacy review.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that influence public communication, service access, enforcement, prioritization, outreach, or resource allocation may require…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higher the impact on communities, the stronger the case for involving community perspectives early.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should be designed with care.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should provide plain-language descriptions, realistic examples, data-use explanations, and clear questions for feedback.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tokenistic engagement.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Agencies may seek community input after key decisions have already been made.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engage before requirements, safeguards, and success measures are finalized.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technical opacity.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participants may be asked to respond to vague or overly technical descriptions.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 participatory governance plan for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affected groups, engagement purpose, timing, materials, questions, accessibility supports, decision influence, feedback loop, and…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Participatory governance plan; community briefing outline; engagement questions; feedback response plan.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430: Community Oversight and Participatory Governance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