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PMG 310 Grant and Funding Management for AI Projects
This module focuses on connecting AI projects to allowable costs, deliverables, reporting, performance measures, and sustainability. It is designed for public health staff who must translate responsible AI principles into repeatable decisions, documents, workflows, and oversight practices. The module helps learners move beyond general awareness by producing a practical artifact that can be used in governance review, implementation planning, operations, communication, or accountability. It emphasizes paragraph-based reasoning, defined responsibilities, and documentation that can withstand public health, legal, privacy, equity, and leadership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intermediate/practitioner
Primary track: Program Management Role-Based Track
Appears in tracks: program-management, public-health-executive-leadership, policy, governance-security
This module focuses on connecting AI projects to allowable costs, deliverables, reporting, performance measures, and sustainability. It is designed for public health staff who must translate responsible AI principles into repeatable decisions, documents, workflows, and oversight practices. The module helps learners move beyond general awareness by producing a practical artifact that can be used in governance review, implementation planning, operations, communication, or accountability. It emphasizes paragraph-based reasoning, defined responsibilities, and documentation that can withstand public health, legal, privacy, equity, and leadership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11: Build and Deploy AI Solutions - This lesson informs Play 11 by helping learners connect the lesson topic to build and deploy ai solutions work in the AI Playbook.
Play 2: Readiness Assessment - This lesson informs Play 2 by helping learners connect the lesson topic to readiness assessment work in the AI Playbook sequence.
Play 3: Establish AI Governance - This lesson informs Play 3 by helping learners connect the lesson topic to establish ai governance work in the AI Playbook sequence.
Play 1: Vision &amp; Guardrails - This lesson informs Play 1 by helping learners connect the lesson topic to vision &amp; guardrails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4: AI Policy Landscape Scan (Worksheet) - Use AI Policy Landscape Scan to translate this lesson into a documented public health AI planning, governance, implementation,.
Tool 5: AI Environmental and Resource Impact Review (Checklist) - Use this tool to complete or strengthen the practical exercise for the module using fictional, de-identified, or generalized.
Tool 6: Human-Centered AI Decision Rule Checklist (Checklist) - Use Human-Centered AI Decision Rule Checklist to translate this lesson into a documented public health AI planning, governance,.
Tool 8: AI Project Charter (Planning) - Use AI Project Charter to translate this lesson into a documented public health AI planning, governance, implementation, or.
Tool 9: Data Quality Assessment Checklist (Checklist) - Use this tool to complete or strengthen the practical exercise for the module using fictional, de-identified, or generalized.
Tool 10: Tiered Data Classification for AI Use (Worksheet) - Use Tiered Data Classification for AI Use to translate this lesson into a documented public health AI planning, governance,.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Explain the purpose of grant and funding management for ai projects in public health AI.
Identify the roles, decisions, risks, and documentation needed for the topic.
Apply the topic to a real or realistic public health workflow or decision.
Recognize equity, privacy, security, legal, operational, and public trust implications.
Produce a practical artifact that supports readiness, governance, implementation, monitoring, or accountability.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This module focuses on connecting AI projects to allowable costs, deliverables, reporting, performance measures, and sustainability. It is designed for public health staff who must translate responsible AI principles into repeatable decisions, documents, workflows, and oversight practices.
The module helps learners move beyond general awareness by producing a practical artifact that can be used in governance review, implementation planning, operations, communication, or accountability. It emphasizes paragraph-based reasoning, defined responsibilities, and documentation that can withstand public health, legal, privacy, equity, and leadership review.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Definitions
Decision right: The authority to approve, deny, modify, pause, or escalate an AI use case or operational decision.
Evidence artifact: A document, log, checklist, test result, approval record, or review note that demonstrates responsible AI practice.
Escalation pathway: A defined route for raising concerns to the appropriate reviewer or decision-maker.
Accountability owner: The person or role responsible for ensuring that an AI use case is governed, monitored, and corrected when needed.
Operational safeguard: A procedure, control, or review step that reduces risk during day-to-day use.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Jurisdiction and Agency Policy Note
This module provides national-level training guidance for public health agencies and partners. It is not legal advice and does not replace review by agency legal counsel, privacy officers, procurement officials, civil rights staff, records officers, or other authorized decision-makers. Requirements may vary by state, locality, territory, Tribe, agency, funding source, data-sharing agreement, emergency authority, and organizational policy. Learners should use this module to identify the issues that require review and should confirm applicable requirements before approving, procuring, deploying, or publicly communicating about AI-supported work.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Grant and Funding Management for AI Projects matters because AI adoption changes how public health agencies make, document, communicate, and review decisions. Without a structured approach, staff may rely on informal practices, vendor assurances, or one-time approvals that do not match the operational consequences of AI-supported work.
Public health agencies operate under legal authorities, public accountability, resource constraints, and community trust obligations. A module on this topic helps agencies define repeatable expectations before urgent situations arise. It also helps staff distinguish low-risk administrative support from uses that affect surveillance, public communications, field response, resource allocation, civil rights, privacy, or official records.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public health agency is preparing to use AI in a workflow related to connecting AI projects to allowable costs, deliverables, reporting, performance measures, and sustainability. The project team initially treats the tool as a helpful efficiency aid, but governance reviewers recognize that the workflow may affect public trust, equity, official records, or public health action.
The agency responds by creating a clear artifact that defines intended use, prohibited use, responsible roles, review points, documentation expectations, escalation triggers, and monitoring measures. This converts a broad AI idea into a manageable public health practice.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Topic Deep Dive
The first step in this topic is to define the decision or workflow clearly. Staff should identify who is affected, what data are used, what AI output is produced, who reviews the output, and what action may follow. This prevents the module from becoming abstract and anchors the work in public health practice.
The second step is to assign responsibilities. AI-supported workflows often cross program, IT, legal, privacy, communications, procurement, and leadership boundaries. Responsibilities should be named by role rather than assumed. The artifact should specify who prepares materials, who reviews risks, who approves use, who monitors performance, and who can pause or revise the workflow.
The third step is to define evidence. Responsible AI depends on more than policy statements. Agencies need records that show what was reviewed, what decisions were made, what safeguards were applied, what incidents occurred, and how the workflow changed over time. Evidence also supports audits, public records review, quality improvement, and leadership accountability.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A common failure mode is treating the topic as a one-time checklist. AI risks can change when data sources, models, vendors, policies, users, or public expectations change. A guardrail is to define review intervals and change triggers.
Another failure mode is unclear ownership. When everyone is responsible in general, no one may be responsible in practice. A guardrail is to assign an accountability owner and name escalation pathways.
A third failure mode is relying on vendor claims or informal staff confidence without documentation. A guardrail is to require evidence artifacts that can be reviewed by governance, leadership, privacy, legal, equity, security, or program teams.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This topic applies across generative AI, predictive analytics, NLP, RAG, automation, and agentic workflows. The more sensitive the data, the more consequential the output, or the more automated the action, the stronger the documentation, review, and monitoring expectations should be.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public health decision or workflow does this topic affect?
Who has authority to approve or pause the work?
What evidence would show that the workflow is responsible and effective?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equity, privacy, legal, security, or public trust risks require review?
How will the agency know when the workflow needs to be revised?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 practical grant and funding management for ai projects artifact for one AI-supported public health use case. The artifact should define the use case, affected roles, review criteria, safeguards, documentation expectations, escalation triggers, monitoring indicators, and next review date.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Grant and Funding Management for AI Projects artifact
Role and responsibility table
Risk and safeguard summary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Escalation and monitoring plan
Approval or review note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Grant and Funding Management for AI Projects artifact
Role and responsibility table
Risk and safeguard summary
Escalation and monitoring plan
Approval or review note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is the strongest evidence that grant and funding management for ai projects has been applied responsibly?
2. What is the best reason to assign an accountability owner?
3. When should an AI-supported workflow be escalated for review?
4. Which practice best supports public accountability?
5. What should happen when data sources, policy, vendor configuration, or workflow use changes?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CDC Public Health Data Strategy and Data Modernization resources: https://www.cdc.gov/public-health-data-strategy/php/about/index.html
NIST Artificial Intelligence Risk Management Framework and NIST Generative AI Profile: https://www.nist.gov/publications/artificial-intelligence-risk-management-framework-generative-artificial-intelligence
WHO Ethics and Governance of Artificial Intelligence for Health guidance: https://www.who.int/publications/i/item/9789240029200
OWASP Top 10 for Large Language Model Applications: https://owasp.org/www-project-top-10-for-large-language-model-applications/
ONC health IT, interoperability, and information blocking resources: https://www.healthit.gov/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Agency policies for privacy, public records, cybersecurity, procurement, civil rights, accessibility, language access, and emergency communications
Appendix. Common Source Base Used Across Modules
CDC Public Health Data Strategy and CDC Data Modernization resources.: https://www.cdc.gov/public-health-data-strategy/php/about/index.html
CDC electronic case reporting, electronic laboratory reporting, surveillance, and public health data quality resources.: https://www.cdc.gov/ecr/php/index.html
HL7 FHIR, HL7 US Core, public health implementation guides, CDA, and HL7 v2 implementation materials.: https://hl7.org/fhir/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ONC USCDI, health IT, interoperability, and information blocking resources.: https://isp.healthit.gov/united-states-core-data-interoperability-uscdi
NIST Artificial Intelligence Risk Management Framework, NIST Generative AI Profile, NIST Privacy Framework, and related NIST cybersecurity guidance.: https://www.nist.gov/publications/artificial-intelligence-risk-management-framework-generative-artificial-intelligence
OWASP Top 10 for Large Language Model Applications and related secure AI application guidance.: https://owasp.org/www-project-top-10-for-large-language-model-applications/
WHO ethics and governance guidance for artificial intelligence in health.
Agency policies and procedures for privacy, public records, cybersecurity, procurement, civil rights, accessibility, language access, records retention, incident response, and emergency communications.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PMG 310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Grant and Funding Management for AI Projects</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Grant and Funding Management for AI Projects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This module focuses on connecting AI projects to allowable costs,.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It is designed for public health staff who must translate responsible AI.</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 module helps learners move beyond general awareness by producing a.</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45336"/>
            <a:ext cx="28254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Module details</a:t>
            </a:r>
            <a:endParaRPr lang="en-US" sz="1220" dirty="0"/>
          </a:p>
        </p:txBody>
      </p:sp>
      <p:sp>
        <p:nvSpPr>
          <p:cNvPr id="12" name="Text 10"/>
          <p:cNvSpPr/>
          <p:nvPr/>
        </p:nvSpPr>
        <p:spPr>
          <a:xfrm>
            <a:off x="8074152" y="1856232"/>
            <a:ext cx="2825496" cy="140817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Level: intermediate/practitioner Primary track: Program Management Role-Based.</a:t>
            </a:r>
            <a:endParaRPr lang="en-US" sz="1220" dirty="0"/>
          </a:p>
        </p:txBody>
      </p:sp>
      <p:sp>
        <p:nvSpPr>
          <p:cNvPr id="13" name="Shape 11"/>
          <p:cNvSpPr/>
          <p:nvPr/>
        </p:nvSpPr>
        <p:spPr>
          <a:xfrm>
            <a:off x="7909560" y="3675888"/>
            <a:ext cx="3154680" cy="1691640"/>
          </a:xfrm>
          <a:prstGeom prst="roundRect">
            <a:avLst>
              <a:gd name="adj" fmla="val 6486"/>
            </a:avLst>
          </a:prstGeom>
          <a:solidFill>
            <a:srgbClr val="FFFFFF"/>
          </a:solidFill>
          <a:ln w="12700">
            <a:solidFill>
              <a:srgbClr val="B9D7E6"/>
            </a:solidFill>
            <a:prstDash val="solid"/>
          </a:ln>
        </p:spPr>
      </p:sp>
      <p:sp>
        <p:nvSpPr>
          <p:cNvPr id="14" name="Text 12"/>
          <p:cNvSpPr/>
          <p:nvPr/>
        </p:nvSpPr>
        <p:spPr>
          <a:xfrm>
            <a:off x="8074152" y="3803904"/>
            <a:ext cx="28254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Learning sequence</a:t>
            </a:r>
            <a:endParaRPr lang="en-US" sz="1220" dirty="0"/>
          </a:p>
        </p:txBody>
      </p:sp>
      <p:sp>
        <p:nvSpPr>
          <p:cNvPr id="15" name="Text 13"/>
          <p:cNvSpPr/>
          <p:nvPr/>
        </p:nvSpPr>
        <p:spPr>
          <a:xfrm>
            <a:off x="8092440" y="4133088"/>
            <a:ext cx="2770632" cy="112471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Read the module for shared vocabulary and context.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Complete the practical exercise to apply the.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Use the notes and references for deeper review.</a:t>
            </a:r>
            <a:endParaRPr lang="en-US" sz="114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Grant and Funding Management for AI Projects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900" dirty="0">
                <a:solidFill>
                  <a:srgbClr val="003A63"/>
                </a:solidFill>
                <a:latin typeface="Aptos" pitchFamily="34" charset="0"/>
                <a:ea typeface="Aptos" pitchFamily="34" charset="-122"/>
                <a:cs typeface="Aptos" pitchFamily="34" charset="-120"/>
              </a:rPr>
              <a:t>• Play 11: Build and Deploy AI Solutions - This lesson informs Play 11 by.</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2: Readiness Assessment - This lesson informs Play 2 by helping.</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3: Establish AI Governance - This lesson informs Play 3 by helping.</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1: Vision &amp; Guardrails - This lesson informs Play 1 by helping learners.</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4533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the lesson</a:t>
            </a:r>
            <a:endParaRPr lang="en-US" sz="1220" dirty="0"/>
          </a:p>
        </p:txBody>
      </p:sp>
      <p:sp>
        <p:nvSpPr>
          <p:cNvPr id="12" name="Text 10"/>
          <p:cNvSpPr/>
          <p:nvPr/>
        </p:nvSpPr>
        <p:spPr>
          <a:xfrm>
            <a:off x="8211312" y="1856232"/>
            <a:ext cx="2734056" cy="159105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related plays to identify decisions, participants, timing, approvals,.</a:t>
            </a:r>
            <a:endParaRPr lang="en-US" sz="12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2277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Use the play links to</a:t>
            </a:r>
            <a:endParaRPr lang="en-US" sz="1220" dirty="0"/>
          </a:p>
        </p:txBody>
      </p:sp>
      <p:sp>
        <p:nvSpPr>
          <p:cNvPr id="15" name="Text 13"/>
          <p:cNvSpPr/>
          <p:nvPr/>
        </p:nvSpPr>
        <p:spPr>
          <a:xfrm>
            <a:off x="8229600" y="4251960"/>
            <a:ext cx="2679192" cy="103327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Locate the decision point in the playbook sequence.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Identify who should participate in the work.</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Document the review, approval, or implementation.</a:t>
            </a:r>
            <a:endParaRPr lang="en-US" sz="114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Grant and Funding Management for AI Projects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850" dirty="0">
                <a:solidFill>
                  <a:srgbClr val="003A63"/>
                </a:solidFill>
                <a:latin typeface="Aptos" pitchFamily="34" charset="0"/>
                <a:ea typeface="Aptos" pitchFamily="34" charset="-122"/>
                <a:cs typeface="Aptos" pitchFamily="34" charset="-120"/>
              </a:rPr>
              <a:t>• Tool 4: AI Policy Landscape Scan (Worksheet) - Use AI Policy Landscape Scan.</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5: AI Environmental and Resource Impact Review (Checklist) - Use this.</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6: Human-Centered AI Decision Rule Checklist (Checklist) - Use.</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8: AI Project Charter (Planning) - Use AI Project Charter to translate.</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4533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Use the tools</a:t>
            </a:r>
            <a:endParaRPr lang="en-US" sz="1220" dirty="0"/>
          </a:p>
        </p:txBody>
      </p:sp>
      <p:sp>
        <p:nvSpPr>
          <p:cNvPr id="12" name="Text 10"/>
          <p:cNvSpPr/>
          <p:nvPr/>
        </p:nvSpPr>
        <p:spPr>
          <a:xfrm>
            <a:off x="8211312" y="1856232"/>
            <a:ext cx="2734056" cy="159105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linked tools when your department needs a structured worksheet, template,.</a:t>
            </a:r>
            <a:endParaRPr lang="en-US" sz="12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2277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Tool selection cues</a:t>
            </a:r>
            <a:endParaRPr lang="en-US" sz="1220" dirty="0"/>
          </a:p>
        </p:txBody>
      </p:sp>
      <p:sp>
        <p:nvSpPr>
          <p:cNvPr id="15" name="Text 13"/>
          <p:cNvSpPr/>
          <p:nvPr/>
        </p:nvSpPr>
        <p:spPr>
          <a:xfrm>
            <a:off x="8229600" y="4251960"/>
            <a:ext cx="2679192" cy="103327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Use a tool when no comparable local process exists.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Adapt existing department templates when they.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Save the completed artifact as evidence of the.</a:t>
            </a:r>
            <a:endParaRPr lang="en-US" sz="114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Grant and Funding Management for AI Projects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Explain the purpose of grant and funding management for ai projects in.</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Identify the roles, decisions, risks, and documentation needed for the topic.</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Apply the topic to a real or realistic public health workflow or decision.</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Explain the purpose of grant and funding management for ai projects in public.</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Recognize equity, privacy, security, legal,.</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Produce a practical artifact that supports.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Grant and Funding Management for AI Projects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This module focuses on connecting AI projects to allowable costs,.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It is designed for public health staff who must translate responsible AI.</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module helps learners move beyond general awareness by producing a.</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This module focuses on connecting AI projects to allowable costs, deliverables,.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Implementation path</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Need</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Build</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Adopt</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Implementation work should make dependencies, approvals, training, and.</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clarify workflow changes, dependencies, staffing, procurement.</a:t>
            </a:r>
            <a:endParaRPr lang="en-US" sz="122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Grant and Funding Management for AI Projects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Definitions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Decision right: The authority to approve, deny, modify, pause, or escalate.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Evidence artifact: A document, log, checklist, test result, approval record,.</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Escalation pathway: A defined route for raising concerns to the appropriate.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Decision right: The authority to approve, deny, modify, pause, or escalate an AI.</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Decision right: The authority to approve, deny,.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Evidence artifact: A document, log, checklist,.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Accountability owner: The person or role.</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clarify workflow changes, dependencies, staffing, procurement.</a:t>
            </a:r>
            <a:endParaRPr lang="en-US" sz="122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Grant and Funding Management for AI Projects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Jurisdiction and Agency Policy Note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This module provides national-level training guidance for public health.</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It is not legal advice and does not replace review by agency legal counsel,.</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Requirements may vary by state, locality, territory, Tribe, agency, funding.</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This module provides national-level training guidance for public health agencies.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Governance pathway</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Submit</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Review</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Oversee</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A proposed AI use should move through documented review before it.</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Grant and Funding Management for AI Projects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Grant and Funding Management for AI Projects matters because AI adoption.</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Without a structured approach, staff may rely on informal practices, vendor.</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Public health agencies operate under legal authorities, public.</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Grant and Funding Management for AI Projects matters because AI adoption changes.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Implementation path</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Need</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Build</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Adopt</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Implementation work should make dependencies, approvals, training, and.</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clarify workflow changes, dependencies, staffing, procurement.</a:t>
            </a:r>
            <a:endParaRPr lang="en-US" sz="122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Grant and Funding Management for AI Projects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 public health agency is preparing to use AI in a workflow related to.</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project team initially treats the tool as a helpful efficiency aid, but.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agency responds by creating a clear artifact that defines intended use,.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 public health agency is preparing to use AI in a workflow related to.</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 public health agency is preparing to use AI in a.</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The project team initially treats the tool as a.</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The agency responds by creating a clear artifact.</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clarify workflow changes, dependencies, staffing, procurement.</a:t>
            </a:r>
            <a:endParaRPr lang="en-US" sz="122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Grant and Funding Management for AI Projects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Topic Deep Dive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The first step in this topic is to define the decision or workflow clearly.</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Staff should identify who is affected, what data are used, what AI output is.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This prevents the module from becoming abstract and anchors the work in.</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The first step in this topic is to define the decision or workflow clearly.</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Staff should identify who is affected, what data.</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The second step is to assign responsibilities.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AI-supported workflows often cross program, IT,.</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clarify workflow changes, dependencies, staffing, procurement.</a:t>
            </a:r>
            <a:endParaRPr lang="en-US" sz="122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Grant and Funding Management for AI Projects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 common failure mode is treating the topic as a one-time checklist.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AI risks can change when data sources, models, vendors, policies, users, or.</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 guardrail is to define review intervals and change triggers.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 common failure mode is treating the topic as a one-time checklist.</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Another failure mode is unclear ownership.</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When everyone is responsible in general, no one.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 guardrail is to assign an accountability owner.</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Grant and Funding Management for AI Projects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This topic applies across generative AI, predictive analytics, NLP, RAG,.</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more sensitive the data, the more consequential the output, or the more.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This topic applies across generative AI, predictive analytics, NLP, RAG,.</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This topic applies across generative AI,.</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The more sensitive the data, the more.</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clarify workflow changes, dependencies, staffing, procurement.</a:t>
            </a:r>
            <a:endParaRPr lang="en-US" sz="122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Grant and Funding Management for AI Projects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What public health decision or workflow does this topic affect?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Who has authority to approve or pause the work?</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What evidence would show that the workflow is responsible and effective?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What public health decision or workflow does this topic affect?</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What public health decision or workflow does this.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Who has authority to approve or pause the work?</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What evidence would show that the workflow is.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clarify workflow changes, dependencies, staffing, procurement.</a:t>
            </a:r>
            <a:endParaRPr lang="en-US" sz="122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Grant and Funding Management for AI Projects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What equity, privacy, legal, security, or public trust risks require review?</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How will the agency know when the workflow needs to be revised?</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What equity, privacy, legal, security, or public trust risks require review?</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What equity, privacy, legal, security, or public.</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How will the agency know when the workflow needs.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clarify workflow changes, dependencies, staffing, procurement.</a:t>
            </a:r>
            <a:endParaRPr lang="en-US" sz="122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Grant and Funding Management for AI Projects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Create a practical grant and funding management for ai projects artifact for.</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artifact should define the use case, affected roles, review criteria,.</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Create a practical grant and funding management for ai projects artifact for one.</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Create a practical grant and funding management.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The artifact should define the use case, affected.</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Grant and Funding Management for AI Projects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Grant and Funding Management for AI Projects artifact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Role and responsibility table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Risk and safeguard summary</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Grant and Funding Management for AI Projects artifact</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Grant and Funding Management for AI Projects.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Role and responsibility table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Risk and safeguard summary</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clarify workflow changes, dependencies, staffing, procurement.</a:t>
            </a:r>
            <a:endParaRPr lang="en-US" sz="122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Grant and Funding Management for AI Projects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Escalation and monitoring plan</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Approval or review note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Escalation and monitoring plan</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Escalation and monitoring plan</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Approval or review note</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clarify workflow changes, dependencies, staffing, procurement.</a:t>
            </a:r>
            <a:endParaRPr lang="en-US" sz="122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Grant and Funding Management for AI Projects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Grant and Funding Management for AI Projects artifact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Role and responsibility table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Risk and safeguard summary</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Grant and Funding Management for AI Projects artifact</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Escalation and monitoring plan</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Approval or review note</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Grant and Funding Management for AI Projects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1. What is the strongest evidence that grant and funding management for ai.</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2. What is the best reason to assign an accountability owner?</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3. When should an AI-supported workflow be escalated for review?</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1. What is the strongest evidence that grant and funding management for ai.</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1.</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What is the strongest evidence that grant and.</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2.</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Grant and Funding Management for AI Projects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CDC Public Health Data Strategy and Data Modernization resources:.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NIST Artificial Intelligence Risk Management Framework and NIST Generative.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WHO Ethics and Governance of Artificial Intelligence for Health guidance:.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CDC Public Health Data Strategy and Data Modernization resources:.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OWASP Top 10 for Large Language Model Applications:.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ONC health IT, interoperability, and information.</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clarify workflow changes, dependencies, staffing, procurement.</a:t>
            </a:r>
            <a:endParaRPr lang="en-US" sz="122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Grant and Funding Management for AI Projects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Agency policies for privacy, public records, cybersecurity, procurement,.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Appendix. Common Source Base Used Across Modules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CDC Public Health Data Strategy and CDC Data Modernization resources.:.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Agency policies for privacy, public records, cybersecurity, procurement, civil.</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Agency policies for privacy, public records,.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Appendix.</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Common Source Base Used Across Modules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clarify workflow changes, dependencies, staffing, procurement.</a:t>
            </a:r>
            <a:endParaRPr lang="en-US" sz="122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Grant and Funding Management for AI Projects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ONC USCDI, health IT, interoperability, and information blocking resources.:.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NIST Artificial Intelligence Risk Management Framework, NIST Generative AI.</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OWASP Top 10 for Large Language Model Applications and related secure AI.</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ONC USCDI, health IT, interoperability, and information blocking resources.:.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NIST Artificial Intelligence Risk Management.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WHO ethics and governance guidance for artificial.</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Agency policies and procedures for privacy, public.</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clarify workflow changes, dependencies, staffing, procurement.</a:t>
            </a:r>
            <a:endParaRPr lang="en-US" sz="122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Grant and Funding Management for AI Projects</dc:title>
  <dc:subject>Grant and Funding Management for AI Projects learning module</dc:subject>
  <dc:creator>Paula Soper</dc:creator>
  <cp:lastModifiedBy>Paula Soper</cp:lastModifiedBy>
  <cp:revision>1</cp:revision>
  <dcterms:created xsi:type="dcterms:W3CDTF">2026-07-13T03:02:48Z</dcterms:created>
  <dcterms:modified xsi:type="dcterms:W3CDTF">2026-07-13T03:02:48Z</dcterms:modified>
</cp:coreProperties>
</file>