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 330 AI Equity Policy and Civil Rights Considerations
This module focuses on civil rights, nondiscrimination, accessibility, language access, disparate impact, and equity safeguards.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Policy Role-Based Track
Appears in tracks: policy, governance-security, communications, public-health-executive-leadership
This module focuses on civil rights, nondiscrimination, accessibility, language access, disparate impact, and equity safeguards.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equity policy and civil rights considerations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civil rights, nondiscrimination, accessibility, language access, disparate impact, and equity safeguards.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Equity Policy and Civil Rights Considerations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civil rights, nondiscrimination, accessibility, language access, disparate impact, and equity safeguards.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equity policy and civil rights considerations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Equity Policy and Civil Rights Considerations artifact
Role and responsibility table
Risk and safeguard summary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Equity Policy and Civil Rights Considerations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equity policy and civil rights considerations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POL 330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Equity Policy and Civil Rights Considerations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civil rights, nondiscrimination, accessibility, language access, disparate impact, and.</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Policy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policy, governance-security, communications, public-health-executive-leadership</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ai equity policy and civil rights considerations in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ai equity policy and civil rights considerations in public health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civil rights, nondiscrimination, accessibility, language access, disparate.</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focuses on civil rights, nondiscrimination, accessibility, language access, disparate.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2100" dirty="0"/>
          </a:p>
          <a:p>
            <a:r>
              <a:rPr lang="en-US" sz="2100" dirty="0">
                <a:solidFill>
                  <a:srgbClr val="17364A"/>
                </a:solidFill>
                <a:latin typeface="Aptos" pitchFamily="34" charset="0"/>
                <a:ea typeface="Aptos" pitchFamily="34" charset="-122"/>
                <a:cs typeface="Aptos" pitchFamily="34" charset="-120"/>
              </a:rPr>
              <a:t>Evidence artifact: A document, log, checklist, test result, approval record, or review note that.</a:t>
            </a:r>
            <a:endParaRPr lang="en-US" sz="2100" dirty="0"/>
          </a:p>
          <a:p>
            <a:r>
              <a:rPr lang="en-US" sz="21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Equity Policy and Civil Rights Considerations matters because AI adoption changes how public health.</a:t>
            </a:r>
            <a:endParaRPr lang="en-US" sz="2100" dirty="0"/>
          </a:p>
          <a:p>
            <a:r>
              <a:rPr lang="en-US" sz="21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Equity Policy and Civil Rights Considerations matters because AI adoption changes how public health.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is preparing to use AI in a workflow related to civil rights, nondiscrimination,.</a:t>
            </a:r>
            <a:endParaRPr lang="en-US" sz="2100" dirty="0"/>
          </a:p>
          <a:p>
            <a:r>
              <a:rPr lang="en-US" sz="21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a:t>
            </a:r>
            <a:endParaRPr lang="en-US" sz="2100" dirty="0"/>
          </a:p>
          <a:p>
            <a:r>
              <a:rPr lang="en-US" sz="21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is preparing to use AI in a workflow related to civil rights, nondiscrimination,.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a:t>
            </a:r>
            <a:endParaRPr lang="en-US" sz="2100" dirty="0"/>
          </a:p>
          <a:p>
            <a:r>
              <a:rPr lang="en-US" sz="21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2100" dirty="0"/>
          </a:p>
          <a:p>
            <a:r>
              <a:rPr lang="en-US" sz="21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review intervals and change triggers.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2100" dirty="0"/>
          </a:p>
          <a:p>
            <a:r>
              <a:rPr lang="en-US" sz="21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decision or workflow does this topic affect?</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or pause the work?</a:t>
            </a:r>
            <a:endParaRPr lang="en-US" sz="2100" dirty="0"/>
          </a:p>
          <a:p>
            <a:r>
              <a:rPr lang="en-US" sz="21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2100" dirty="0"/>
          </a:p>
          <a:p>
            <a:r>
              <a:rPr lang="en-US" sz="2100" dirty="0">
                <a:solidFill>
                  <a:srgbClr val="17364A"/>
                </a:solidFill>
                <a:latin typeface="Aptos" pitchFamily="34" charset="0"/>
                <a:ea typeface="Aptos" pitchFamily="34" charset="-122"/>
                <a:cs typeface="Aptos" pitchFamily="34" charset="-120"/>
              </a:rPr>
              <a:t>How will the agency know when the workflow needs to be revised?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practical ai equity policy and civil rights considerations artifact for one AI-supported.</a:t>
            </a:r>
            <a:endParaRPr lang="en-US" sz="2100" dirty="0"/>
          </a:p>
          <a:p>
            <a:r>
              <a:rPr lang="en-US" sz="21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practical ai equity policy and civil rights considerations artifact for one AI-supported.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Equity Policy and Civil Rights Considerations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Equity Policy and Civil Rights Considerations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monitoring plan</a:t>
            </a:r>
            <a:endParaRPr lang="en-US" sz="2100" dirty="0"/>
          </a:p>
          <a:p>
            <a:r>
              <a:rPr lang="en-US" sz="2100" dirty="0">
                <a:solidFill>
                  <a:srgbClr val="17364A"/>
                </a:solidFill>
                <a:latin typeface="Aptos" pitchFamily="34" charset="0"/>
                <a:ea typeface="Aptos" pitchFamily="34" charset="-122"/>
                <a:cs typeface="Aptos" pitchFamily="34" charset="-120"/>
              </a:rPr>
              <a:t>Approval or review note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monitoring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Equity Policy and Civil Rights Considerations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Equity Policy and Civil Rights Considerations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evidence that ai equity policy and civil rights considerations has been.</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evidence that ai equity policy and civil rights considerations has been.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Equity Policy and Civil Rights Considerations</dc:title>
  <dc:subject>AI Equity Policy and Civil Rights Considerations learning module</dc:subject>
  <dc:creator>Paula Soper</dc:creator>
  <cp:lastModifiedBy>Paula Soper</cp:lastModifiedBy>
  <cp:revision>1</cp:revision>
  <dcterms:created xsi:type="dcterms:W3CDTF">2026-07-13T01:54:45Z</dcterms:created>
  <dcterms:modified xsi:type="dcterms:W3CDTF">2026-07-13T01:54:45Z</dcterms:modified>
</cp:coreProperties>
</file>