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AI-Assisted Translation, Language Access, and Readability Review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ai-assisted translation, language access, and readability review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AI-Assisted Translation, Language Access, and Readability Review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Communications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com-210-ai-assisted-translation-language-access-and-readability-review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Translation, Language Access, and Readability Review matters because AI adoption changes how public health agencies make, document,…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safe use of AI for multilingual, plain-language, and accessible…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ai-assisted translation, language access, and readability review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Translation, Language Access, and Readability Review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ai-assisted translation, language access, and readability review has been…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 210: AI-Assisted Translation, Language Access, and Readability Review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