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pipelines are the operational pathways that move public health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that classifies cases, summarizes laboratory reports, or predicts.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the major steps in public health data pipelines, including.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batch, real-time, and event-driven data 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how pipeline failures can affect AI outputs and operational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major steps in public health data pipelines, including ingestion,.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the major steps in public health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metadata, lineage, version control,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data pipeline readiness checklist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pipelines are the operational pathways that move public health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that classifies cases, summarizes laboratory reports, or predicts.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pipelines are the operational pathways that move public health data from.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readiness matters because AI systems can amplify routine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delayed file, changed field name, failed interface, missing 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AI tool may continue generating fluent summaries or confident.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readiness matters because AI systems can amplify routine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 pipeline is a set of technical and operational steps that moves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pipelines may include laboratory interfaces, EHR feeds,.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data pipeline is a set of technical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pipelines may include laboratory.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Each step creates an opportunity to improve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lineage.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lineage shows where data came from, what happened to them, and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Lineage supports validation, troubleshooting, incident response, and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lineage.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lineage.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lineage shows where data came from,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Lineage supports validation, troubleshooting,.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syndromic surveillance team may use AI to identify unusual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depends on timely data feeds from hospitals, correct parsing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one large hospital feed stops or a field changes after an EHR upgrade,.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AI to identify unusual emergency.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model depends on timely data feeds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one large hospital feed stops or a field.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monitoring is therefore part of outbreak.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Pipeline design begins with the source and ends with the user-facing.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between, data may be received, staged, validated, transformed,.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step should have an owner, a purpose, a quality check, and a documented.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Pipeline design begins with the source and ends with the user-facing decision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Silent feed failure.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 feed can stop or change without visible failure in the AI interface.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automated feed monitoring, expected volume thresholds,.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Silent feed failure.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automated feed monitoring,.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Schema and terminology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systems may change field names, formats,.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Weak lineage.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transformations are not documented, staff may not be able to explain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lineage documentation, version control, and audit trails.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Weak lineage.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Weak lineage.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transformations are not documented, staff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lineage documentation, version.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use pipeline outputs to summarize records, but the summary.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may rely on engineered features created by a pipeline, 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depend on document ingestion pipelines, which must track.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pipeline outputs to summarize records, but the summary.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use pipeline outputs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models may rely on engineered features.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depend on document ingestion.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data feeds are most important to daily decisions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pipelines are automatically monitored, and which depend on manual.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failures would materially affect an AI output?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data feeds are most important to daily decisions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data feeds are most important.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pipelines are automatically monitored,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failures would materially affect an AI output?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would staff know if an AI output was based on stale or incomplete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pause AI use when a pipeline fails?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would staff know if an AI output was based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pause AI use when a pipeline.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data pipeline readiness checklist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data source, update frequency, required fields, validation.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at least three pipeline failure scenarios and describe how each.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data source, update frequency,.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at least three pipeline failure scenarios.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Pipeline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Failure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pipeline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Failure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Known data limitations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data limitations statement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Known data limitations statement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Pipeline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Failure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pipeline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Failure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to document data lineage for an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pipeline type is most likely to trigger a workflow immediately.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a practical guardrail for silent feed failure?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to document data lineage for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to document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Data Modernization Initiative materials:.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Data Modernization Initiative materials:.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Data Modernization Initiative materials:.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AI Risk Management Framework:.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2026-07-13T03:02:46Z</dcterms:created>
  <dcterms:modified xsi:type="dcterms:W3CDTF">2026-07-13T03:02:46Z</dcterms:modified>
</cp:coreProperties>
</file>