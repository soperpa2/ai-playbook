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B"/>
          </a:solidFill>
          <a:ln w="12700">
            <a:solidFill>
              <a:srgbClr val="F1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56032"/>
            <a:ext cx="320040" cy="6601968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60120"/>
            <a:ext cx="1463040" cy="329184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320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996696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Documentation, Model Cards, and System Cards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13232" y="3017520"/>
            <a:ext cx="78638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4160520"/>
            <a:ext cx="98755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70248"/>
            <a:ext cx="96012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level: intermediate/practitioner  •  Prepared for Codex pairing with module JSON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61996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Objectives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6675120" cy="4480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the purpose of ai documentation, model cards, and system cards in public health AI work.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the technical, operational, privacy, security, equity, and governance issues associated with the topic.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the topic to a real or realistic public health workflow, system, or implementation scenario.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Recognize common failure modes that can affect safety, accuracy, trust, workflow fit, or sustainability.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practical guardrails that should be documented before implementation.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 a AI documentation packet that can support readiness assessment, governance review, procurement, implementation, or…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35240" y="160020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1709928"/>
            <a:ext cx="356616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expectation: The expected artifact is a completed AI documentation packet. It should be specific to a public health workflow and should…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635240" y="374904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3858768"/>
            <a:ext cx="35661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track: Governance and Security Track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key: gov-320-ai-documentation-model-cards-and-system-cards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320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 for Public Health AI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206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Documentation, Model Cards, and System Cards matters because AI systems are embedded in public health programs, data systems, and decision…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topic affects whether AI outputs are accurate, explainable, safe, equitable, secure, and sustainable.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Agencies that ignore this area may create tools that work in a demonstration but fail in actual practice.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topic also affects accountability.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agencies must be able to explain how data are used, why a tool was approved, what evidence supports the workflow, who reviews outputs,…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5715000"/>
            <a:ext cx="10698480" cy="502920"/>
          </a:xfrm>
          <a:prstGeom prst="roundRect">
            <a:avLst>
              <a:gd name="adj" fmla="val 14545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824728"/>
            <a:ext cx="104241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Instructional focus: connect the technical idea to public health purpose, workflow risk, equity, accountability, and operational decision-making.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320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Concepts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63040"/>
            <a:ext cx="10607040" cy="34747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8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documentation records what the system is intended to do, how it was developed or configured, what data it uses, how it was…</a:t>
            </a:r>
            <a:endParaRPr lang="en-US" sz="1800" dirty="0"/>
          </a:p>
          <a:p>
            <a:r>
              <a:rPr lang="en-US" sz="18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model card is a structured summary of a model, including intended use, data, evaluation, limitations, risks, and appropriate…</a:t>
            </a:r>
            <a:endParaRPr lang="en-US" sz="1800" dirty="0"/>
          </a:p>
          <a:p>
            <a:r>
              <a:rPr lang="en-US" sz="18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Documentation is not a paperwork exercise: It is how agencies preserve institutional memory, support governance review, answer vendor questions,…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85800" y="5257800"/>
            <a:ext cx="10607040" cy="685800"/>
          </a:xfrm>
          <a:prstGeom prst="roundRect">
            <a:avLst>
              <a:gd name="adj" fmla="val 10667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367528"/>
            <a:ext cx="1033272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Facilitator note: Ask learners to translate each concept into a public health workflow example before moving to the exercise.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320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Health Application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workflow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agency using a generative AI assistant to draft public health messages should document the approved use, source materials, prohibited…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system card would help reviewers understand the whole workflow rather than only the model.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AI-supported use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Generative AI, predictive analytics, RAG, automation, and agentic workflows all depend on the controls described in this module.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controls should be scaled to the risk of the use case.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tool that drafts internal training text may require lighter review than a tool that updates case records, prioritizes outreach, or supports…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module should be applied during readiness assessment, procurement, implementation planning, pilot testing, and post-deployment monitoring.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320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and Operational Deep Dive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663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documentation should be created before deployment and maintained after launch.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documentation should identify the system owner, intended users, data inputs, outputs, human review requirements, validation approach,…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document that is created once and never updated will not support responsible operations.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cards are especially useful for predictive or classification models because they can document training data, evaluation metrics,…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cards are especially useful for generative, RAG, and agentic systems because these tools depend on prompts, retrieval content,…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Documentation should also cover changes.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320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Risks, Failure Modes, and Guardrails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7315200" cy="4297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treating the topic as a technical detail rather than a public health control.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staff do not connect technical decisions to authority, workflow, equity, privacy, security, and accountability, the agency…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Another risk is relying on vendor claims without agency-defined evidence.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Vendors may provide demonstrations, dashboards, or summary metrics that do not match the agency workflow or data environment.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guardrail is to require documentation, test results, acceptance criteria, and agency-controlled review.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0" y="1645920"/>
            <a:ext cx="28346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49640" y="1755648"/>
            <a:ext cx="256032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 pattern: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Name the risk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Define the review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Assign an owner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Monitor after launch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320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Exercise and Resources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5120640" cy="2011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AI documentation packet for one real or realistic public health AI workflow.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artifact should describe the use case, affected users, data sources, system dependencies, risks, guardrails, review points, and unresolved…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exercise should produce a work product that could be used in a governance meeting, procurement review, implementation planning session,…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65760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evidence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977640"/>
            <a:ext cx="512064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expected artifact is a completed AI documentation packet. It should be specific to a public health workflow and should…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1417320"/>
            <a:ext cx="4937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 and resources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1737360"/>
            <a:ext cx="4754880" cy="2834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AI Risk Management Framework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Generative AI Profile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CDC Public Health Data Strategy and Data Modernization resources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OWASP Top 10 for LLM Applications, when security or AI integrations are relevant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Agency privacy, cybersecurity, data governance, procurement, and records management…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4983480"/>
            <a:ext cx="4754880" cy="658368"/>
          </a:xfrm>
          <a:prstGeom prst="roundRect">
            <a:avLst>
              <a:gd name="adj" fmla="val 11111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5093208"/>
            <a:ext cx="448056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note: confirm applicable legal, privacy, procurement, civil rights, records, and agency requirements before implementation.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320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 Check Preview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515600" cy="3383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What is the best reason to address ai documentation, model cards, and system cards before deployment?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Which practice best supports responsible implementation?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Which statement best describes a common failure mode?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What should be included in the practical artifact for this module?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When should the issue be escalated for governance or leadership review?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516636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276088"/>
            <a:ext cx="102412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learner-facing slides, hide correct answers. For facilitator notes or template ingestion, use the JSON source as the authoritative answer key.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320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PHI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GOV 320: AI Documentation, Model Cards, and System Cards</dc:title>
  <dc:subject>Public Health AI Curriculum</dc:subject>
  <dc:creator>AI Playbook and Toolkit for Public Health Departments</dc:creator>
  <cp:lastModifiedBy>AI Playbook and Toolkit for Public Health Departments</cp:lastModifiedBy>
  <cp:revision>1</cp:revision>
  <dcterms:created xsi:type="dcterms:W3CDTF">2026-07-09T22:50:09Z</dcterms:created>
  <dcterms:modified xsi:type="dcterms:W3CDTF">2026-07-09T22:50:09Z</dcterms:modified>
</cp:coreProperties>
</file>