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program-management, governance-security, technical-architecture</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module focuses on managing vendor delivery, configuration, testing, issue resolution,.</a:t>
            </a:r>
            <a:endParaRPr lang="en-US" sz="1380" dirty="0"/>
          </a:p>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Vendor Implementation Management matters because AI adoption changes how public health.</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managing vendor.</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 vendor implementation management artifact for one AI-supported.</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Vendor Implementation Management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 vendor implementation management has been applied.</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2026-07-13T02:11:44Z</dcterms:created>
  <dcterms:modified xsi:type="dcterms:W3CDTF">2026-07-13T02:11:44Z</dcterms:modified>
</cp:coreProperties>
</file>