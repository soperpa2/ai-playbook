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synthetic data for public health ai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synthetic data for public health ai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synthetic dataset assessment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synthetic dataset assessment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synthetic dataset assessment that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are artificially generated data that are designed to resemble.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synthetic data can support training, software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learners understand both the promise and limitations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artificially generated data that are designed to resemble.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for Public Health AI matters because AI systems are embedded.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for Public Health AI matters because AI systems are embedded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are generated data designed to preserve selected patterns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value of synthetic data depends on the purpose.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dataset that is useful for training staff on a dashboard may not be valid.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generated data designed to preserve selected patterns of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Synthetic data are generated data designed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dataset that is useful for training staff on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risk does not disappear simply because.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want synthetic eCR data to train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synthetic data should include realistic combinations of symptoms, lab.</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document that the data are intended for training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synthetic eCR data to train disease investigators.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want synthetic eCR data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synthetic data should include realistic.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document that the data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Synthetic data development begins by defining the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Training data for staff exercises can be less statistically faithful than.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evaluation data require more rigorous review because the synthetic.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development begins by defining the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synthetic dataset assessment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synthetic dataset assessment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synthetic dataset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synthetic.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synthetic dataset assessment. It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synthetic.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synthetic data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synthetic data for public health ai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synthetic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 and differential privacy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2026-07-13T03:27:51Z</dcterms:created>
  <dcterms:modified xsi:type="dcterms:W3CDTF">2026-07-13T03:27:51Z</dcterms:modified>
</cp:coreProperties>
</file>