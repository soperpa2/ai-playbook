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Literacy for Public Health Staff is designed for an individual learner using the AI Playbook and Toolkit for Public Health Departments.
AI literacy means you can recognize AI use, understand major failure modes, protect sensitive data, communicate uncertainty, document use, and know when not to use AI.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Role-based AI literacy matrix.
Produce or contribute to: Training plan.
Produce or contribute to: Staff concern reporting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literacy is a workforce capability. You should know what AI is, what it is approved for, what data may be used, how outputs can fail, how to document AI use, and when to escalate concerns. Literacy expectations should be role-based because leaders, program colleagues, analysts, IT, privacy, procurement, communications, and governance members have different responsibilities.
AI literacy is a baseline workforce skill for responsible adoption. You may not need the same level of technical expertise, but everyone using or overseeing AI should understand approved uses, prohibited data, common failure modes, and escalation expectations.
Role-based literacy matters. Executives need to understand governance and risk. Program you need workflow and review guidance. Analysts need validation and monitoring practices. Procurement you need vendor and contract questions. Communications you need standards for public-facing content.
Your training should give staff practical confidence: how to use approved tools, how to protect sensitive data, how to check outputs, how to document AI assistance, and when to stop and ask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governance: The structures, policies, roles, review pathways, and oversight processes used to guide responsible AI use before, during, and after deployment.
Data classification: Sorting data into sensitivity levels, such as public, internal, confidential, protected, restricted, or sovereign, so staff know which AI environments and safeguards are appropriate.
Hallucination: A fluent but false or unsupported AI output. Hallucinations can include fabricated citations, incorrect policy summaries, inaccurate clinical or epidemiologic statements, or confident answers outside the model's knowledge.
Human-in-the-loop: A workflow design in which a person reviews, approves, corrects, or overrides AI outputs before they affect decisions, services, communications, or public health action.
Prompt: The instruction, question, source material, or task description provided to a generative AI system. A good prompt states the role, goal, audience, constraints, required sources, format, and review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AI policy: An agency policy that defines expectations for transparency, privacy, security, equity, human oversight, safety, legal compliance, scientific integrity, accountability,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Role-based training matrix is a core concept for this lesson because it turns ai literacy for public health staff from an abstract AI topic into something you can recognize in daily public health work. A table that identifies what each role needs to know, from basic awareness to advanced governance or technical review.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AI literacy is a core concept for this lesson because it turns ai literacy for public health staff from an abstract AI topic into something you can recognize in daily public health work. The ability to recognize AI use, understand major risks, protect data, review outputs, and know when to escalate concerns.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Concern reporting pathway is a core concept for this lesson because it turns ai literacy for public health staff from an abstract AI topic into something you can recognize in daily public health work. A simple route for staff to report unsafe, biased, inaccurate, or unauthorized AI use.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Role-based AI training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Prompt and privacy coaching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Staff reporting pathways for concerns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5, Play 6, Play 10) to identify the decisions, approvals, people, and timing needed for responsible implementation. Use the related tools (Tool 27, Tool 24, Tool 26, Tool 28, Tool 29) to create documentation that can be reviewed, saved, revised, and used as evidence of readiness. The practical exercise asks you to produce evidence that can feed into that work: Create a role-based training matrix for executives, program colleagues, analysts, IT, privacy, procurement, communications, and governance members.
The main guardrail for this lesson is that You should not be asked to use AI tools before they understand privacy, hallucination, bias, documentation, and human review expectations.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AI literacy is necessary for safe use at every level of the department. You need role-appropriate knowledge before they are asked to use AI tools, review outputs, approve vendors, participate in governance, or explain AI to the public.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role-based training matrix for executives, program colleagues, analysts, IT, privacy, procurement, communications, and governance members.
Role-based AI literacy matrix
Training plan
Staff concern reporting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each role need to know to use or oversee AI responsibly?
How will the department train new staff and refresh training over time?
How will staff report concerns, near misses, or unsafe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ASPPH AI Framework Report: AI literacy, bridge professional, and workforce preparation concepts for public health. https://aspph.org/initiatives/ai-for-public-health/ai-framework-report/
Public Health Foundation TRAIN Learning Network: Training platform for public health workforce development. https://www.train.org/
CDC Public Health Workforce Development: Public health workforce training and capability-building context. https://www.cdc.gov/workforce/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AI Literacy for Public Health Staff</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Literacy for Public Health Staff</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Role-based AI literacy matrix.</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Training plan.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Literacy for Public Health Staff</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AI literacy is a workforce capability. You should know what AI is, what it is approved for, what data may be used, how outputs can fail, how to document AI use, and when to escalate concerns. Literacy expectations should be role-based because leaders, program colleagues, analysts, IT, privacy, procurement, communications, and governance members have different responsibilities.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Literacy for Public Health Staff</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AI governance: The structures, policies, roles, review pathways, and oversight processes used to guide responsible AI use before, during, and after deployment.</a:t>
            </a:r>
            <a:endParaRPr lang="en-US" sz="1320" dirty="0"/>
          </a:p>
          <a:p>
            <a:r>
              <a:rPr lang="en-US" sz="1320" dirty="0">
                <a:solidFill>
                  <a:srgbClr val="17364A"/>
                </a:solidFill>
                <a:latin typeface="Aptos" pitchFamily="34" charset="0"/>
                <a:ea typeface="Aptos" pitchFamily="34" charset="-122"/>
                <a:cs typeface="Aptos" pitchFamily="34" charset="-120"/>
              </a:rPr>
              <a:t>Data classification: Sorting data into sensitivity levels, such as public, internal, confidential, protected, restricted, or sovereign, so staff know which AI environments and safeguards are appropriate.</a:t>
            </a:r>
            <a:endParaRPr lang="en-US" sz="1320" dirty="0"/>
          </a:p>
          <a:p>
            <a:r>
              <a:rPr lang="en-US" sz="1320" dirty="0">
                <a:solidFill>
                  <a:srgbClr val="17364A"/>
                </a:solidFill>
                <a:latin typeface="Aptos" pitchFamily="34" charset="0"/>
                <a:ea typeface="Aptos" pitchFamily="34" charset="-122"/>
                <a:cs typeface="Aptos" pitchFamily="34" charset="-120"/>
              </a:rPr>
              <a:t>Hallucination: A fluent but false or unsupported AI output. Hallucinations can include fabricated citations, incorrect policy summaries, inaccurate clinical or epidemiologic statements, or confident answers outside the.</a:t>
            </a:r>
            <a:endParaRPr lang="en-US" sz="1320" dirty="0"/>
          </a:p>
          <a:p>
            <a:r>
              <a:rPr lang="en-US" sz="1320" dirty="0">
                <a:solidFill>
                  <a:srgbClr val="17364A"/>
                </a:solidFill>
                <a:latin typeface="Aptos" pitchFamily="34" charset="0"/>
                <a:ea typeface="Aptos" pitchFamily="34" charset="-122"/>
                <a:cs typeface="Aptos" pitchFamily="34" charset="-120"/>
              </a:rPr>
              <a:t>Human-in-the-loop: A workflow design in which a person reviews, approves, corrects, or overrides AI outputs before they affect decisions, services, communications, or public health action.</a:t>
            </a:r>
            <a:endParaRPr lang="en-US" sz="1320" dirty="0"/>
          </a:p>
          <a:p>
            <a:r>
              <a:rPr lang="en-US" sz="1320" dirty="0">
                <a:solidFill>
                  <a:srgbClr val="17364A"/>
                </a:solidFill>
                <a:latin typeface="Aptos" pitchFamily="34" charset="0"/>
                <a:ea typeface="Aptos" pitchFamily="34" charset="-122"/>
                <a:cs typeface="Aptos" pitchFamily="34" charset="-120"/>
              </a:rPr>
              <a:t>Prompt: The instruction, question, source material, or task description provided to a generative AI system. A good prompt states the role, goal, audience, constraints, required sources, format, and review expectations.</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Literacy for Public Health Staff</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 Continued</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Responsible AI policy: An agency policy that defines expectations for transparency, privacy, security, equity, human oversight, safety, legal compliance, scientific integrity, accountability, and monitoring.</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Literacy for Public Health Staff</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Role-based training matrix is a core concept for this lesson because it turns ai literacy for public health staff from an abstract AI topic into something you can recognize in daily public health work. A table that identifies what each role needs to know, from basic awareness to advanced governance or technical review.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AI literacy is a core concept for this lesson because it turns ai literacy for public health staff from an abstract AI topic into something you can recognize in daily public health work. The ability to recognize AI use, understand major risks, protect data, review outputs, and know when to escalate concerns.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Concern reporting pathway is a core concept for this lesson because it turns ai literacy for public health staff from an abstract AI topic into something you can recognize in daily public health work. A simple route for staff to report unsafe, biased, inaccurate, or unauthorized AI use.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Literacy for Public Health Staff</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Role-based AI training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Prompt and privacy coaching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Staff reporting pathways for concerns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Literacy for Public Health Staff</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5, Play 6, Play 10) to identify the decisions, approvals, people, and timing needed for responsible implementation. Use the related tools (Tool 27, Tool 24, Tool 26, Tool 28, Tool 29) to create documentation that can be reviewed, saved, revised, and used as evidence of readiness. The practical exercise asks you to produce evidence that can feed into that work: Create a role-based training matrix for executives, program colleagues, analysts, IT, privacy, procurement, communications, and governance members. The main guardrail for this lesson is that You should not be asked to use AI tools before they understand privacy, hallucination, bias, documentation, and human review expectations.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Literacy for Public Health Staff</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AI literacy is necessary for safe use at every level of the department. You need role-appropriate knowledge before they are asked to use AI tools, review outputs, approve vendors, participate in governance, or explain AI to the public.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Literacy for Public Health Staff</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Create a role-based training matrix for executives, program colleagues, analysts, IT, privacy, procurement, communications, and governance members.</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Role-based AI literacy matrix</a:t>
            </a:r>
            <a:endParaRPr lang="en-US" sz="1400" dirty="0"/>
          </a:p>
          <a:p>
            <a:r>
              <a:rPr lang="en-US" sz="1400" dirty="0">
                <a:solidFill>
                  <a:srgbClr val="17364A"/>
                </a:solidFill>
                <a:latin typeface="Aptos" pitchFamily="34" charset="0"/>
                <a:ea typeface="Aptos" pitchFamily="34" charset="-122"/>
                <a:cs typeface="Aptos" pitchFamily="34" charset="-120"/>
              </a:rPr>
              <a:t>Expected artifact: Training plan</a:t>
            </a:r>
            <a:endParaRPr lang="en-US" sz="1400" dirty="0"/>
          </a:p>
          <a:p>
            <a:r>
              <a:rPr lang="en-US" sz="1400" dirty="0">
                <a:solidFill>
                  <a:srgbClr val="17364A"/>
                </a:solidFill>
                <a:latin typeface="Aptos" pitchFamily="34" charset="0"/>
                <a:ea typeface="Aptos" pitchFamily="34" charset="-122"/>
                <a:cs typeface="Aptos" pitchFamily="34" charset="-120"/>
              </a:rPr>
              <a:t>Expected artifact: Staff concern reporting pathway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Literacy for Public Health Staff</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What does each role need to know to use or oversee AI responsibly?</a:t>
            </a:r>
            <a:endParaRPr lang="en-US" sz="1500" dirty="0"/>
          </a:p>
          <a:p>
            <a:r>
              <a:rPr lang="en-US" sz="1500" dirty="0">
                <a:solidFill>
                  <a:srgbClr val="17364A"/>
                </a:solidFill>
                <a:latin typeface="Aptos" pitchFamily="34" charset="0"/>
                <a:ea typeface="Aptos" pitchFamily="34" charset="-122"/>
                <a:cs typeface="Aptos" pitchFamily="34" charset="-120"/>
              </a:rPr>
              <a:t>How will the department train new staff and refresh training over time?</a:t>
            </a:r>
            <a:endParaRPr lang="en-US" sz="1500" dirty="0"/>
          </a:p>
          <a:p>
            <a:r>
              <a:rPr lang="en-US" sz="1500" dirty="0">
                <a:solidFill>
                  <a:srgbClr val="17364A"/>
                </a:solidFill>
                <a:latin typeface="Aptos" pitchFamily="34" charset="0"/>
                <a:ea typeface="Aptos" pitchFamily="34" charset="-122"/>
                <a:cs typeface="Aptos" pitchFamily="34" charset="-120"/>
              </a:rPr>
              <a:t>How will staff report concerns, near misses, or unsafe outputs?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Literacy for Public Health Staff</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ASPPH AI Framework Report: AI literacy, bridge professional, and workforce preparation concepts for public health.</a:t>
            </a:r>
            <a:endParaRPr lang="en-US" sz="1280" dirty="0"/>
          </a:p>
          <a:p>
            <a:r>
              <a:rPr lang="en-US" sz="1280" dirty="0">
                <a:solidFill>
                  <a:srgbClr val="17364A"/>
                </a:solidFill>
                <a:latin typeface="Aptos" pitchFamily="34" charset="0"/>
                <a:ea typeface="Aptos" pitchFamily="34" charset="-122"/>
                <a:cs typeface="Aptos" pitchFamily="34" charset="-120"/>
              </a:rPr>
              <a:t>Public Health Foundation TRAIN Learning Network: Training platform for public health workforce development.</a:t>
            </a:r>
            <a:endParaRPr lang="en-US" sz="1280" dirty="0"/>
          </a:p>
          <a:p>
            <a:r>
              <a:rPr lang="en-US" sz="1280" dirty="0">
                <a:solidFill>
                  <a:srgbClr val="17364A"/>
                </a:solidFill>
                <a:latin typeface="Aptos" pitchFamily="34" charset="0"/>
                <a:ea typeface="Aptos" pitchFamily="34" charset="-122"/>
                <a:cs typeface="Aptos" pitchFamily="34" charset="-120"/>
              </a:rPr>
              <a:t>CDC Public Health Workforce Development: Public health workforce training and capability-building context.</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Literacy for Public Health Staff</dc:title>
  <dc:subject>AI Literacy for Public Health Staff learning module</dc:subject>
  <dc:creator>Paula Soper</dc:creator>
  <cp:lastModifiedBy>Paula Soper</cp:lastModifiedBy>
  <cp:revision>1</cp:revision>
  <dcterms:created xsi:type="dcterms:W3CDTF">2026-07-09T20:18:52Z</dcterms:created>
  <dcterms:modified xsi:type="dcterms:W3CDTF">2026-07-09T20:18:52Z</dcterms:modified>
</cp:coreProperties>
</file>