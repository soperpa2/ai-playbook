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310 Measuring AI Value, Performance, and Operational Impact
AI tools should be evaluated not only by model accuracy, but also by whether they improve public health operations and outcomes. This module teaches learners to define measures for timeliness, quality, equity, staff burden, cost, user satisfaction, safety, trust, and sustainability. It helps agencies avoid adopting AI because it is novel and instead assess whether it creates measurable public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Operations and Data Quality Track
Appears in tracks: operations-data-quality
AI tools should be evaluated not only by model accuracy, but also by whether they improve public health operations and outcomes. This module teaches learners to define measures for timeliness, quality, equity, staff burden, cost, user satisfaction, safety, trust, and sustainability. It helps agencies avoid adopting AI because it is novel and instead assess whether it creates measurable public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7: Prioritize Use Cases - This lesson informs Play 7 by helping learners connect the lesson topic to prioritize use cases work in the AI Playbook sequence.
Play 13: Monitor and Evaluate AI Systems - This lesson informs Play 13 by helping learners connect the lesson topic to monitor and evaluate ai systems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measuring ai value, performance, and operational impact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value and impact measurement plan that can support readiness assessment, governance review, procurement, implementation, or monitoring.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tools should be evaluated not only by model accuracy, but also by whether they improve public health operations and outcomes. This module teaches learners to define measures for timeliness, quality, equity, staff burden, cost, user satisfaction, safety, trust, and sustainability. It helps agencies avoid adopting AI because it is novel and instead assess whether it creates measurable public value.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Measuring AI Value, Performance, and Operational Impact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AI value is the benefit created by an AI-supported workflow relative to its costs, risks, and alternatives. Value may include faster response, improved quality, reduced burden, better access, stronger equity, improved documentation, or better use of limited resources.
Model performance measures how well the AI system performs a technical task. Operational impact measures whether the workflow actually improves public health practice. A model can have strong technical metrics and still fail to reduce burden, improve timeliness, or support equitable outcomes.
Evaluation should be planned before implementation. Agencies should define baseline measures, target outcomes, data sources, review frequency, and decision rules for continuation, modification, scaling, or retirement.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deploy AI to summarize case reports with the goal of reducing investigator burden. Accuracy alone is not enough to prove value. The agency should also measure review time, editing burden, error types, investigator satisfaction, case completion timeliness, escalation frequency, subgroup performance, and whether staff continue to trust and use the tool appropriately.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Value measurement begins with a theory of change. The team should explain how the AI capability is expected to improve the workflow and which outcomes should change. For example, a summarization tool may reduce review time, improve completeness, and allow staff to focus on complex cases. These assumptions should be tested rather than assumed.
Measures should include technical, operational, equity, and governance indicators. Technical indicators may include accuracy, error rates, latency, and uptime. Operational indicators may include timeliness, backlog, staff burden, user adoption, and quality. Equity indicators may include subgroup performance, access, language, disability, and community impact. Governance indicators may include documentation completeness, incident reports, and monitoring review completion.
Agencies should define action thresholds. If the tool produces too many errors, increases burden, performs poorly for a subgroup, or creates trust concerns, the agency should know whether to retrain, revise, restrict, pause, or retire the tool. Value measurement should support decisions, not merely reporting.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value and impact measurement plan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value and impact measurement plan. It should be specific to a public health workflow and should include technical dependencies, governance questions, human review expectations, monitoring indicators, and unresolved risks.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value and impact measurement plan. It should be specific to a public health workflow and should include technical dependencies, governance questions, human review expectations, monitoring indicators, and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measuring ai value, performance, and operational impact before deployment?
2. Which practice best supports responsible implementation?
3. Which statement best describes a common failure mode?
4. What should be included in the practical artifact for this module?
5. When should the issue be escalated for governance or leadership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Evaluation Framework: https://www.cdc.gov/evaluation/
CDC Public Health Data Strategy: https://www.cdc.gov/public-health-data-strategy/php/about/index.html
NIST Artificial Intelligence Risk Management Framework: https://www.nist.gov/itl/ai-risk-management-framework
NIST AI RMF Generative AI Profile: https://www.nist.gov/publications/artificial-intelligence-risk-management-framework-generative-artificial-intelligence
Agency performance management, quality improvement, equity, and evaluation policies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Measuring AI Value, Performance, and Operational Impact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tools should be evaluated not only by model accuracy, but also by whether they improve public health.</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to define measures for timeliness, quality, equity, staff burden, cost, user.</a:t>
            </a:r>
            <a:endParaRPr lang="en-US" sz="2100" dirty="0"/>
          </a:p>
          <a:p>
            <a:r>
              <a:rPr lang="en-US" sz="2100" dirty="0">
                <a:solidFill>
                  <a:srgbClr val="17364A"/>
                </a:solidFill>
                <a:latin typeface="Aptos" pitchFamily="34" charset="0"/>
                <a:ea typeface="Aptos" pitchFamily="34" charset="-122"/>
                <a:cs typeface="Aptos" pitchFamily="34" charset="-120"/>
              </a:rPr>
              <a:t>It helps agencies avoid adopting AI because it is novel and instead assess whether it creates measurable public.</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Operations and Data Quality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Shape 13"/>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7" name="Shape 15"/>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7" name="Shape 15"/>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7" name="Shape 15"/>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measuring ai value, performance, and operational impact in public health AI work.</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measuring ai value, performance, and operational impact in public health AI work.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AI value and impact measurement plan that can support readiness assessment, governance.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AI value and impact measurement plan that can support readiness assessment, governance.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tools should be evaluated not only by model accuracy, but also by whether they improve public health.</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to define measures for timeliness, quality, equity, staff burden, cost,.</a:t>
            </a:r>
            <a:endParaRPr lang="en-US" sz="2100" dirty="0"/>
          </a:p>
          <a:p>
            <a:r>
              <a:rPr lang="en-US" sz="2100" dirty="0">
                <a:solidFill>
                  <a:srgbClr val="17364A"/>
                </a:solidFill>
                <a:latin typeface="Aptos" pitchFamily="34" charset="0"/>
                <a:ea typeface="Aptos" pitchFamily="34" charset="-122"/>
                <a:cs typeface="Aptos" pitchFamily="34" charset="-120"/>
              </a:rPr>
              <a:t>It helps agencies avoid adopting AI because it is novel and instead assess whether it creates.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tools should be evaluated not only by model accuracy, but also by whether they improve public health.</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Measuring AI Value, Performance, and Operational Impact matters because AI systems are embedded in.</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Measuring AI Value, Performance, and Operational Impact matters because AI systems are embedded in.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value is the benefit created by an AI-supported workflow relative to its costs, risks, and.</a:t>
            </a:r>
            <a:endParaRPr lang="en-US" sz="2100" dirty="0"/>
          </a:p>
          <a:p>
            <a:r>
              <a:rPr lang="en-US" sz="2100" dirty="0">
                <a:solidFill>
                  <a:srgbClr val="17364A"/>
                </a:solidFill>
                <a:latin typeface="Aptos" pitchFamily="34" charset="0"/>
                <a:ea typeface="Aptos" pitchFamily="34" charset="-122"/>
                <a:cs typeface="Aptos" pitchFamily="34" charset="-120"/>
              </a:rPr>
              <a:t>Value may include faster response, improved quality, reduced burden, better access, stronger equity,.</a:t>
            </a:r>
            <a:endParaRPr lang="en-US" sz="2100" dirty="0"/>
          </a:p>
          <a:p>
            <a:r>
              <a:rPr lang="en-US" sz="2100" dirty="0">
                <a:solidFill>
                  <a:srgbClr val="17364A"/>
                </a:solidFill>
                <a:latin typeface="Aptos" pitchFamily="34" charset="0"/>
                <a:ea typeface="Aptos" pitchFamily="34" charset="-122"/>
                <a:cs typeface="Aptos" pitchFamily="34" charset="-120"/>
              </a:rPr>
              <a:t>Model performance measures how well the AI system performs a technical task.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value is the benefit created by an AI-supported workflow relative to its costs, risks, and.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deploy AI to summarize case reports with the goal of reducing investigator.</a:t>
            </a:r>
            <a:endParaRPr lang="en-US" sz="2100" dirty="0"/>
          </a:p>
          <a:p>
            <a:r>
              <a:rPr lang="en-US" sz="2100" dirty="0">
                <a:solidFill>
                  <a:srgbClr val="17364A"/>
                </a:solidFill>
                <a:latin typeface="Aptos" pitchFamily="34" charset="0"/>
                <a:ea typeface="Aptos" pitchFamily="34" charset="-122"/>
                <a:cs typeface="Aptos" pitchFamily="34" charset="-120"/>
              </a:rPr>
              <a:t>Accuracy alone is not enough to prove value.</a:t>
            </a:r>
            <a:endParaRPr lang="en-US" sz="2100" dirty="0"/>
          </a:p>
          <a:p>
            <a:r>
              <a:rPr lang="en-US" sz="2100" dirty="0">
                <a:solidFill>
                  <a:srgbClr val="17364A"/>
                </a:solidFill>
                <a:latin typeface="Aptos" pitchFamily="34" charset="0"/>
                <a:ea typeface="Aptos" pitchFamily="34" charset="-122"/>
                <a:cs typeface="Aptos" pitchFamily="34" charset="-120"/>
              </a:rPr>
              <a:t>The agency should also measure review time, editing burden, error types, investigator satisfaction,.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deploy AI to summarize case reports with the goal of reducing investigator.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Value measurement begins with a theory of change.</a:t>
            </a:r>
            <a:endParaRPr lang="en-US" sz="2100" dirty="0"/>
          </a:p>
          <a:p>
            <a:r>
              <a:rPr lang="en-US" sz="2100" dirty="0">
                <a:solidFill>
                  <a:srgbClr val="17364A"/>
                </a:solidFill>
                <a:latin typeface="Aptos" pitchFamily="34" charset="0"/>
                <a:ea typeface="Aptos" pitchFamily="34" charset="-122"/>
                <a:cs typeface="Aptos" pitchFamily="34" charset="-120"/>
              </a:rPr>
              <a:t>The team should explain how the AI capability is expected to improve the workflow and which outcomes.</a:t>
            </a:r>
            <a:endParaRPr lang="en-US" sz="2100" dirty="0"/>
          </a:p>
          <a:p>
            <a:r>
              <a:rPr lang="en-US" sz="2100" dirty="0">
                <a:solidFill>
                  <a:srgbClr val="17364A"/>
                </a:solidFill>
                <a:latin typeface="Aptos" pitchFamily="34" charset="0"/>
                <a:ea typeface="Aptos" pitchFamily="34" charset="-122"/>
                <a:cs typeface="Aptos" pitchFamily="34" charset="-120"/>
              </a:rPr>
              <a:t>For example, a summarization tool may reduce review time, improve completeness, and allow staff to.</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Value measurement begins with a theory of change.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AI value and impact measurement plan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AI value and impact measurement plan for one real or realistic public health AI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value and impact measurement plan.</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value and impact measurement plan.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value and impact measurement plan. It should be specific to a.</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value and impact measurement plan. It should be specific to a.</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measuring ai value, performance, and operational impact before.</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measuring ai value, performance, and operational impact before.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Evaluation Framework: https://www.cdc.gov/evaluation/</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Evaluation Framework: https://www.cdc.gov/evaluation/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Measuring AI Value, Performance, and Operational Impact</dc:title>
  <dc:subject>Measuring AI Value, Performance, and Operational Impact learning module</dc:subject>
  <dc:creator>Paula Soper</dc:creator>
  <cp:lastModifiedBy>Paula Soper</cp:lastModifiedBy>
  <cp:revision>1</cp:revision>
  <dcterms:created xsi:type="dcterms:W3CDTF">2026-07-13T01:54:45Z</dcterms:created>
  <dcterms:modified xsi:type="dcterms:W3CDTF">2026-07-13T01:54:45Z</dcterms:modified>
</cp:coreProperties>
</file>