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330 Data Governance for AI-Ready Public Health Data
AI-ready data require governance before they require a model. Data governance defines ownership, stewardship, metadata, permissible use, data quality expectations, access rules, retention, lineage, and accountability. This module helps learners connect governance practices to safe AI use across surveillance, analytics, automation, public communication, and vendor-supported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operations-data-quality
AI-ready data require governance before they require a model. Data governance defines ownership, stewardship, metadata, permissible use, data quality expectations, access rules, retention, lineage, and accountability. This module helps learners connect governance practices to safe AI use across surveillance, analytics, automation, public communication, and vendor-supported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data governance for ai-ready public health data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AI-ready data governance checklist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AI-ready data require governance before they require a model. Data governance defines ownership, stewardship, metadata, permissible use, data quality expectations, access rules, retention, lineage, and accountability. This module helps learners connect governance practices to safe AI use across surveillance, analytics, automation, public communication, and vendor-supported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Data Governance for AI-Ready Public Health Data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Data governance is the set of decision rights, roles, policies, standards, and practices that guide how data are collected, managed, protected, shared, used, and retired. AI-ready data depend on governance because data must be understandable, authorized, high quality, and fit for use.
Data stewardship assigns responsibility for data quality, definitions, metadata, access, and appropriate use. Stewards do not necessarily own the data alone, but they help ensure that data are managed consistently and that users understand limitations.
Metadata describe the meaning, source, structure, quality, and permitted use of data. Without metadata, AI teams may misinterpret fields, misuse denominators, overlook missingness, or fail to recognize that a dataset is not appropriate for the intended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may want to use multiple datasets to prioritize outreach for vaccination. Data governance would clarify which datasets can be linked, which fields are authoritative, which populations are underrepresented, who can approve use, how long data can be retained, and how results can be shared. Without governance, the model may appear technical while resting on unclear authority and inconsistent data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AI-ready data begin with inventory. Agencies should know what datasets exist, who stewards them, what they contain, how often they are updated, what quality issues are known, and what uses are permitted. A data catalog can make this information visible to program, analytics, informatics, and governance teams.
Governance must also address data lineage and transformation. AI outputs may depend on mapped, linked, deduplicated, geocoded, imputed, or aggregated data. Staff need to understand how those transformations were performed and whether they are appropriate for the AI use case.
Permissible use should be explicit. Public health data may be collected under specific legal authorities or agreements. AI use may be appropriate for one purpose and inappropriate for another. Governance should define approved uses, prohibited uses, review pathways, and documentation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AI-ready data governance checklist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AI-ready data governance checklist.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AI-ready data governance checklist.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data governance for ai-ready public health data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
Agency privacy, cybersecurity, data governance, procurement,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Data Governance for AI-Ready Public Health Data</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intermediate/practitioner</a:t>
            </a:r>
            <a:endParaRPr lang="en-US" sz="1600" dirty="0"/>
          </a:p>
          <a:p>
            <a:r>
              <a:rPr lang="en-US" sz="1600" dirty="0">
                <a:solidFill>
                  <a:srgbClr val="17364A"/>
                </a:solidFill>
                <a:latin typeface="Aptos" pitchFamily="34" charset="0"/>
                <a:ea typeface="Aptos" pitchFamily="34" charset="-122"/>
                <a:cs typeface="Aptos" pitchFamily="34" charset="-120"/>
              </a:rPr>
              <a:t>Primary track: Governance and Security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operations-data-quality</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AI-ready data require governance before they require a model. Data governance defines ownership, stewardship, metadata, permissible use, data quality expectations, access rules, retention, lineage, and accountability. This module helps learners connect governance practices to safe AI use across surveillance, analytics, automation, public communication, and vendor-supported systems.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the purpose of data governance for ai-ready public health data in public health AI work.</a:t>
            </a:r>
            <a:endParaRPr lang="en-US" sz="1450" dirty="0"/>
          </a:p>
          <a:p>
            <a:r>
              <a:rPr lang="en-US" sz="145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 the topic.</a:t>
            </a:r>
            <a:endParaRPr lang="en-US" sz="1450" dirty="0"/>
          </a:p>
          <a:p>
            <a:r>
              <a:rPr lang="en-US" sz="145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1450" dirty="0"/>
          </a:p>
          <a:p>
            <a:r>
              <a:rPr lang="en-US" sz="1450" dirty="0">
                <a:solidFill>
                  <a:srgbClr val="17364A"/>
                </a:solidFill>
                <a:latin typeface="Aptos" pitchFamily="34" charset="0"/>
                <a:ea typeface="Aptos" pitchFamily="34" charset="-122"/>
                <a:cs typeface="Aptos" pitchFamily="34" charset="-120"/>
              </a:rPr>
              <a:t>Recognize common failure modes that can affect safety, accuracy, trust, workflow fit, or sustainability.</a:t>
            </a:r>
            <a:endParaRPr lang="en-US" sz="1450" dirty="0"/>
          </a:p>
          <a:p>
            <a:r>
              <a:rPr lang="en-US" sz="1450" dirty="0">
                <a:solidFill>
                  <a:srgbClr val="17364A"/>
                </a:solidFill>
                <a:latin typeface="Aptos" pitchFamily="34" charset="0"/>
                <a:ea typeface="Aptos" pitchFamily="34" charset="-122"/>
                <a:cs typeface="Aptos" pitchFamily="34" charset="-120"/>
              </a:rPr>
              <a:t>Identify practical guardrails that should be documented before implementation.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Produce a AI-ready data governance checklist that can support readiness assessment, governance review, procurement, implementation, or monitoring.</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AI-ready data require governance before they require a model. Data governance defines ownership, stewardship, metadata, permissible use, data quality expectations, access rules, retention, lineage, and accountability. This module helps learners connect governance practices to safe AI use across surveillance, analytics, automation, public communication, and vendor-supported systems.</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Data Governance for AI-Ready Public Health Data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Data governance is the set of decision rights, roles, policies, standards, and practices that guide how data are collected, managed, protected, shared, used, and retired. AI-ready data depend on governance because data must be understandable, authorized, high quality, and fit for use. Data stewardship assigns responsibility for data quality, definitions, metadata, access, and appropriate use. Stewards do not necessarily own the data alone, but they help ensure that data are managed consistently and that users understand limitations. Metadata describe the meaning, source, structure, quality, and permitted use of data. Without metadata, AI teams may misinterpret fields, misuse denominators, overlook missingness, or fail to recognize that a dataset is not appropriate for the intended use.</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public health agency may want to use multiple datasets to prioritize outreach for vaccination. Data governance would clarify which datasets can be linked, which fields are authoritative, which populations are underrepresented, who can approve use, how long data can be retained, and how results can be shared. Without governance, the model may appear technical while resting on unclear authority and inconsistent data definitions.</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AI-ready data begin with inventory. Agencies should know what datasets exist, who stewards them, what they contain, how often they are updated, what quality issues are known, and what uses are permitted. A data catalog can make this information visible to program, analytics, informatics, and governance teams. Governance must also address data lineage and transformation. AI outputs may depend on mapped, linked, deduplicated, geocoded, imputed, or aggregated data. Staff need to understand how those transformations were performed and whether they are appropriate for the AI use case. Permissible use should be explicit. Public health data may be collected under specific legal authorities or agreements. AI use may be appropriate for one purpose and inappropriate for another. Governance should define approved uses, prohibited uses, review pathways, and documentation requirements.</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Which safeguards should be required before pilot testing? Who owns ongoing monitoring and review?</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AI-ready data governance checklist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The expected artifact is a completed AI-ready data governance checklist. It should be specific to a public health workflow and should include technical dependencies, governance questions, human review expectations, monitoring indicators, and unresolved risks.</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The expected artifact is a completed AI-ready data governance checklist. It should be specific to a public health workflow and should include technical dependencies, governance questions, human review expectations, monitoring indicators, and.</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best reason to address data governance for ai-ready public health data before deployment?</a:t>
            </a:r>
            <a:endParaRPr lang="en-US" sz="1450" dirty="0"/>
          </a:p>
          <a:p>
            <a:r>
              <a:rPr lang="en-US" sz="1450" dirty="0">
                <a:solidFill>
                  <a:srgbClr val="17364A"/>
                </a:solidFill>
                <a:latin typeface="Aptos" pitchFamily="34" charset="0"/>
                <a:ea typeface="Aptos" pitchFamily="34" charset="-122"/>
                <a:cs typeface="Aptos" pitchFamily="34" charset="-120"/>
              </a:rPr>
              <a:t>2. Which practice best supports responsible implementation?</a:t>
            </a:r>
            <a:endParaRPr lang="en-US" sz="1450" dirty="0"/>
          </a:p>
          <a:p>
            <a:r>
              <a:rPr lang="en-US" sz="1450" dirty="0">
                <a:solidFill>
                  <a:srgbClr val="17364A"/>
                </a:solidFill>
                <a:latin typeface="Aptos" pitchFamily="34" charset="0"/>
                <a:ea typeface="Aptos" pitchFamily="34" charset="-122"/>
                <a:cs typeface="Aptos" pitchFamily="34" charset="-120"/>
              </a:rPr>
              <a:t>3. Which statement best describes a common failure mode?</a:t>
            </a:r>
            <a:endParaRPr lang="en-US" sz="1450" dirty="0"/>
          </a:p>
          <a:p>
            <a:r>
              <a:rPr lang="en-US" sz="1450" dirty="0">
                <a:solidFill>
                  <a:srgbClr val="17364A"/>
                </a:solidFill>
                <a:latin typeface="Aptos" pitchFamily="34" charset="0"/>
                <a:ea typeface="Aptos" pitchFamily="34" charset="-122"/>
                <a:cs typeface="Aptos" pitchFamily="34" charset="-120"/>
              </a:rPr>
              <a:t>4. What should be included in the practical artifact for this module?</a:t>
            </a:r>
            <a:endParaRPr lang="en-US" sz="1450" dirty="0"/>
          </a:p>
          <a:p>
            <a:r>
              <a:rPr lang="en-US" sz="1450" dirty="0">
                <a:solidFill>
                  <a:srgbClr val="17364A"/>
                </a:solidFill>
                <a:latin typeface="Aptos" pitchFamily="34" charset="0"/>
                <a:ea typeface="Aptos" pitchFamily="34" charset="-122"/>
                <a:cs typeface="Aptos" pitchFamily="34" charset="-120"/>
              </a:rPr>
              <a:t>5. When should the issue be escalated for governance or leadership review?</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NIST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and Data Modernization resources: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OWASP Top 10 for LLM Applications, when security or AI integrations are relevant</a:t>
            </a:r>
            <a:endParaRPr lang="en-US" sz="1450" dirty="0"/>
          </a:p>
          <a:p>
            <a:r>
              <a:rPr lang="en-US" sz="145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Governance for AI-Ready Public Health Data</dc:title>
  <dc:subject>Data Governance for AI-Ready Public Health Data learning module</dc:subject>
  <dc:creator>Paula Soper</dc:creator>
  <cp:lastModifiedBy>Paula Soper</cp:lastModifiedBy>
  <cp:revision>1</cp:revision>
  <dcterms:created xsi:type="dcterms:W3CDTF">2026-07-12T18:22:13Z</dcterms:created>
  <dcterms:modified xsi:type="dcterms:W3CDTF">2026-07-12T18:22:13Z</dcterms:modified>
</cp:coreProperties>
</file>