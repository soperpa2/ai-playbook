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explain how AI is used in ways that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Transparency reporting helps agencies communicate what AI tools are in use, why they are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leaders design AI transparency practices that are meaningful, not.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Governance and Security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 tool to complete 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transparency reporting matters for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which AI uses should be disclosed internally, publicly, or to specific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contents for an AI transparency notice or AI use registry.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Balance transparency with privacy, security, confidentiality,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draft AI transparency reporting template.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explain how AI is used in ways that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Transparency reporting helps agencies communicate what AI tools are in use, why they are used,.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leaders design AI transparency practices that are meaningful, not.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depends on trust.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communities discover that AI is being used in surveillance, communication, service routing,.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Transparency does not require agencies to disclose every technical detail, but it does require.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depends on trust.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uses AI to draft public health messages, summarize internal reports,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uses may not require broad public disclosure, while others may affect public services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registry does not need to reveal sensitive security details, but it should identify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public health messages,.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Some uses may not require broad public disclosure, while others.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registry does not need to reveal sensitive security details,.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Transparency reporting should be risk-based.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Low-risk internal tools may be documented in an internal registry.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Tools that influence public communication, prioritization, access, enforcement,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Transparency reporting should be risk-based.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Tools that influence public communication, prioritization,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High-impact tools may require more detailed documentation, such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reporting process should be accessible.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transparency theater.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may publish broad statements about responsible AI without disclosing actual uses,.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maintain an AI use registry with concrete information about approved and.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transparency theater.</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may publish broad statements about responsible AI without.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maintain an AI use registry with concrete.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risk is over-disclosure of sensitive details.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transparency may explain when AI assists drafting and how human review occurs.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transparency may explain what the model supports, what decisions remain.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transparency may explain what actions are automated, what approvals are required,.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transparency may explain when AI assists drafting and how human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transparency may explain what the model.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transparency may explain what actions are automated,.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transparency reporting template and apply it to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purpose, owner, users, data categories, risk level, safeguards, human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transparency reporting template and apply it to one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purpose, owner, users, data categories, risk level,.</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transparency template; sample AI use registry entry; public notice draft; internal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transparency template; sample AI use registry entry; public.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transparency template; sample AI use registry entry; public notice draft; internal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transparency template; sample AI use registry entry; public.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2026-07-13T02:33:45Z</dcterms:created>
  <dcterms:modified xsi:type="dcterms:W3CDTF">2026-07-13T02:33:45Z</dcterms:modified>
</cp:coreProperties>
</file>