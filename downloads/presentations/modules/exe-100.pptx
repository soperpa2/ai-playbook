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100 Executive AI Briefing for Public Health Leaders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Public Health Executive Leadership Track
Appears in tracks: public-health-executive-leadership, governance-security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executive ai briefing for public health leaders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Executive AI Briefing for Public Health Leaders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decision-focused AI briefing for health officers and senior leaders.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executive ai briefing for public health leaders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Executive AI Briefing for Public Health Leaders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Executive AI Briefing for Public Health Leaders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executive ai briefing for public health leaders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Executive AI Briefing for Public Health Leaders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decision-focused AI briefing for health officers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introductory Primary track: Public Health Executive Leadership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executive ai briefing for public health leaders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executive ai briefing for public health leaders in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decision-focused AI briefing for health officers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decision-focused AI briefing for health officers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It is designed for public health staff who must.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helps learners move beyond general.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emphasizes paragraph-based reasoning, defined.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Executive AI Briefing for Public Health Leaders matters because AI adoption.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Executive AI Briefing for Public Health Leaders matters because AI adoption.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Executive AI Briefing for Public Health Leaders.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Without a structured approach, staff may rely 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operate under legal.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executive ai briefing for public health leaders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executive ai briefing for public health leaders artifact for.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executive ai briefing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Executive AI Briefing for Public Health Leaders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Executive AI Briefing for Public Health Leaders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Executive AI Briefing for Public Health Leaders.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Executive AI Briefing for Public Health Leaders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Executive AI Briefing for Public Health Leaders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executive ai briefing for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executive ai briefing for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executive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Executive AI Briefing for Public Health Leaders</dc:title>
  <dc:subject>Executive AI Briefing for Public Health Leaders learning module</dc:subject>
  <dc:creator>Paula Soper</dc:creator>
  <cp:lastModifiedBy>Paula Soper</cp:lastModifiedBy>
  <cp:revision>1</cp:revision>
  <dcterms:created xsi:type="dcterms:W3CDTF">2026-07-14T04:35:31Z</dcterms:created>
  <dcterms:modified xsi:type="dcterms:W3CDTF">2026-07-14T04:35:31Z</dcterms:modified>
</cp:coreProperties>
</file>