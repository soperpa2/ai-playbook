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 who.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 summarize.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analytics-and-modeling, governance-and-security, epidemiology, policy, communications</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2100" dirty="0"/>
          </a:p>
          <a:p>
            <a:r>
              <a:rPr lang="en-US" sz="2100" dirty="0">
                <a:solidFill>
                  <a:srgbClr val="17364A"/>
                </a:solidFill>
                <a:latin typeface="Aptos" pitchFamily="34" charset="0"/>
                <a:ea typeface="Aptos" pitchFamily="34" charset="-122"/>
                <a:cs typeface="Aptos" pitchFamily="34" charset="-120"/>
              </a:rPr>
              <a:t>Identify relevant subgroups and contextual factors for equity evaluation in public health.</a:t>
            </a:r>
            <a:endParaRPr lang="en-US" sz="2100" dirty="0"/>
          </a:p>
          <a:p>
            <a:r>
              <a:rPr lang="en-US" sz="2100" dirty="0">
                <a:solidFill>
                  <a:srgbClr val="17364A"/>
                </a:solidFill>
                <a:latin typeface="Aptos" pitchFamily="34" charset="0"/>
                <a:ea typeface="Aptos" pitchFamily="34" charset="-122"/>
                <a:cs typeface="Aptos" pitchFamily="34" charset="-120"/>
              </a:rPr>
              <a:t>Assess data representativeness, missingness, and measurement bias before model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2100" dirty="0"/>
          </a:p>
          <a:p>
            <a:r>
              <a:rPr lang="en-US" sz="2100" dirty="0">
                <a:solidFill>
                  <a:srgbClr val="17364A"/>
                </a:solidFill>
                <a:latin typeface="Aptos" pitchFamily="34" charset="0"/>
                <a:ea typeface="Aptos" pitchFamily="34" charset="-122"/>
                <a:cs typeface="Aptos" pitchFamily="34" charset="-120"/>
              </a:rPr>
              <a:t>Overall performance appears acceptable, but subgroup review shows lower sensitivity for rural clients.</a:t>
            </a:r>
            <a:endParaRPr lang="en-US" sz="2100" dirty="0"/>
          </a:p>
          <a:p>
            <a:r>
              <a:rPr lang="en-US" sz="2100" dirty="0">
                <a:solidFill>
                  <a:srgbClr val="17364A"/>
                </a:solidFill>
                <a:latin typeface="Aptos" pitchFamily="34" charset="0"/>
                <a:ea typeface="Aptos" pitchFamily="34" charset="-122"/>
                <a:cs typeface="Aptos" pitchFamily="34" charset="-120"/>
              </a:rPr>
              <a:t>The model may under-prioritize people who face transportation, broadband, housing, or communication.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begins with the intended use.</a:t>
            </a:r>
            <a:endParaRPr lang="en-US" sz="2100" dirty="0"/>
          </a:p>
          <a:p>
            <a:r>
              <a:rPr lang="en-US" sz="2100" dirty="0">
                <a:solidFill>
                  <a:srgbClr val="17364A"/>
                </a:solidFill>
                <a:latin typeface="Aptos" pitchFamily="34" charset="0"/>
                <a:ea typeface="Aptos" pitchFamily="34" charset="-122"/>
                <a:cs typeface="Aptos" pitchFamily="34" charset="-120"/>
              </a:rPr>
              <a:t>A model used for internal workload planning has different equity implications than a model used to.</a:t>
            </a:r>
            <a:endParaRPr lang="en-US" sz="2100" dirty="0"/>
          </a:p>
          <a:p>
            <a:r>
              <a:rPr lang="en-US" sz="2100" dirty="0">
                <a:solidFill>
                  <a:srgbClr val="17364A"/>
                </a:solidFill>
                <a:latin typeface="Aptos" pitchFamily="34" charset="0"/>
                <a:ea typeface="Aptos" pitchFamily="34" charset="-122"/>
                <a:cs typeface="Aptos" pitchFamily="34" charset="-120"/>
              </a:rPr>
              <a:t>Evaluators should identify who is affected by the model output, what action follows, and what harms may.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begins with the intended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should lead to action.</a:t>
            </a:r>
            <a:endParaRPr lang="en-US" sz="2100" dirty="0"/>
          </a:p>
          <a:p>
            <a:r>
              <a:rPr lang="en-US" sz="2100" dirty="0">
                <a:solidFill>
                  <a:srgbClr val="17364A"/>
                </a:solidFill>
                <a:latin typeface="Aptos" pitchFamily="34" charset="0"/>
                <a:ea typeface="Aptos" pitchFamily="34" charset="-122"/>
                <a:cs typeface="Aptos" pitchFamily="34" charset="-120"/>
              </a:rPr>
              <a:t>Mitigations may include changing thresholds, improving data collection, adding human review, limiting.</a:t>
            </a:r>
            <a:endParaRPr lang="en-US" sz="2100" dirty="0"/>
          </a:p>
          <a:p>
            <a:r>
              <a:rPr lang="en-US" sz="2100" dirty="0">
                <a:solidFill>
                  <a:srgbClr val="17364A"/>
                </a:solidFill>
                <a:latin typeface="Aptos" pitchFamily="34" charset="0"/>
                <a:ea typeface="Aptos" pitchFamily="34" charset="-122"/>
                <a:cs typeface="Aptos" pitchFamily="34" charset="-120"/>
              </a:rPr>
              <a:t>Equity monitoring should continue after launch because data patterns and workflow use can change.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should lead to action.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Relying on average performance while ignoring subgroup harms.</a:t>
            </a:r>
            <a:endParaRPr lang="en-US" sz="2100" dirty="0"/>
          </a:p>
          <a:p>
            <a:r>
              <a:rPr lang="en-US" sz="2100" dirty="0">
                <a:solidFill>
                  <a:srgbClr val="17364A"/>
                </a:solidFill>
                <a:latin typeface="Aptos" pitchFamily="34" charset="0"/>
                <a:ea typeface="Aptos" pitchFamily="34" charset="-122"/>
                <a:cs typeface="Aptos" pitchFamily="34" charset="-120"/>
              </a:rPr>
              <a:t>Using datasets that underrepresent communities with limited healthcare access.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2100" dirty="0"/>
          </a:p>
          <a:p>
            <a:r>
              <a:rPr lang="en-US" sz="2100" dirty="0">
                <a:solidFill>
                  <a:srgbClr val="17364A"/>
                </a:solidFill>
                <a:latin typeface="Aptos" pitchFamily="34" charset="0"/>
                <a:ea typeface="Aptos" pitchFamily="34" charset="-122"/>
                <a:cs typeface="Aptos" pitchFamily="34" charset="-120"/>
              </a:rPr>
              <a:t>Using AI prioritization to allocate scarce resources without equity review.</a:t>
            </a:r>
            <a:endParaRPr lang="en-US" sz="2100" dirty="0"/>
          </a:p>
          <a:p>
            <a:r>
              <a:rPr lang="en-US" sz="2100" dirty="0">
                <a:solidFill>
                  <a:srgbClr val="17364A"/>
                </a:solidFill>
                <a:latin typeface="Aptos" pitchFamily="34" charset="0"/>
                <a:ea typeface="Aptos" pitchFamily="34" charset="-122"/>
                <a:cs typeface="Aptos" pitchFamily="34" charset="-120"/>
              </a:rPr>
              <a:t>Failing to monitor equity impacts after deployment.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equity evaluation for AI uses that affect prioritization, eligibility, outreach, response, or.</a:t>
            </a:r>
            <a:endParaRPr lang="en-US" sz="2100" dirty="0"/>
          </a:p>
          <a:p>
            <a:r>
              <a:rPr lang="en-US" sz="2100" dirty="0">
                <a:solidFill>
                  <a:srgbClr val="17364A"/>
                </a:solidFill>
                <a:latin typeface="Aptos" pitchFamily="34" charset="0"/>
                <a:ea typeface="Aptos" pitchFamily="34" charset="-122"/>
                <a:cs typeface="Aptos" pitchFamily="34" charset="-120"/>
              </a:rPr>
              <a:t>Assess representativeness and missingness before model use.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2100" dirty="0"/>
          </a:p>
          <a:p>
            <a:r>
              <a:rPr lang="en-US" sz="2100" dirty="0">
                <a:solidFill>
                  <a:srgbClr val="17364A"/>
                </a:solidFill>
                <a:latin typeface="Aptos" pitchFamily="34" charset="0"/>
                <a:ea typeface="Aptos" pitchFamily="34" charset="-122"/>
                <a:cs typeface="Aptos" pitchFamily="34" charset="-120"/>
              </a:rPr>
              <a:t>Include community, equity, and program reviewers in governance decisions.</a:t>
            </a:r>
            <a:endParaRPr lang="en-US" sz="2100" dirty="0"/>
          </a:p>
          <a:p>
            <a:r>
              <a:rPr lang="en-US" sz="2100" dirty="0">
                <a:solidFill>
                  <a:srgbClr val="17364A"/>
                </a:solidFill>
                <a:latin typeface="Aptos" pitchFamily="34" charset="0"/>
                <a:ea typeface="Aptos" pitchFamily="34" charset="-122"/>
                <a:cs typeface="Aptos" pitchFamily="34" charset="-120"/>
              </a:rPr>
              <a:t>Monitor equity indicators and user overrides after deployment.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affected populations, relevant subgroups, data representativeness concerns,.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monitoring indicators</a:t>
            </a:r>
            <a:endParaRPr lang="en-US" sz="2100" dirty="0"/>
          </a:p>
          <a:p>
            <a:r>
              <a:rPr lang="en-US" sz="2100" dirty="0">
                <a:solidFill>
                  <a:srgbClr val="17364A"/>
                </a:solidFill>
                <a:latin typeface="Aptos" pitchFamily="34" charset="0"/>
                <a:ea typeface="Aptos" pitchFamily="34" charset="-122"/>
                <a:cs typeface="Aptos" pitchFamily="34" charset="-120"/>
              </a:rPr>
              <a:t>Governance recommendation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monitoring indicators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2100" dirty="0"/>
          </a:p>
          <a:p>
            <a:r>
              <a:rPr lang="en-US" sz="2100" dirty="0">
                <a:solidFill>
                  <a:srgbClr val="17364A"/>
                </a:solidFill>
                <a:latin typeface="Aptos" pitchFamily="34" charset="0"/>
                <a:ea typeface="Aptos" pitchFamily="34" charset="-122"/>
                <a:cs typeface="Aptos" pitchFamily="34" charset="-120"/>
              </a:rPr>
              <a:t>2. What is measurement bias?</a:t>
            </a:r>
            <a:endParaRPr lang="en-US" sz="2100" dirty="0"/>
          </a:p>
          <a:p>
            <a:r>
              <a:rPr lang="en-US" sz="2100" dirty="0">
                <a:solidFill>
                  <a:srgbClr val="17364A"/>
                </a:solidFill>
                <a:latin typeface="Aptos" pitchFamily="34" charset="0"/>
                <a:ea typeface="Aptos" pitchFamily="34" charset="-122"/>
                <a:cs typeface="Aptos" pitchFamily="34" charset="-120"/>
              </a:rPr>
              <a:t>3. Which use most clearly requires equity evaluation?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2026-07-12T19:24:26Z</dcterms:created>
  <dcterms:modified xsi:type="dcterms:W3CDTF">2026-07-12T19:24:26Z</dcterms:modified>
</cp:coreProperties>
</file>