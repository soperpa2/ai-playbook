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Analytics and Modeling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analytics-modeling</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 terms.</a:t>
            </a:r>
            <a:endParaRPr lang="en-US" sz="1450" dirty="0"/>
          </a:p>
          <a:p>
            <a:r>
              <a:rPr lang="en-US" sz="1450" dirty="0">
                <a:solidFill>
                  <a:srgbClr val="17364A"/>
                </a:solidFill>
                <a:latin typeface="Aptos" pitchFamily="34" charset="0"/>
                <a:ea typeface="Aptos" pitchFamily="34" charset="-122"/>
                <a:cs typeface="Aptos" pitchFamily="34" charset="-120"/>
              </a:rPr>
              <a:t>Describe features, labels, training data, validation data, and test data.</a:t>
            </a:r>
            <a:endParaRPr lang="en-US" sz="1450" dirty="0"/>
          </a:p>
          <a:p>
            <a:r>
              <a:rPr lang="en-US" sz="1450" dirty="0">
                <a:solidFill>
                  <a:srgbClr val="17364A"/>
                </a:solidFill>
                <a:latin typeface="Aptos" pitchFamily="34" charset="0"/>
                <a:ea typeface="Aptos" pitchFamily="34" charset="-122"/>
                <a:cs typeface="Aptos" pitchFamily="34" charset="-120"/>
              </a:rPr>
              <a:t>Identify when a machine learning approach may be appropriate for a public health workflow and when a simpler method may be preferable.</a:t>
            </a:r>
            <a:endParaRPr lang="en-US" sz="1450" dirty="0"/>
          </a:p>
          <a:p>
            <a:r>
              <a:rPr lang="en-US" sz="1450" dirty="0">
                <a:solidFill>
                  <a:srgbClr val="17364A"/>
                </a:solidFill>
                <a:latin typeface="Aptos" pitchFamily="34" charset="0"/>
                <a:ea typeface="Aptos" pitchFamily="34" charset="-122"/>
                <a:cs typeface="Aptos" pitchFamily="34" charset="-120"/>
              </a:rPr>
              <a:t>Recognize common machine learning risks, including overfitting, biased labels, data leakage, and poor generalization.</a:t>
            </a:r>
            <a:endParaRPr lang="en-US" sz="1450" dirty="0"/>
          </a:p>
          <a:p>
            <a:r>
              <a:rPr lang="en-US" sz="1450" dirty="0">
                <a:solidFill>
                  <a:srgbClr val="17364A"/>
                </a:solidFill>
                <a:latin typeface="Aptos" pitchFamily="34" charset="0"/>
                <a:ea typeface="Aptos" pitchFamily="34" charset="-122"/>
                <a:cs typeface="Aptos" pitchFamily="34" charset="-120"/>
              </a:rPr>
              <a:t>Interpret basic model performance questions in relation to epidemiologic and operational decision-making.</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Misuse of prediction as explanation. A model can predict risk without explaining cause. Guardrails include clear communication, training, and restrictions against causal claims unless supported by appropriate study design.</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 exploration? What label would be used, and how reliable or equitable is that label? Which features might reflect access, documentation, or reporting bias rather than true risk?</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errors would be most harmful in this workflow? Who would review model outputs, override them, and document concerns?</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Machine learning use case review worksheet Feature and label inventory Initial model risk and safeguard list</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Human review and monitoring notes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Machine learning use case review worksheet</a:t>
            </a:r>
            <a:endParaRPr lang="en-US" sz="1450" dirty="0"/>
          </a:p>
          <a:p>
            <a:r>
              <a:rPr lang="en-US" sz="1450" dirty="0">
                <a:solidFill>
                  <a:srgbClr val="17364A"/>
                </a:solidFill>
                <a:latin typeface="Aptos" pitchFamily="34" charset="0"/>
                <a:ea typeface="Aptos" pitchFamily="34" charset="-122"/>
                <a:cs typeface="Aptos" pitchFamily="34" charset="-120"/>
              </a:rPr>
              <a:t>Feature and label inventory</a:t>
            </a:r>
            <a:endParaRPr lang="en-US" sz="1450" dirty="0"/>
          </a:p>
          <a:p>
            <a:r>
              <a:rPr lang="en-US" sz="1450" dirty="0">
                <a:solidFill>
                  <a:srgbClr val="17364A"/>
                </a:solidFill>
                <a:latin typeface="Aptos" pitchFamily="34" charset="0"/>
                <a:ea typeface="Aptos" pitchFamily="34" charset="-122"/>
                <a:cs typeface="Aptos" pitchFamily="34" charset="-120"/>
              </a:rPr>
              <a:t>Initial model risk and safeguard list</a:t>
            </a:r>
            <a:endParaRPr lang="en-US" sz="1450" dirty="0"/>
          </a:p>
          <a:p>
            <a:r>
              <a:rPr lang="en-US" sz="1450" dirty="0">
                <a:solidFill>
                  <a:srgbClr val="17364A"/>
                </a:solidFill>
                <a:latin typeface="Aptos" pitchFamily="34" charset="0"/>
                <a:ea typeface="Aptos" pitchFamily="34" charset="-122"/>
                <a:cs typeface="Aptos" pitchFamily="34" charset="-120"/>
              </a:rPr>
              <a:t>Human review and monitoring notes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Which statement best describes supervised learning?</a:t>
            </a:r>
            <a:endParaRPr lang="en-US" sz="1450" dirty="0"/>
          </a:p>
          <a:p>
            <a:r>
              <a:rPr lang="en-US" sz="1450" dirty="0">
                <a:solidFill>
                  <a:srgbClr val="17364A"/>
                </a:solidFill>
                <a:latin typeface="Aptos" pitchFamily="34" charset="0"/>
                <a:ea typeface="Aptos" pitchFamily="34" charset="-122"/>
                <a:cs typeface="Aptos" pitchFamily="34" charset="-120"/>
              </a:rPr>
              <a:t>2. Why can historical labels create risk?</a:t>
            </a:r>
            <a:endParaRPr lang="en-US" sz="1450" dirty="0"/>
          </a:p>
          <a:p>
            <a:r>
              <a:rPr lang="en-US" sz="1450" dirty="0">
                <a:solidFill>
                  <a:srgbClr val="17364A"/>
                </a:solidFill>
                <a:latin typeface="Aptos" pitchFamily="34" charset="0"/>
                <a:ea typeface="Aptos" pitchFamily="34" charset="-122"/>
                <a:cs typeface="Aptos" pitchFamily="34" charset="-120"/>
              </a:rPr>
              <a:t>3. What is overfitting?</a:t>
            </a:r>
            <a:endParaRPr lang="en-US" sz="1450" dirty="0"/>
          </a:p>
          <a:p>
            <a:r>
              <a:rPr lang="en-US" sz="1450" dirty="0">
                <a:solidFill>
                  <a:srgbClr val="17364A"/>
                </a:solidFill>
                <a:latin typeface="Aptos" pitchFamily="34" charset="0"/>
                <a:ea typeface="Aptos" pitchFamily="34" charset="-122"/>
                <a:cs typeface="Aptos" pitchFamily="34" charset="-120"/>
              </a:rPr>
              <a:t>4. What should determine model thresholds in public health workflows?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Evaluation Framework: https://www.cdc.gov/evaluation/</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AI RMF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2026-07-12T18:22:12Z</dcterms:created>
  <dcterms:modified xsi:type="dcterms:W3CDTF">2026-07-12T18:22:12Z</dcterms:modified>
</cp:coreProperties>
</file>