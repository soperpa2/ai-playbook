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430 Community Oversight and Participatory Governance
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47: Equity &amp; Disparity Impact Monitoring (Dashboard)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community oversight matters for public health AI.
Identify AI use cases that warrant community engagement or participatory governance.
Design a community engagement approach matched to risk, impact, and community context.
Recognize risks of tokenism, extractive engagement, and inaccessible technical language.
Produce a participatory governance plan for one AI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make decisions that affect communities, often using data collected through clinical care, surveillance, service systems, public programs, and emergency response. AI can intensify concerns about surveillance, bias, exclusion, language access, disability access, and government trust. Community oversight helps agencies identify concerns that may not be visible through technical review alone.
Participatory governance can also improve AI quality and usefulness. Community partners may identify missing context, harmful assumptions, access barriers, communication needs, and unintended consequences. Their input can help agencies design safer workflows, clearer notices, better escalation pathways, and more meaningful impact measures.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city health department considers using an AI tool to help prioritize outreach for maternal and child health services. The model would use program, demographic, and service utilization data to identify neighborhoods where outreach may be needed. Although the goal is supportive, communities may worry that the tool could stigmatize neighborhoods, miss families not represented in data, or direct resources away from groups with less complete records.
A participatory governance plan would involve community-based organizations, maternal health advocates, service users, and equity staff before the tool is finalized. The agency would explain the intended use, data limitations, safeguards, and decision points in plain language. Community input could shape the variables used, how results are communicated, what services are offered, and how harm or misclassification concerns are handled.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Participatory governance should be matched to the impact of the use case. Internal productivity tools may not require community oversight, although they still require policy and privacy review. Tools that influence public communication, service access, enforcement, prioritization, outreach, or resource allocation may require deeper engagement. The higher the impact on communities, the stronger the case for involving community perspectives early.
Engagement should be designed with care. Agencies should provide plain-language descriptions, realistic examples, data-use explanations, and clear questions for feedback. Meetings should be accessible, compensated when appropriate, linguistically inclusive, and scheduled in ways that support participation. Agencies should also explain what decisions are open for influence and what constraints exist because of law, funding, or public health authority.
Follow-through is essential. Community members should know how their input was used, what changed because of engagement, and how concerns will be monitored after launch. Participatory governance is not a single listening session. It is an ongoing relationship between the agency and affected communities, especially when the AI use is consequential or long-term.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tokenistic engagement. Agencies may seek community input after key decisions have already been made. A guardrail is to engage before requirements, safeguards, and success measures are finalized.
Another risk is technical opacity. Community participants may be asked to respond to vague or overly technical descriptions. A guardrail is to provide plain-language examples, visual workflows, and concrete descriptions of what the AI will and will not do.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tools that produce public messages may benefit from community review for tone, trust, accessibility, and language. Predictive models used for outreach or allocation should include review of data representativeness and potential stigma. Agentic tools that trigger actions affecting residents should have clear community-informed escalation and correction pathways.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Develop a participatory governance plan for one AI use case. Include affected groups, engagement purpose, timing, materials, questions, accessibility supports, decision influence, feedback loop, and monitoring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Participatory governance plan; community briefing outline; engagement questions; feedback response plan.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Participatory governance plan; community briefing outline; engagement questions; feedback response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Community Oversight and Participatory Governance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AI governance should not be limited to internal agency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AI affects communities, services, surveillance, communication, prioritization,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Participatory governance creates structured ways for affected people and community partners to.</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advanced/leadership Primary track: Governance and Security Track Appears in tracks: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47: Equity &amp; Disparity Impact Monitoring (Dashboard)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community oversight matters for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AI use cases that warrant community engagement or participatory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Design a community engagement approach matched to risk, impact, and community context.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community oversight matters for public health AI.</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Recognize risks of tokenism, extractive engagement,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participatory governance plan for one AI use case.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AI governance should not be limited to internal agency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AI affects communities, services, surveillance, communication, prioritization, or resource.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Participatory governance creates structured ways for affected people and community partners to.</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AI governance should not be limited to internal agency review.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agencies make decisions that affect communities, often using data collected.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can intensify concerns about surveillance, bias, exclusion, language access, disability.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Community oversight helps agencies identify concerns that may not be visible through technical.</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agencies make decisions that affect communities, often using data collected through.</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city health department considers using an AI tool to help prioritize outreach for maternal.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model would use program, demographic, and service utilization data to identify.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Although the goal is supportive, communities may worry that the tool could stigmatize.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city health department considers using an AI tool to help prioritize outreach for maternal and child.</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city health department considers using an AI tool to help.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model would use program, demographic, and service utilization.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Although the goal is supportive, communities may worry that the.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Participatory governance should be matched to the impact of the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Internal productivity tools may not require community oversight, although they still require.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Tools that influence public communication, service access, enforcement, prioritization,.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Participatory governance should be matched to the impact of the use case.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Internal productivity tools may not require community oversight,.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Tools that influence public communication, service access,.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higher the impact on communities, the stronger the case for.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One risk is tokenistic engagement.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may seek community input after key decisions have already been made.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engage before requirements, safeguards, and success measures are finalized.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One risk is tokenistic engagement.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Another risk is technical opacity.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Community participants may be asked to respond to vague or overly.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provide plain-language examples, visual.</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tools that produce public messages may benefit from community review for tone,.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models used for outreach or allocation should include review of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Agentic tools that trigger actions affecting residents should have clear community-informed.</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tools that produce public messages may benefit from community review for tone, trust,.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tools that produce public messages may benefit from.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Predictive models used for outreach or allocation should include.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Agentic tools that trigger actions affecting residents should have.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current or proposed AI use case in your agency raises this leadership or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currently has authority to make decisions about this issue, and is that authority.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or leadership need before approving the use case?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currently has authority to make decisions about this issue,.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or leadership need before approving.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staff, partners, or communities would be affected if this issue were handled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policy, process, or artifact should be created or updated after this module?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staff, partners, or communities would be affected if this issue were handled.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policy, process, or artifact should be created or updated.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Develop a participatory governance plan for one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affected groups, engagement purpose, timing, materials, questions, accessibility.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Develop a participatory governance plan for one AI use case.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Develop a participatory governance plan for one AI use case.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affected groups, engagement purpose, timing, materials,.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Choose a real or realistic public health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Document assumptions, unresolved questions, and which agency roles would need to review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support governance review, leadership.</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Choose a real or realistic public health AI use case.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 assumptions, unresolved questions, and which agency roles.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support.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Participatory governance plan; community briefing outline; engagement questions; feedback.</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Participatory governance plan; community briefing outline; engagement questions; feedback response plan.</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Participatory governance plan; community briefing outline;.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Participatory governance plan; community briefing outline; engagement questions; feedback.</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Participatory governance plan; community briefing outline; engagement questions; feedback response plan.</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Participatory governance plan; community briefing outline;.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reason this module topic belongs in AI leadership and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accountable public health AI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 use case be escalated for leadership or governance review?</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Privacy Framework</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OMB Memorandum M-24-10 on federal AI governance, risk management, and innovation, where.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Agency strategic plans, procurement policies, privacy policies, cybersecurity policies, records.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strategic plans, procurement policies, privacy policies,.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Community Oversight and Participatory Governance</dc:title>
  <dc:subject>Community Oversight and Participatory Governance learning module</dc:subject>
  <dc:creator>Paula Soper</dc:creator>
  <cp:lastModifiedBy>Paula Soper</cp:lastModifiedBy>
  <cp:revision>1</cp:revision>
  <dcterms:created xsi:type="dcterms:W3CDTF">2026-07-13T02:33:45Z</dcterms:created>
  <dcterms:modified xsi:type="dcterms:W3CDTF">2026-07-13T02:33:45Z</dcterms:modified>
</cp:coreProperties>
</file>