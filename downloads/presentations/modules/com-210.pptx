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policy, shared-foundational,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291840"/>
            <a:ext cx="329184" cy="329184"/>
          </a:xfrm>
          <a:prstGeom prst="ellipse">
            <a:avLst/>
          </a:prstGeom>
          <a:solidFill>
            <a:srgbClr val="0068B7"/>
          </a:solidFill>
          <a:ln w="12700">
            <a:solidFill>
              <a:srgbClr val="0068B7"/>
            </a:solidFill>
            <a:prstDash val="solid"/>
          </a:ln>
        </p:spPr>
      </p:sp>
      <p:sp>
        <p:nvSpPr>
          <p:cNvPr id="15" name="Shape 13"/>
          <p:cNvSpPr/>
          <p:nvPr/>
        </p:nvSpPr>
        <p:spPr>
          <a:xfrm>
            <a:off x="10332720" y="3383280"/>
            <a:ext cx="329184" cy="329184"/>
          </a:xfrm>
          <a:prstGeom prst="ellipse">
            <a:avLst/>
          </a:prstGeom>
          <a:solidFill>
            <a:srgbClr val="2F8A28"/>
          </a:solidFill>
          <a:ln w="12700">
            <a:solidFill>
              <a:srgbClr val="2F8A28"/>
            </a:solidFill>
            <a:prstDash val="solid"/>
          </a:ln>
        </p:spPr>
      </p:sp>
      <p:sp>
        <p:nvSpPr>
          <p:cNvPr id="16" name="Shape 14"/>
          <p:cNvSpPr/>
          <p:nvPr/>
        </p:nvSpPr>
        <p:spPr>
          <a:xfrm>
            <a:off x="9235440" y="3502152"/>
            <a:ext cx="329184" cy="329184"/>
          </a:xfrm>
          <a:prstGeom prst="ellipse">
            <a:avLst/>
          </a:prstGeom>
          <a:solidFill>
            <a:srgbClr val="D69A2D"/>
          </a:solidFill>
          <a:ln w="12700">
            <a:solidFill>
              <a:srgbClr val="D69A2D"/>
            </a:solidFill>
            <a:prstDash val="solid"/>
          </a:ln>
        </p:spPr>
      </p:sp>
      <p:sp>
        <p:nvSpPr>
          <p:cNvPr id="17" name="Shape 15"/>
          <p:cNvSpPr/>
          <p:nvPr/>
        </p:nvSpPr>
        <p:spPr>
          <a:xfrm>
            <a:off x="9235440" y="3657600"/>
            <a:ext cx="329184" cy="329184"/>
          </a:xfrm>
          <a:prstGeom prst="ellipse">
            <a:avLst/>
          </a:prstGeom>
          <a:solidFill>
            <a:srgbClr val="6A4CA3"/>
          </a:solidFill>
          <a:ln w="12700">
            <a:solidFill>
              <a:srgbClr val="6A4CA3"/>
            </a:solidFill>
            <a:prstDash val="solid"/>
          </a:ln>
        </p:spPr>
      </p:sp>
      <p:sp>
        <p:nvSpPr>
          <p:cNvPr id="18" name="Shape 16"/>
          <p:cNvSpPr/>
          <p:nvPr/>
        </p:nvSpPr>
        <p:spPr>
          <a:xfrm>
            <a:off x="8302752" y="3456432"/>
            <a:ext cx="1097280" cy="365760"/>
          </a:xfrm>
          <a:prstGeom prst="line">
            <a:avLst/>
          </a:prstGeom>
          <a:noFill/>
          <a:ln w="19050">
            <a:solidFill>
              <a:srgbClr val="8ABBD8"/>
            </a:solidFill>
            <a:prstDash val="solid"/>
          </a:ln>
        </p:spPr>
      </p:sp>
      <p:sp>
        <p:nvSpPr>
          <p:cNvPr id="19" name="Shape 17"/>
          <p:cNvSpPr/>
          <p:nvPr/>
        </p:nvSpPr>
        <p:spPr>
          <a:xfrm>
            <a:off x="10497312" y="3547872"/>
            <a:ext cx="-1097280" cy="274320"/>
          </a:xfrm>
          <a:prstGeom prst="line">
            <a:avLst/>
          </a:prstGeom>
          <a:noFill/>
          <a:ln w="19050">
            <a:solidFill>
              <a:srgbClr val="8ABBD8"/>
            </a:solidFill>
            <a:prstDash val="solid"/>
          </a:ln>
        </p:spPr>
      </p:sp>
      <p:sp>
        <p:nvSpPr>
          <p:cNvPr id="20" name="Shape 18"/>
          <p:cNvSpPr/>
          <p:nvPr/>
        </p:nvSpPr>
        <p:spPr>
          <a:xfrm>
            <a:off x="9400032" y="3666744"/>
            <a:ext cx="0" cy="155448"/>
          </a:xfrm>
          <a:prstGeom prst="line">
            <a:avLst/>
          </a:prstGeom>
          <a:noFill/>
          <a:ln w="19050">
            <a:solidFill>
              <a:srgbClr val="8ABBD8"/>
            </a:solidFill>
            <a:prstDash val="solid"/>
          </a:ln>
        </p:spPr>
      </p:sp>
      <p:sp>
        <p:nvSpPr>
          <p:cNvPr id="21" name="Shape 19"/>
          <p:cNvSpPr/>
          <p:nvPr/>
        </p:nvSpPr>
        <p:spPr>
          <a:xfrm>
            <a:off x="8302752" y="3456432"/>
            <a:ext cx="1097280" cy="210312"/>
          </a:xfrm>
          <a:prstGeom prst="line">
            <a:avLst/>
          </a:prstGeom>
          <a:noFill/>
          <a:ln w="19050">
            <a:solidFill>
              <a:srgbClr val="8ABBD8"/>
            </a:solidFill>
            <a:prstDash val="solid"/>
          </a:ln>
        </p:spPr>
      </p:sp>
      <p:sp>
        <p:nvSpPr>
          <p:cNvPr id="22" name="Shape 20"/>
          <p:cNvSpPr/>
          <p:nvPr/>
        </p:nvSpPr>
        <p:spPr>
          <a:xfrm>
            <a:off x="10497312" y="3547872"/>
            <a:ext cx="-1097280" cy="118872"/>
          </a:xfrm>
          <a:prstGeom prst="line">
            <a:avLst/>
          </a:prstGeom>
          <a:noFill/>
          <a:ln w="19050">
            <a:solidFill>
              <a:srgbClr val="8ABBD8"/>
            </a:solidFill>
            <a:prstDash val="solid"/>
          </a:ln>
        </p:spPr>
      </p:sp>
      <p:sp>
        <p:nvSpPr>
          <p:cNvPr id="23" name="Text 21"/>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People and trust</a:t>
            </a:r>
            <a:endParaRPr lang="en-US" sz="1000" dirty="0"/>
          </a:p>
        </p:txBody>
      </p:sp>
      <p:sp>
        <p:nvSpPr>
          <p:cNvPr id="24" name="Shape 22"/>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5" name="Text 23"/>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26" name="Text 24"/>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2026-07-13T01:54:44Z</dcterms:created>
  <dcterms:modified xsi:type="dcterms:W3CDTF">2026-07-13T01:54:44Z</dcterms:modified>
</cp:coreProperties>
</file>