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refers to AI systems configured to pursue a goal through multiple.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agentic workflows may eventually support intake triage,.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agentic AI and orchestration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advisory outputs from tool-using or action-taking AI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components of an agentic workflow, including goals,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agentic AI and orchestration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components of an agentic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risks from excessive agency, unauthorized.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human-in-the-loop and human-on-the-loop.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agentic workflow control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agentic workflow control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refers to AI systems configured to pursue a goal through multiple.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agentic workflows may eventually support intake triage,.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refers to AI systems configured to pursue a goal through multiple.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matters because it shifts AI from generating outputs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chatbot that drafts a message is one level of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agent that sends the message, updates a case record, creates a task,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matters because it shifts AI from generating outputs to participating.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consider an agentic workflow for incoming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agent could classify the inquiry, retrieve relevant approved guidance,.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low-risk general information, the agent might prepare a draft for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an agentic workflow for incoming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agent could classify the inquiry, retrieve.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sensitive complaints, reportable disease.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design requires orchestration rules.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design begins with the goal.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goal should be narrow and operationally defined. “Help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Narrow goals make it easier to define tools, permissions, validation,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design begins with the goal.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oversight should match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Human-in-the-loop approval is appropriate for actions that affect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Human-on-the-loop monitoring may be appropriate for lower-risk background.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oversight should match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Human-in-the-loop approval is appropriate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Human-on-the-loop monitoring may be appropriate.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Fully automated action should be limited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Excessive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agent may take actions beyond intended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narrow goals, allowed-action lists, prohibited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Excessive agency.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Unauthorized system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Tool access may expose sensitive data or functions.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least privilege, scoped.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Unclear accountability.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not know who is responsible for agent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role definitions, review records, and governance ownership.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Unclear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Unclear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may not know who is responsible for agent.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role definitions,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workflows may combine RAG, APIs, prompts, classification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most appropriate when tasks are repetitive, bounded, reviewable,.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least appropriate when the task requires complex judgment, legal.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workflows may combine RAG, APIs, prompts, classification models,.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workflows may combine RAG, APIs, prompts,.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are least appropriate when the task requires.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should pilot agentic.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goal would the agent pursue, and how narrowly can it be defined?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tools or systems would the agent access?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actions are allowed, prohibited, or require human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goal would the agent pursue, and how narrowly.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tools or systems would the agent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actions are allowed, prohibited, or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logs are needed to reconstruct agent behavior?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rollback or correction process is needed if the agent makes an error?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agent behavior?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logs are needed to reconstruct agent behavior?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rollback or correction process is needed if.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goal, trigger, data sources, tools, allowed actions, prohibited.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identify at least one low-risk pilot boundary and one.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goal, trigger, data sources,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identify at least one low-risk.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action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approval and escalation map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 control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action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approval and escalation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Tool-call logging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Tool-call logging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Tool-call logging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workflow control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action 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approval and escalation map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 control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action 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approval and escalation map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makes agentic AI different from simple drafting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action usually requires stronger oversight?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orchestration?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makes agentic AI different from simple drafting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makes agentic AI different from simple.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Privacy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2026-07-14T04:35:31Z</dcterms:created>
  <dcterms:modified xsi:type="dcterms:W3CDTF">2026-07-14T04:35:31Z</dcterms:modified>
</cp:coreProperties>
</file>