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Monitoring and Continuous Improvement for AI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operational monitoring and continuous improvement for ai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Operational Monitoring and Continuous Improvement for AI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Operations and Data Quality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ops-320-operational-monitoring-and-continuous-improvement-for-ai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Monitoring and Continuous Improvement for AI matters because AI adoption changes how public health agencies make, document, communicate,…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post-launch monitoring of AI-supported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operational monitoring and continuous improvement for ai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Monitoring and Continuous Improvement for AI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operational monitoring and continuous improvement for ai has been applied…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320: Operational Monitoring and Continuous Improvement for AI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