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appropriate and inappropriate uses of AI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source verification, plain language, accessibility, and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Design a human review workflow for AI-assisted public-facing communications.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misinformation, overstatement, missing.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AI-assisted communications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support public health communications by helping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public health communication carries high trust,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text can sound clear and authoritative while misstating.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support public health communications by helping staff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AI to draft a heat safety message for older adults,.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Communications staff verify the recommendations against official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a heat safety message for older adults,.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uses AI to draft a heat safety.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verify the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be useful early in the message development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generate first drafts, propose alternative tones, simplify technical.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can save time, especially when communications staff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be useful early in the message development process.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also support review, but it should not replace reviewers.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communications workflow should define who checks technical accuracy, who.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urgent communications, the workflow should include expedited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also support review, but it should not replace reviewers.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communications workflow should define who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urgent communications, the workflow should.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AI-generated messages overstating evidence or omitting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of stigmatizing, blaming, or culturally inappropriate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AI-generated messages overstating evidence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of stigmatizing, blaming, or culturally.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Unverified translations or readability changes that alter meaning.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Public-facing content being released without required subject matter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Messages that assume access to resources, technology, transportation,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Unverified translations or readability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Public-facing content being released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Messages that assume access to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only approved tools and approved source material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human review for accuracy, plain language, accessibility,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only approved tools and approved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human review for accuracy, plain language,.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source material used for public-facing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qualified review for translation and language access needs.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Route public-facing materials through the agency approval process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source material used for public-facing claims.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source material used for public-facing.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qualified review for translation and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Route public-facing materials through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AI-assisted communications review checklist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audience, source material, factual claims to verify, plain.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AI-assisted communications review checklist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AI-assisted communications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audience, source material,.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AI-assisted communications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 language and accessibility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Approval pathway documentation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Final reviewed message or sample revision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AI-assisted communications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 language and accessibility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pathway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Final reviewed message or sample revision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an appropriate role for AI in public health communications?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is source verification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review is especially important for public-facing AI-assisted.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an appropriate role for AI in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2026-07-13T03:02:46Z</dcterms:created>
  <dcterms:modified xsi:type="dcterms:W3CDTF">2026-07-13T03:02:46Z</dcterms:modified>
</cp:coreProperties>
</file>