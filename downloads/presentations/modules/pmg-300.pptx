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300 AI Vendor Implementation Management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governance-security, technical-architecture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vendor implementation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Vendor Implementation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managing vendor delivery, configuration, testing, issue resolution, acceptance, and transition to operations.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vendor implementation management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Vendor Implementation Management artifact
Role and responsibility table
Risk and safeguard summary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Vendor Implementation Management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vendor implementation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Vendor Implementation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managing vendor delivery, configuration, testing, issue resolution,.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Program Management Role-Based Track Appears in tracks:.</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 vendor implementation management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 vendor implementation management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managing vendor delivery, configuration, testing, issue resolution,.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managing vendor delivery, configuration,.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Vendor Implementation Management matters because AI adoption changes how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Vendor Implementation Management matters because AI adoption changes how public health agencies.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Vendor Implementation Management matters because AI adoption.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managing vendor.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managing vendor delivery,.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ai vendor implementation management artifact for one AI-supported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ai vendor implementation management artifact for one AI-supported public health use.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vendor implementation management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Vendor Implementation Management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Vendor Implementation Management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Vendor Implementation Management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Vendor Implementation Management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Vendor Implementation Management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ai vendor implementation management has been applied.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ai vendor implementation management has been applied responsibly?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vendor implementation.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Vendor Implementation Management</dc:title>
  <dc:subject>AI Vendor Implementation Management learning module</dc:subject>
  <dc:creator>Paula Soper</dc:creator>
  <cp:lastModifiedBy>Paula Soper</cp:lastModifiedBy>
  <cp:revision>1</cp:revision>
  <dcterms:created xsi:type="dcterms:W3CDTF">2026-07-13T02:24:10Z</dcterms:created>
  <dcterms:modified xsi:type="dcterms:W3CDTF">2026-07-13T02:24:10Z</dcterms:modified>
</cp:coreProperties>
</file>