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Federal Funding Opportunities is designed for an individual learner using the AI Playbook and Toolkit for Public Health Departments.
AI work can often be positioned as a capability layer on top of data modernization, infrastructure, workforce, and equity investments.
Use the notes in this deck as additional reading and context. They are not written as presenter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concept in plain language for colleagues, leaders, partners, and community-facing discussions.
Identify where the concept affects AI planning, governance, procurement, implementation, monitoring, public trust, or public health decision-making.
Apply the concept to a concrete public health workflow using the linked plays, tools, safeguards, and documentation expectations.
Complete a practical activity that produces an artifact you can use in readiness assessment, governance review, implementation planning, or monitoring.
Produce or contribute to: Funding alignment table.
Produce or contribute to: Sustainment plan.
Produce or contribute to: Budget categories for responsible AI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projects need funding for more than software licenses. Responsible implementation may require data modernization, cloud or secure infrastructure, staff time, training, governance, legal and procurement review, evaluation, monitoring, translation, accessibility, community engagement, and sustainment. Funding strategy should be developed before pilots are approved for scale.
Funding strategy should make the full cost of responsible AI visible. Software is only one cost. Departments may also need data modernization, integration, security review, role-based learning, governance time, evaluation, monitoring, accessibility support, translation, and community engagement.
AI work can often align with existing public health investment priorities such as data modernization, workforce capacity, emergency preparedness, health equity, communications, and service delivery. The key is to connect the AI use case to a real public health capability need.
Your training should prepare staff to avoid unfunded pilots. A responsible funding plan explains what is needed for planning, pilot, scale, and sustainment, and what happens when short-term funding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modernization: Work to improve public health data systems, interoperability, quality, timeliness, analytics, governance, and workforce capacity. AI readiness should build on data modernization rather than bypass it.
Dependency: A condition that must be addressed before work can responsibly proceed, such as data access, governance approval, training completion, vendor review, funding, cybersecurity testing, or community engagement.
Pilot: A limited, time-bounded test of an AI-supported workflow used to learn whether the system is useful, safe, equitable, feasible, and sustainable before any broader deployment.
Scale decision: A governance decision about whether to expand, revise, pause, stop, or retire an AI pilot based on evidence from validation, user feedback, equity review, performance monitoring, costs, and operational readiness.
Total cost of ownership: The full cost of an AI system over time, including procurement, licensing, staff time, training, infrastructure, monitoring, evaluation, maintenance, vendor support, and retirement.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Funding map is a core concept for this lesson because it turns federal funding opportunities from an abstract AI topic into something you can recognize in daily public health work. A table that connects AI activities and costs to possible grants, budgets, or other funding sources.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Sustainment cost is a core concept for this lesson because it turns federal funding opportunities from an abstract AI topic into something you can recognize in daily public health work. The ongoing cost after a pilot, including licenses, staff time, monitoring, training, maintenance, and evaluation.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Allowable activity is a core concept for this lesson because it turns federal funding opportunities from an abstract AI topic into something you can recognize in daily public health work. A cost or task that a funding source permits under its rules.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DMI-supported data pipelines is a useful way to apply this lesson because it gives you a concrete workflow to test against the concept. Use data modernization investments to strengthen interoperability, data quality, cloud readiness, and analytics infrastructure needed for AI.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PHIG-supported workforce and governance is a useful way to apply this lesson because it gives you a concrete workflow to test against the concept. Use infrastructure funding to support AI literacy, governance capacity, data staff, policy development, and implementation readiness.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Grant-aligned pilots is a useful way to apply this lesson because it gives you a concrete workflow to test against the concept. Design small pilots that map to allowable funding activities, measurable outputs, evaluation requirements, and sustainment plans.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apply this module, begin with a real or realistic public health workflow and describe the task in plain language before naming an AI tool. Use the related plays (Play 8, Play 9) to identify the decisions, approvals, people, and timing needed for responsible implementation. Use the related tools (Tool 33, Tool 32, Tool 36) to create documentation that can be reviewed, saved, revised, and used as evidence of readiness. The practical exercise asks you to produce evidence that can feed into that work: Build a funding map for one approved use case that includes pilot costs, scale costs, sustainment costs, staffing, evaluation, governance, and possible funding sources.
The main guardrail for this lesson is that Do not approve projects without confirmed pilot, scale, and sustainment resources.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AI projects often require resources that are easy to overlook: staff time, governance, training, validation, data modernization, monitoring, accessibility, community engagement, and sustainment. Funding strategy should make the full cost of responsible implementation visible.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 funding map for one approved use case that includes pilot costs, scale costs, sustainment costs, staffing, evaluation, governance, and possible funding sources.
Funding alignment table
Sustainment plan
Budget categories for responsible AI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costs are required before pilot, during deployment, and after scale?
Which funding streams align with data, workforce, equity, emergency response, surveillance, or service delivery goals?
What happens when short-term funding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CDC Data Modernization Initiative: Potential alignment for data infrastructure and AI-ready modernization investments. https://www.cdc.gov/surveillance/data-modernization/index.html
Public Health Infrastructure Grant: Potential alignment for workforce, data systems, organizational capacity, and equity investments. https://www.cdc.gov/infrastructure-phig/php/index.html
HRSA Telehealth Programs: Potential alignment for digital health, telehealth, and access-related AI use cases. https://www.hrsa.gov/rural-health/telehealth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13232" y="2542032"/>
            <a:ext cx="10607040" cy="777240"/>
          </a:xfrm>
          <a:prstGeom prst="rect">
            <a:avLst/>
          </a:prstGeom>
          <a:noFill/>
          <a:ln/>
        </p:spPr>
        <p:txBody>
          <a:bodyPr wrap="square" lIns="0" tIns="0" rIns="0" bIns="0" rtlCol="0" anchor="ct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Federal Funding Opportunities</a:t>
            </a:r>
            <a:endParaRPr lang="en-US" sz="3400" dirty="0"/>
          </a:p>
        </p:txBody>
      </p:sp>
      <p:sp>
        <p:nvSpPr>
          <p:cNvPr id="6" name="Text 3"/>
          <p:cNvSpPr/>
          <p:nvPr/>
        </p:nvSpPr>
        <p:spPr>
          <a:xfrm>
            <a:off x="749808" y="3456432"/>
            <a:ext cx="365760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Learning Module</a:t>
            </a:r>
            <a:endParaRPr lang="en-US" sz="1400" dirty="0"/>
          </a:p>
        </p:txBody>
      </p:sp>
      <p:sp>
        <p:nvSpPr>
          <p:cNvPr id="7" name="Text 4"/>
          <p:cNvSpPr/>
          <p:nvPr/>
        </p:nvSpPr>
        <p:spPr>
          <a:xfrm>
            <a:off x="749808" y="3886200"/>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Federal Funding Opportunities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Learning Objectives</a:t>
            </a:r>
            <a:endParaRPr lang="en-US" sz="2800" dirty="0"/>
          </a:p>
        </p:txBody>
      </p:sp>
      <p:sp>
        <p:nvSpPr>
          <p:cNvPr id="7" name="Text 5"/>
          <p:cNvSpPr/>
          <p:nvPr/>
        </p:nvSpPr>
        <p:spPr>
          <a:xfrm>
            <a:off x="822960" y="1417320"/>
            <a:ext cx="10332720" cy="448056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Define the concept in plain language for colleagues, leaders, partners, and community-facing discussions.</a:t>
            </a:r>
            <a:endParaRPr lang="en-US" sz="1600" dirty="0"/>
          </a:p>
          <a:p>
            <a:r>
              <a:rPr lang="en-US" sz="1600" dirty="0">
                <a:solidFill>
                  <a:srgbClr val="17364A"/>
                </a:solidFill>
                <a:latin typeface="Aptos" pitchFamily="34" charset="0"/>
                <a:ea typeface="Aptos" pitchFamily="34" charset="-122"/>
                <a:cs typeface="Aptos" pitchFamily="34" charset="-120"/>
              </a:rPr>
              <a:t>Identify where the concept affects AI planning, governance, procurement, implementation, monitoring, public trust, or public health decision-making.</a:t>
            </a:r>
            <a:endParaRPr lang="en-US" sz="1600" dirty="0"/>
          </a:p>
          <a:p>
            <a:r>
              <a:rPr lang="en-US" sz="1600" dirty="0">
                <a:solidFill>
                  <a:srgbClr val="17364A"/>
                </a:solidFill>
                <a:latin typeface="Aptos" pitchFamily="34" charset="0"/>
                <a:ea typeface="Aptos" pitchFamily="34" charset="-122"/>
                <a:cs typeface="Aptos" pitchFamily="34" charset="-120"/>
              </a:rPr>
              <a:t>Apply the concept to a concrete public health workflow using the linked plays, tools, safeguards, and documentation expectations.</a:t>
            </a:r>
            <a:endParaRPr lang="en-US" sz="1600" dirty="0"/>
          </a:p>
          <a:p>
            <a:r>
              <a:rPr lang="en-US" sz="1600" dirty="0">
                <a:solidFill>
                  <a:srgbClr val="17364A"/>
                </a:solidFill>
                <a:latin typeface="Aptos" pitchFamily="34" charset="0"/>
                <a:ea typeface="Aptos" pitchFamily="34" charset="-122"/>
                <a:cs typeface="Aptos" pitchFamily="34" charset="-120"/>
              </a:rPr>
              <a:t>Complete a practical activity that produces an artifact you can use in readiness assessment, governance review, implementation planning, or monitoring.</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Funding alignment table.</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Sustainment plan.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Federal Funding Opportunities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Module Overview</a:t>
            </a:r>
            <a:endParaRPr lang="en-US" sz="2800" dirty="0"/>
          </a:p>
        </p:txBody>
      </p:sp>
      <p:sp>
        <p:nvSpPr>
          <p:cNvPr id="7" name="Text 5"/>
          <p:cNvSpPr/>
          <p:nvPr/>
        </p:nvSpPr>
        <p:spPr>
          <a:xfrm>
            <a:off x="822960" y="1325880"/>
            <a:ext cx="10424160" cy="4434840"/>
          </a:xfrm>
          <a:prstGeom prst="rect">
            <a:avLst/>
          </a:prstGeom>
          <a:noFill/>
          <a:ln/>
        </p:spPr>
        <p:txBody>
          <a:bodyPr wrap="square" lIns="1016" tIns="1016" rIns="1016" bIns="1016" rtlCol="0" anchor="t">
            <a:normAutofit/>
          </a:bodyPr>
          <a:lstStyle/>
          <a:p>
            <a:pPr indent="0" marL="0">
              <a:buNone/>
            </a:pPr>
            <a:r>
              <a:rPr lang="en-US" sz="1600" dirty="0">
                <a:solidFill>
                  <a:srgbClr val="17364A"/>
                </a:solidFill>
                <a:latin typeface="Aptos" pitchFamily="34" charset="0"/>
                <a:ea typeface="Aptos" pitchFamily="34" charset="-122"/>
                <a:cs typeface="Aptos" pitchFamily="34" charset="-120"/>
              </a:rPr>
              <a:t>AI projects need funding for more than software licenses. Responsible implementation may require data modernization, cloud or secure infrastructure, staff time, training, governance, legal and procurement review, evaluation, monitoring, translation, accessibility, community engagement, and sustainment. Funding strategy should be developed before pilots are approved for scale.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Federal Funding Opportunities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Data modernization: Work to improve public health data systems, interoperability, quality, timeliness, analytics, governance, and workforce capacity. AI readiness should build on data modernization rather than bypass it.</a:t>
            </a:r>
            <a:endParaRPr lang="en-US" sz="1320" dirty="0"/>
          </a:p>
          <a:p>
            <a:r>
              <a:rPr lang="en-US" sz="1320" dirty="0">
                <a:solidFill>
                  <a:srgbClr val="17364A"/>
                </a:solidFill>
                <a:latin typeface="Aptos" pitchFamily="34" charset="0"/>
                <a:ea typeface="Aptos" pitchFamily="34" charset="-122"/>
                <a:cs typeface="Aptos" pitchFamily="34" charset="-120"/>
              </a:rPr>
              <a:t>Dependency: A condition that must be addressed before work can responsibly proceed, such as data access, governance approval, training completion, vendor review, funding, cybersecurity testing, or community engagement.</a:t>
            </a:r>
            <a:endParaRPr lang="en-US" sz="1320" dirty="0"/>
          </a:p>
          <a:p>
            <a:r>
              <a:rPr lang="en-US" sz="1320" dirty="0">
                <a:solidFill>
                  <a:srgbClr val="17364A"/>
                </a:solidFill>
                <a:latin typeface="Aptos" pitchFamily="34" charset="0"/>
                <a:ea typeface="Aptos" pitchFamily="34" charset="-122"/>
                <a:cs typeface="Aptos" pitchFamily="34" charset="-120"/>
              </a:rPr>
              <a:t>Pilot: A limited, time-bounded test of an AI-supported workflow used to learn whether the system is useful, safe, equitable, feasible, and sustainable before any broader deployment.</a:t>
            </a:r>
            <a:endParaRPr lang="en-US" sz="1320" dirty="0"/>
          </a:p>
          <a:p>
            <a:r>
              <a:rPr lang="en-US" sz="1320" dirty="0">
                <a:solidFill>
                  <a:srgbClr val="17364A"/>
                </a:solidFill>
                <a:latin typeface="Aptos" pitchFamily="34" charset="0"/>
                <a:ea typeface="Aptos" pitchFamily="34" charset="-122"/>
                <a:cs typeface="Aptos" pitchFamily="34" charset="-120"/>
              </a:rPr>
              <a:t>Scale decision: A governance decision about whether to expand, revise, pause, stop, or retire an AI pilot based on evidence from validation, user feedback, equity review, performance monitoring, costs, and operational.</a:t>
            </a:r>
            <a:endParaRPr lang="en-US" sz="1320" dirty="0"/>
          </a:p>
          <a:p>
            <a:r>
              <a:rPr lang="en-US" sz="1320" dirty="0">
                <a:solidFill>
                  <a:srgbClr val="17364A"/>
                </a:solidFill>
                <a:latin typeface="Aptos" pitchFamily="34" charset="0"/>
                <a:ea typeface="Aptos" pitchFamily="34" charset="-122"/>
                <a:cs typeface="Aptos" pitchFamily="34" charset="-120"/>
              </a:rPr>
              <a:t>Total cost of ownership: The full cost of an AI system over time, including procurement, licensing, staff time, training, infrastructure, monitoring, evaluation, maintenance, vendor support, and retirement.</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Federal Funding Opportunities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Core Concepts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Funding map is a core concept for this lesson because it turns federal funding opportunities from an abstract AI topic into something you can recognize in daily public health work. A table that connects AI activities and costs to possible grants, budgets, or other funding sources.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Sustainment cost is a core concept for this lesson because it turns federal funding opportunities from an abstract AI topic into something you can recognize in daily public health work. The ongoing cost after a pilot, including licenses, staff time, monitoring, training, maintenance, and evaluation.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Allowable activity is a core concept for this lesson because it turns federal funding opportunities from an abstract AI topic into something you can recognize in daily public health work. A cost or task that a funding source permits under its rules.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sz="13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Federal Funding Opportunities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Public Health Application</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DMI-supported data pipelines is a useful way to apply this lesson because it gives you a concrete workflow to test against the concept. Use data modernization investments to strengthen interoperability, data quality, cloud readiness, and analytics infrastructure needed for AI.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PHIG-supported workforce and governance is a useful way to apply this lesson because it gives you a concrete workflow to test against the concept. Use infrastructure funding to support AI literacy, governance capacity, data staff, policy development, and implementation readiness.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Grant-aligned pilots is a useful way to apply this lesson because it gives you a concrete workflow to test against the concept. Design small pilots that map to allowable funding activities, measurable outputs, evaluation requirements, and sustainment plans.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sz="13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Federal Funding Opportunities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Implementation Guidance</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To apply this module, begin with a real or realistic public health workflow and describe the task in plain language before naming an AI tool. Use the related plays (Play 8, Play 9) to identify the decisions, approvals, people, and timing needed for responsible implementation. Use the related tools (Tool 33, Tool 32, Tool 36) to create documentation that can be reviewed, saved, revised, and used as evidence of readiness. The practical exercise asks you to produce evidence that can feed into that work: Build a funding map for one approved use case that includes pilot costs, scale costs, sustainment costs, staffing, evaluation, governance, and possible funding sources. The main guardrail for this lesson is that Do not approve projects without confirmed pilot, scale, and sustainment resources.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sz="13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Federal Funding Opportunities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Using Plays and Tools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AI projects often require resources that are easy to overlook: staff time, governance, training, validation, data modernization, monitoring, accessibility, community engagement, and sustainment. Funding strategy should make the full cost of responsible implementation visible.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sz="13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Federal Funding Opportunities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Practical Exercise</a:t>
            </a:r>
            <a:endParaRPr lang="en-US" sz="2800" dirty="0"/>
          </a:p>
        </p:txBody>
      </p:sp>
      <p:sp>
        <p:nvSpPr>
          <p:cNvPr id="7" name="Text 5"/>
          <p:cNvSpPr/>
          <p:nvPr/>
        </p:nvSpPr>
        <p:spPr>
          <a:xfrm>
            <a:off x="822960" y="1234440"/>
            <a:ext cx="10378440" cy="2011680"/>
          </a:xfrm>
          <a:prstGeom prst="rect">
            <a:avLst/>
          </a:prstGeom>
          <a:noFill/>
          <a:ln/>
        </p:spPr>
        <p:txBody>
          <a:bodyPr wrap="square" lIns="1016" tIns="1016" rIns="1016" bIns="1016" rtlCol="0" anchor="t">
            <a:normAutofit/>
          </a:bodyPr>
          <a:lstStyle/>
          <a:p>
            <a:pPr indent="0" marL="0">
              <a:buNone/>
            </a:pPr>
            <a:r>
              <a:rPr lang="en-US" sz="1520" dirty="0">
                <a:solidFill>
                  <a:srgbClr val="17364A"/>
                </a:solidFill>
                <a:latin typeface="Aptos" pitchFamily="34" charset="0"/>
                <a:ea typeface="Aptos" pitchFamily="34" charset="-122"/>
                <a:cs typeface="Aptos" pitchFamily="34" charset="-120"/>
              </a:rPr>
              <a:t>Build a funding map for one approved use case that includes pilot costs, scale costs, sustainment costs, staffing, evaluation, governance, and possible funding sources.</a:t>
            </a:r>
            <a:endParaRPr lang="en-US" sz="1520" dirty="0"/>
          </a:p>
        </p:txBody>
      </p:sp>
      <p:sp>
        <p:nvSpPr>
          <p:cNvPr id="8" name="Text 6"/>
          <p:cNvSpPr/>
          <p:nvPr/>
        </p:nvSpPr>
        <p:spPr>
          <a:xfrm>
            <a:off x="822960" y="3520440"/>
            <a:ext cx="10378440" cy="1828800"/>
          </a:xfrm>
          <a:prstGeom prst="rect">
            <a:avLst/>
          </a:prstGeom>
          <a:noFill/>
          <a:ln/>
        </p:spPr>
        <p:txBody>
          <a:bodyPr wrap="square" lIns="635" tIns="635" rIns="635" bIns="635" rtlCol="0" anchor="t">
            <a:normAutofit/>
          </a:bodyPr>
          <a:lstStyle/>
          <a:p>
            <a:r>
              <a:rPr lang="en-US" sz="1400" dirty="0">
                <a:solidFill>
                  <a:srgbClr val="17364A"/>
                </a:solidFill>
                <a:latin typeface="Aptos" pitchFamily="34" charset="0"/>
                <a:ea typeface="Aptos" pitchFamily="34" charset="-122"/>
                <a:cs typeface="Aptos" pitchFamily="34" charset="-120"/>
              </a:rPr>
              <a:t>Expected artifact: Funding alignment table</a:t>
            </a:r>
            <a:endParaRPr lang="en-US" sz="1400" dirty="0"/>
          </a:p>
          <a:p>
            <a:r>
              <a:rPr lang="en-US" sz="1400" dirty="0">
                <a:solidFill>
                  <a:srgbClr val="17364A"/>
                </a:solidFill>
                <a:latin typeface="Aptos" pitchFamily="34" charset="0"/>
                <a:ea typeface="Aptos" pitchFamily="34" charset="-122"/>
                <a:cs typeface="Aptos" pitchFamily="34" charset="-120"/>
              </a:rPr>
              <a:t>Expected artifact: Sustainment plan</a:t>
            </a:r>
            <a:endParaRPr lang="en-US" sz="1400" dirty="0"/>
          </a:p>
          <a:p>
            <a:r>
              <a:rPr lang="en-US" sz="1400" dirty="0">
                <a:solidFill>
                  <a:srgbClr val="17364A"/>
                </a:solidFill>
                <a:latin typeface="Aptos" pitchFamily="34" charset="0"/>
                <a:ea typeface="Aptos" pitchFamily="34" charset="-122"/>
                <a:cs typeface="Aptos" pitchFamily="34" charset="-120"/>
              </a:rPr>
              <a:t>Expected artifact: Budget categories for responsible AI implementation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Federal Funding Opportunities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Reflection Questions</a:t>
            </a:r>
            <a:endParaRPr lang="en-US" sz="2800" dirty="0"/>
          </a:p>
        </p:txBody>
      </p:sp>
      <p:sp>
        <p:nvSpPr>
          <p:cNvPr id="7" name="Text 5"/>
          <p:cNvSpPr/>
          <p:nvPr/>
        </p:nvSpPr>
        <p:spPr>
          <a:xfrm>
            <a:off x="822960" y="1325880"/>
            <a:ext cx="10378440" cy="4572000"/>
          </a:xfrm>
          <a:prstGeom prst="rect">
            <a:avLst/>
          </a:prstGeom>
          <a:noFill/>
          <a:ln/>
        </p:spPr>
        <p:txBody>
          <a:bodyPr wrap="square" lIns="635" tIns="635" rIns="635" bIns="635" rtlCol="0" anchor="t">
            <a:normAutofit/>
          </a:bodyPr>
          <a:lstStyle/>
          <a:p>
            <a:r>
              <a:rPr lang="en-US" sz="1500" dirty="0">
                <a:solidFill>
                  <a:srgbClr val="17364A"/>
                </a:solidFill>
                <a:latin typeface="Aptos" pitchFamily="34" charset="0"/>
                <a:ea typeface="Aptos" pitchFamily="34" charset="-122"/>
                <a:cs typeface="Aptos" pitchFamily="34" charset="-120"/>
              </a:rPr>
              <a:t>What costs are required before pilot, during deployment, and after scale?</a:t>
            </a:r>
            <a:endParaRPr lang="en-US" sz="1500" dirty="0"/>
          </a:p>
          <a:p>
            <a:r>
              <a:rPr lang="en-US" sz="1500" dirty="0">
                <a:solidFill>
                  <a:srgbClr val="17364A"/>
                </a:solidFill>
                <a:latin typeface="Aptos" pitchFamily="34" charset="0"/>
                <a:ea typeface="Aptos" pitchFamily="34" charset="-122"/>
                <a:cs typeface="Aptos" pitchFamily="34" charset="-120"/>
              </a:rPr>
              <a:t>Which funding streams align with data, workforce, equity, emergency response, surveillance, or service delivery goals?</a:t>
            </a:r>
            <a:endParaRPr lang="en-US" sz="1500" dirty="0"/>
          </a:p>
          <a:p>
            <a:r>
              <a:rPr lang="en-US" sz="1500" dirty="0">
                <a:solidFill>
                  <a:srgbClr val="17364A"/>
                </a:solidFill>
                <a:latin typeface="Aptos" pitchFamily="34" charset="0"/>
                <a:ea typeface="Aptos" pitchFamily="34" charset="-122"/>
                <a:cs typeface="Aptos" pitchFamily="34" charset="-120"/>
              </a:rPr>
              <a:t>What happens when short-term funding ends?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Federal Funding Opportunities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References and Resources</a:t>
            </a:r>
            <a:endParaRPr lang="en-US" sz="2800" dirty="0"/>
          </a:p>
        </p:txBody>
      </p:sp>
      <p:sp>
        <p:nvSpPr>
          <p:cNvPr id="7" name="Text 5"/>
          <p:cNvSpPr/>
          <p:nvPr/>
        </p:nvSpPr>
        <p:spPr>
          <a:xfrm>
            <a:off x="822960" y="1280160"/>
            <a:ext cx="10378440" cy="4800600"/>
          </a:xfrm>
          <a:prstGeom prst="rect">
            <a:avLst/>
          </a:prstGeom>
          <a:noFill/>
          <a:ln/>
        </p:spPr>
        <p:txBody>
          <a:bodyPr wrap="square" lIns="635" tIns="635" rIns="635" bIns="635" rtlCol="0" anchor="t">
            <a:normAutofit/>
          </a:bodyPr>
          <a:lstStyle/>
          <a:p>
            <a:r>
              <a:rPr lang="en-US" sz="1280" dirty="0">
                <a:solidFill>
                  <a:srgbClr val="17364A"/>
                </a:solidFill>
                <a:latin typeface="Aptos" pitchFamily="34" charset="0"/>
                <a:ea typeface="Aptos" pitchFamily="34" charset="-122"/>
                <a:cs typeface="Aptos" pitchFamily="34" charset="-120"/>
              </a:rPr>
              <a:t>CDC Data Modernization Initiative: Potential alignment for data infrastructure and AI-ready modernization investments.</a:t>
            </a:r>
            <a:endParaRPr lang="en-US" sz="1280" dirty="0"/>
          </a:p>
          <a:p>
            <a:r>
              <a:rPr lang="en-US" sz="1280" dirty="0">
                <a:solidFill>
                  <a:srgbClr val="17364A"/>
                </a:solidFill>
                <a:latin typeface="Aptos" pitchFamily="34" charset="0"/>
                <a:ea typeface="Aptos" pitchFamily="34" charset="-122"/>
                <a:cs typeface="Aptos" pitchFamily="34" charset="-120"/>
              </a:rPr>
              <a:t>Public Health Infrastructure Grant: Potential alignment for workforce, data systems, organizational capacity, and equity investments.</a:t>
            </a:r>
            <a:endParaRPr lang="en-US" sz="1280" dirty="0"/>
          </a:p>
          <a:p>
            <a:r>
              <a:rPr lang="en-US" sz="1280" dirty="0">
                <a:solidFill>
                  <a:srgbClr val="17364A"/>
                </a:solidFill>
                <a:latin typeface="Aptos" pitchFamily="34" charset="0"/>
                <a:ea typeface="Aptos" pitchFamily="34" charset="-122"/>
                <a:cs typeface="Aptos" pitchFamily="34" charset="-120"/>
              </a:rPr>
              <a:t>HRSA Telehealth Programs: Potential alignment for digital health, telehealth, and access-related AI use cases.</a:t>
            </a:r>
            <a:endParaRPr lang="en-US" sz="12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 Funding Opportunities</dc:title>
  <dc:subject>Federal Funding Opportunities learning module</dc:subject>
  <dc:creator>Paula Soper</dc:creator>
  <cp:lastModifiedBy>Paula Soper</cp:lastModifiedBy>
  <cp:revision>1</cp:revision>
  <dcterms:created xsi:type="dcterms:W3CDTF">2026-07-09T20:18:52Z</dcterms:created>
  <dcterms:modified xsi:type="dcterms:W3CDTF">2026-07-09T20:18:52Z</dcterms:modified>
</cp:coreProperties>
</file>