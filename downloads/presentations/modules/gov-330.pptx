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data governance for ai-ready public health data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data governance for ai-ready public health data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AI-ready data governance checklist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AI-ready data governance checklist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AI-ready data governance checklist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AI-ready data require governance before they require a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governance defines ownership, stewardship, metadata, permissible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connect governance practices to safe AI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AI-ready data require governance before they require a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Governance for AI-Ready Public Health Data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for AI-Ready Public Health Data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governance is the set of decision rights, roles, policies, standards,.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AI-ready data depend on governance because data must be understandable,.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stewardship assigns responsibility for data quality, definitions,.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is the set of decision rights, roles, policies, standards,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governance is the set of decision rights,.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AI-ready data depend on governance because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stewardship assigns responsibility for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want to use multiple datasets to prioritize.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governance would clarify which datasets can be linked, which fields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governance, the model may appear technical while resting on unclear.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want to use multiple datasets to prioritize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governance would clarify which datasets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governance, the model may appear technical.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AI-ready data begin with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know what datasets exist, who stewards them, what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catalog can make this information visible to program, analytics,.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AI-ready data begin with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should know what datasets exist,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 catalog can make this information visible.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must also address data lineage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AI-ready data governance checklist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AI-ready data governance checklist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AI-ready data governance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AI-ready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AI-ready data governance checklist.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 checklist.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AI-ready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data governance for ai-ready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data governance for ai-ready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data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2026-07-13T03:02:47Z</dcterms:created>
  <dcterms:modified xsi:type="dcterms:W3CDTF">2026-07-13T03:02:47Z</dcterms:modified>
</cp:coreProperties>
</file>