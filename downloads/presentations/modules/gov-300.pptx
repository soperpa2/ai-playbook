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300 AI Security, Prompt Injection, and Data Leakage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analytics-modeling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security in public health operational terms.
Identify prompt injection, data leakage, sensitive information disclosure, insecure output handling, excessive agency, and supply chain risks.
Explain why RAG, plugins, APIs, and agentic workflows increase the need for security controls.
Apply least privilege, approved-tool use, access controls, logging, testing, and incident response to AI workflows.
Develop security questions for AI procurement, implementation, and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AI workflow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security matters because public health AI tools may process sensitive records, internal protocols, draft communications, credentials, contracts, emergency plans, and partner information. The risks increase when AI tools are connected to email, calendars, case systems, data warehouses, document repositories, APIs, or messaging platforms. A security weakness can become a privacy breach, operational disruption, public trust problem, or legal issue.
Prompt injection is particularly important for public health because staff may ask AI tools to process external documents, emails, web pages, public comments, complaints, or uploaded files. Those materials may contain instructions designed to manipulate the AI system. If the AI tool has access to sensitive data or actions, prompt injection can become a pathway to data exposure or unauthorized activity.
Security controls should be built into governance and procurement. Agencies should require information about data handling, retention, encryption, access controls, audit logs, model training use, third-party services, incident notification, vulnerability management, and secure configuration. Security review should happen before deployment and continue after launch.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program may use an AI assistant to summarize uploaded partner reports. One report could contain hidden or visible instructions telling the AI to ignore prior rules and reveal confidential information. If the assistant treats the report content as instructions rather than data, it may produce unsafe outputs or attempt unauthorized actions.
A secure workflow would use an approved tool, restrict the assistant’s access, treat uploaded content as untrusted, disable unnecessary tool actions, log activity, and require human review before any output is shared. Staff should be trained to recognize suspicious instructions embedded in documents or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security begins with use-case classification. A low-risk training exercise using public documents requires different controls than a tool connected to case records or document repositories. Agencies should classify AI uses by data sensitivity, system access, autonomy, public-facing impact, and consequence of error.
Access control is central. AI tools should not have broad access to systems simply because broad access is convenient. Each integration should specify what the tool can read, write, update, send, or delete. Read-only access is safer than write access, but read-only access can still expose sensitive information if permissions are weak.
Prompt injection defenses should include system-level protections, content handling, tool restrictions, and user training. External content should be treated as data, not instruction. Tools should not follow directions found inside documents, emails, or web pages unless those directions come from an authorized user in the correct workflow. Agentic systems should require additional approval before taking consequential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Output handling matters because AI outputs may be copied into reports, emails, code, dashboards, or scripts. Insecure output handling can lead to misinformation, broken code, malicious links, or inappropriate disclosure. Outputs should be validated before downstream use, especially when they affect systems, public communications, or records.
Incident response should include AI-specific triggers. Examples include unauthorized data exposure, unexpected tool use, prompt injection attempt, repeated unsafe output, model misuse, credential exposure, or vendor security incident. Logs should support investigation of prompts, inputs, retrieved sources, outputs, tool calls, users,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Prompt injection. Untrusted content may override instructions. Guardrails include treating external content as data, restricting tools, and testing with adversarial examples.
Sensitive information disclosure. AI may reveal information outside user permissions. Guardrails include access controls, data minimization, redaction, and audit logs.
Excessive agency. Tools may have more capability than needed. Guardrails include least privilege, approval gates, and prohibited-action lists.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Supply chain risk. AI tools may depend on vendors, plugins, models, or libraries with vulnerabilities. Guardrails include vendor review, security documentation, patching, and contract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security applies to generative AI, RAG, NLP, APIs, and agentic workflows. RAG systems need document-level permissions and protections against unauthorized retrieval. Agentic systems need tool restrictions and action approval. Prompt templates should include data boundaries, and technical implementations should enforce those boundaries rather than relying on user behavior alone.
Security should be designed as part of the workflow. Public health users should know which tools are approved, what data may be used, what outputs require review, and how to report suspicious or unsafe behavior.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sensitive data or systems would the AI workflow touch?
Could the AI tool access more information or actions than necessary?
What untrusted content might the tool process?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prompt injection attempts or unsafe outputs be detected?
What logs and incident response steps are required?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AI workflow checklist for one public health use case. Include data sensitivity, approved tools, access controls, least-privilege review, prompt injection risk, output handling, logging, vendor security questions, incident triggers, and escalation process.
The checklist should identify which controls must be in place before pilot testing and which controls must be monitored after launch.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Secure AI workflow checklist
Vendor and implementation security questions
Prompt injection risk notes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incident trigger and escalation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Secure AI workflow checklist
Vendor and implementation security questions
Prompt injection risk notes
AI incident trigger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prompt injection?
2. What does least privilege mean?
3. Why does agentic AI increase security risk?
4. Which control helps investigate AI-related incidents?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Artificial Intelligence Risk Management Framework: https://www.nist.gov/itl/ai-risk-management-framework
NIST AI RMF Generative AI Profile: https://www.nist.gov/publications/artificial-intelligence-risk-management-framework-generative-artificial-intelligence
NIST Privacy Framework: https://www.nist.gov/privacy-framework
Agency cybersecurity, identity/access management, privacy, procurement, and incident response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Security, Prompt Injection, and Data Leakage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focuses on protecting AI systems, integrations, prompts, outputs, data, users,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handle sensitive health, demographic, legal, operational, and community.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security is therefore a core public health safeguard, not only an IT responsibility.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AI security in public health operational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prompt injection, data leakage, sensitive information disclosure, insecure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why RAG, plugins, APIs, and agentic workflows increase the need for security controls.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AI security in public health operational terms.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prompt injection, data leakage, sensitive information.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Apply least privilege, approved-tool use, access controls,.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security questions for AI procurement, implementation,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secure AI workflow checklist.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secure AI workflow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secure AI workflow checklist.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focuses on protecting AI systems, integrations, prompts, outputs, data, users,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handle sensitive health, demographic, legal, operational, and community.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security is therefore a core public health safeguard, not only an IT responsibility.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security focuses on protecting AI systems, integrations, prompts, outputs, data, users, and.</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matters because public health AI tools may process sensitive records, internal.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risks increase when AI tools are connected to email, calendars, case systems,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security weakness can become a privacy breach, operational disruption, public trust problem,.</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security matters because public health AI tools may process sensitive records, internal protocols,.</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program may use an AI assistant to summarize uploaded partner reports.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One report could contain hidden or visible instructions telling the AI to ignore prior rules.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assistant treats the report content as instructions rather than data, it may produce.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program may use an AI assistant to summarize uploaded partner reports.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report could contain hidden or visible instructions telling.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assistant treats the report content as instructions rather.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secure workflow would use an approved tool, restrict the.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begins with use-case classification.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low-risk training exercise using public documents requires different controls than a tool.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should classify AI uses by data sensitivity, system access, autonomy, public-facing.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security begins with use-case classification.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low-risk training exercise using public documents requires.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should classify AI uses by data sensitivity, system.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Access control is central.</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Output handling matters because AI outputs may be copied into reports, emails, code,.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Insecure output handling can lead to misinformation, broken code, malicious links,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Outputs should be validated before downstream use, especially when they affect systems, public.</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Output handling matters because AI outputs may be copied into reports, emails, code, dashboards, or.</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Output handling matters because AI outputs may be copied into.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Insecure output handling can lead to misinformation, broken code,.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Outputs should be validated before downstream use, especially when.</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injection.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Untrusted content may override instructions.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treating external content as data, restricting tools, and testing with.</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Prompt injection.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Guardrails include treating external content as data, restricting.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Sensitive information disclosure.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may reveal information outside user permissions.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Supply chain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may depend on vendors, plugins, models, or libraries with vulnerabilities.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vendor review, security documentation, patching, and contract requirements.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Supply chain risk.</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Supply chain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may depend on vendors, plugins, models, or libraries with.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vendor review, security documentation,.</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applies to generative AI, RAG, NLP, APIs, and agentic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systems need document-level permissions and protections against unauthorized retrieval.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systems need tool restrictions and action approval.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security applies to generative AI, RAG, NLP, APIs, and agentic workflows.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templates should include data boundaries, and technical.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Security should be designed as part of the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users should know which tools are approved, what.</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sensitive data or systems would the AI workflow touch?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Could the AI tool access more information or actions than necessary?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untrusted content might the tool process?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sensitive data or systems would the AI workflow touch?</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sensitive data or systems would the AI workflow touch?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Could the AI tool access more information or actions than necessary?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untrusted content might the tool process?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How will prompt injection attempts or unsafe outputs be detected?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logs and incident response steps are required?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logs and incident response steps are required?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secure AI workflow checklist for one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data sensitivity, approved tools, access controls, least-privilege review, prompt.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checklist should identify which controls must be in place before pilot testing and which.</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secure AI workflow checklist for one public health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data sensitivity, approved tools, access controls,.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checklist should identify which controls must be in place.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Secure AI workflow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and implementation security questions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injection risk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Secure AI workflow checklist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AI workflow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and implementation security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injection risk notes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incident trigger and escalation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incident trigger and escalation plan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incident trigger and escalation plan</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Secure AI workflow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and implementation security questions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injection risk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Secure AI workflow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AI workflow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and implementation security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injection risk notes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prompt injection?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does least privilege mean?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Why does agentic AI increase security risk?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prompt injection?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prompt injection?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OWASP Top 10 for Large Language Model Applications:.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OWASP Top 10 for Large Language Model Applications:.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NIST Privacy Framework: https://www.nist.gov/privacy-framework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cybersecurity, identity/access management, privacy,.</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Security, Prompt Injection, and Data Leakage</dc:title>
  <dc:subject>AI Security, Prompt Injection, and Data Leakage learning module</dc:subject>
  <dc:creator>Paula Soper</dc:creator>
  <cp:lastModifiedBy>Paula Soper</cp:lastModifiedBy>
  <cp:revision>1</cp:revision>
  <dcterms:created xsi:type="dcterms:W3CDTF">2026-07-13T02:33:44Z</dcterms:created>
  <dcterms:modified xsi:type="dcterms:W3CDTF">2026-07-13T02:33:44Z</dcterms:modified>
</cp:coreProperties>
</file>