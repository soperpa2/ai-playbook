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240 User Acceptance Testing for AI-Supported Workflows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technical-architecture, analytics-and-modeling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UAT for AI-supported workflows.
Develop role-based UAT scenarios and test scripts.
Include routine cases, edge cases, failure cases, and equity-sensitive scenarios in UAT.
Define acceptance criteria for usability, safety, documentation, human review, and workflow fit.
Produce a UAT plan and sign-off recommendation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Before launching an AI tool that summarizes case investigation notes, investigators complete UAT scenarios using routine cases, incomplete records, conflicting notes, language access needs, and cases with sensitive information. Testers verify whether the summary is understandable, source information is visible, errors can be corrected, outputs can be documented properly, and escalation steps are clear. The tool does not launch until high-priority issues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should be designed around real users and real work. Testers should include the roles that will actually use or supervise the AI-supported workflow, such as epidemiologists, investigators, program staff, supervisors, data quality staff, communications staff, or support staff. If only technical staff test the tool, usability and workflow problems may be missed.
Test scenarios should include more than ideal cases. AI-supported workflows should be tested with incomplete data, conflicting information, duplicate records, unusual cases, sensitive data, ambiguous outputs, language access issues, accessibility needs, high-volume periods, system downtime, and outputs that should be overridden. Edge cases reveal whether the workflow is safe when conditions are imperfect.
Acceptance criteria should be defined before testing begins. Criteria may include whether users can complete the workflow, understand the AI output, inspect source information, identify unsupported statements, correct errors, document decisions, override outputs, and escalate concerns. Criteria should also address workflow burden, accessibility, performance, and user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results should lead to a launch decision. Issues should be categorized by severity, assigned to owners, and resolved or accepted with documented rationale. A launch should not proceed simply because testing occurred. It should proceed only if acceptance criteria are met and unresolved issues do not create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Testing only ideal scenarios and missing high-risk workflow failures.
Excluding real end users from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Launching despite unresolved issues that affect safety, equity, or documentation.
Treating model validation as a substitute for workflow acceptance testing.
Failing to test override, escalation, fallback, and accessibility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Develop role-based UAT scripts before launch.
Include routine, edge, failure, and equity-sensitive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Define acceptance criteria before testing.
Track issues by severity, owner, and resolution status.
Require documented sign-off or remediation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UAT plan for one AI-supported workflow. Include user roles, test scenarios, edge cases, acceptance criteria, tester instructions, issue log fields, severity categories, sign-off criteria, and launch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UAT plan
Role-based test scripts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UAT plan
Role-based test scripts
Acceptance criteria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purpose of UAT for AI-supported workflows?
2. Who should participate in UAT?
3. Which scenario should be included in AI UAT?
4. What should happen to UAT issues?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
Agency user acceptance testing, quality assurance, accessibility, and implementation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User Acceptance Testing for AI-Supported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Operations and Data Quality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operations-and-data-quality, program-management, technical-architecture, analytics-and-modeling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UAT for AI-supported workflows.</a:t>
            </a:r>
            <a:endParaRPr lang="en-US" sz="1450" dirty="0"/>
          </a:p>
          <a:p>
            <a:r>
              <a:rPr lang="en-US" sz="1450" dirty="0">
                <a:solidFill>
                  <a:srgbClr val="17364A"/>
                </a:solidFill>
                <a:latin typeface="Aptos" pitchFamily="34" charset="0"/>
                <a:ea typeface="Aptos" pitchFamily="34" charset="-122"/>
                <a:cs typeface="Aptos" pitchFamily="34" charset="-120"/>
              </a:rPr>
              <a:t>Develop role-based UAT scenarios and test scripts.</a:t>
            </a:r>
            <a:endParaRPr lang="en-US" sz="1450" dirty="0"/>
          </a:p>
          <a:p>
            <a:r>
              <a:rPr lang="en-US" sz="1450" dirty="0">
                <a:solidFill>
                  <a:srgbClr val="17364A"/>
                </a:solidFill>
                <a:latin typeface="Aptos" pitchFamily="34" charset="0"/>
                <a:ea typeface="Aptos" pitchFamily="34" charset="-122"/>
                <a:cs typeface="Aptos" pitchFamily="34" charset="-120"/>
              </a:rPr>
              <a:t>Include routine cases, edge cases, failure cases, and equity-sensitive scenarios in UAT.</a:t>
            </a:r>
            <a:endParaRPr lang="en-US" sz="1450" dirty="0"/>
          </a:p>
          <a:p>
            <a:r>
              <a:rPr lang="en-US" sz="1450" dirty="0">
                <a:solidFill>
                  <a:srgbClr val="17364A"/>
                </a:solidFill>
                <a:latin typeface="Aptos" pitchFamily="34" charset="0"/>
                <a:ea typeface="Aptos" pitchFamily="34" charset="-122"/>
                <a:cs typeface="Aptos" pitchFamily="34" charset="-120"/>
              </a:rPr>
              <a:t>Define acceptance criteria for usability, safety, documentation, human review, and workflow fit.</a:t>
            </a:r>
            <a:endParaRPr lang="en-US" sz="1450" dirty="0"/>
          </a:p>
          <a:p>
            <a:r>
              <a:rPr lang="en-US" sz="1450" dirty="0">
                <a:solidFill>
                  <a:srgbClr val="17364A"/>
                </a:solidFill>
                <a:latin typeface="Aptos" pitchFamily="34" charset="0"/>
                <a:ea typeface="Aptos" pitchFamily="34" charset="-122"/>
                <a:cs typeface="Aptos" pitchFamily="34" charset="-120"/>
              </a:rPr>
              <a:t>Produce a UAT plan and sign-off recommendation for an AI-supported workflow.</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Before launching an AI tool that summarizes case investigation notes, investigators complete UAT scenarios using routine cases, incomplete records, conflicting notes, language access needs, and cases with sensitive information. Testers verify whether the summary is understandable, source information is visible, errors can be corrected, outputs can be documented properly, and escalation steps are clear. The tool does not launch until high-priority issues are resolved.</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UAT should be designed around real users and real work. Testers should include the roles that will actually use or supervise the AI-supported workflow, such as epidemiologists, investigators, program staff, supervisors, data quality staff, communications staff, or support staff. If only technical staff test the tool, usability and workflow problems may be missed. Test scenarios should include more than ideal cases. AI-supported workflows should be tested with incomplete data, conflicting information, duplicate records, unusual cases, sensitive data, ambiguous outputs, language access issues, accessibility needs, high-volume periods, system downtime, and outputs that should be overridden. Edge cases reveal whether the workflow is safe when conditions are imperfect. Acceptance criteria should be defined before testing begins. Criteria may include whether users can complete the workflow, understand the AI output, inspect source information, identify unsupported statements, correct errors, document decisions, override outputs, and escalate concerns. Criteria should also address workflow burden, accessibility, performance, and user confidence.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UAT results should lead to a launch decision. Issues should be categorized by severity, assigned to owners, and resolved or accepted with documented rationale. A launch should not proceed simply because testing occurred. It should proceed only if acceptance criteria are met and unresolved issues do not create unacceptable risk.</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Risks and failure modes include the following: Testing only ideal scenarios and missing high-risk workflow failures. Excluding real end users from testing.</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Launching despite unresolved issues that affect safety, equity, or documentation. Treating model validation as a substitute for workflow acceptance testing. Failing to test override, escalation, fallback, and accessibility requirements.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Recommended guardrails include the following: Develop role-based UAT scripts before launch. Include routine, edge, failure, and equity-sensitive cases.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Define acceptance criteria before testing. Track issues by severity, owner, and resolution status. Require documented sign-off or remediation before deployment.</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your agency, program, or workflow? Which staff roles would need to understand or apply this concept before AI use is approved? What could go wrong if this topic is not addressed before implementation?</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evidence would governance, leadership, or operations staff need before moving forward? Which policy, data, equity, privacy, security, or workflow questions remain unresolved?</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UAT plan for one AI-supported workflow. Include user roles, test scenarios, edge cases, acceptance criteria, tester instructions, issue log fields, severity categories, sign-off criteria, and launch recommendation.</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UAT plan Role-based test scripts Acceptance criteria</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Issue log template Sign-off recommendation</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UAT plan</a:t>
            </a:r>
            <a:endParaRPr lang="en-US" sz="1450" dirty="0"/>
          </a:p>
          <a:p>
            <a:r>
              <a:rPr lang="en-US" sz="1450" dirty="0">
                <a:solidFill>
                  <a:srgbClr val="17364A"/>
                </a:solidFill>
                <a:latin typeface="Aptos" pitchFamily="34" charset="0"/>
                <a:ea typeface="Aptos" pitchFamily="34" charset="-122"/>
                <a:cs typeface="Aptos" pitchFamily="34" charset="-120"/>
              </a:rPr>
              <a:t>Role-based test scripts</a:t>
            </a:r>
            <a:endParaRPr lang="en-US" sz="1450" dirty="0"/>
          </a:p>
          <a:p>
            <a:r>
              <a:rPr lang="en-US" sz="1450" dirty="0">
                <a:solidFill>
                  <a:srgbClr val="17364A"/>
                </a:solidFill>
                <a:latin typeface="Aptos" pitchFamily="34" charset="0"/>
                <a:ea typeface="Aptos" pitchFamily="34" charset="-122"/>
                <a:cs typeface="Aptos" pitchFamily="34" charset="-120"/>
              </a:rPr>
              <a:t>Acceptance criteria</a:t>
            </a:r>
            <a:endParaRPr lang="en-US" sz="1450" dirty="0"/>
          </a:p>
          <a:p>
            <a:r>
              <a:rPr lang="en-US" sz="1450" dirty="0">
                <a:solidFill>
                  <a:srgbClr val="17364A"/>
                </a:solidFill>
                <a:latin typeface="Aptos" pitchFamily="34" charset="0"/>
                <a:ea typeface="Aptos" pitchFamily="34" charset="-122"/>
                <a:cs typeface="Aptos" pitchFamily="34" charset="-120"/>
              </a:rPr>
              <a:t>Issue log template</a:t>
            </a:r>
            <a:endParaRPr lang="en-US" sz="1450" dirty="0"/>
          </a:p>
          <a:p>
            <a:r>
              <a:rPr lang="en-US" sz="1450" dirty="0">
                <a:solidFill>
                  <a:srgbClr val="17364A"/>
                </a:solidFill>
                <a:latin typeface="Aptos" pitchFamily="34" charset="0"/>
                <a:ea typeface="Aptos" pitchFamily="34" charset="-122"/>
                <a:cs typeface="Aptos" pitchFamily="34" charset="-120"/>
              </a:rPr>
              <a:t>Sign-off recommendation</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purpose of UAT for AI-supported workflows?</a:t>
            </a:r>
            <a:endParaRPr lang="en-US" sz="1450" dirty="0"/>
          </a:p>
          <a:p>
            <a:r>
              <a:rPr lang="en-US" sz="1450" dirty="0">
                <a:solidFill>
                  <a:srgbClr val="17364A"/>
                </a:solidFill>
                <a:latin typeface="Aptos" pitchFamily="34" charset="0"/>
                <a:ea typeface="Aptos" pitchFamily="34" charset="-122"/>
                <a:cs typeface="Aptos" pitchFamily="34" charset="-120"/>
              </a:rPr>
              <a:t>2. Who should participate in UAT?</a:t>
            </a:r>
            <a:endParaRPr lang="en-US" sz="1450" dirty="0"/>
          </a:p>
          <a:p>
            <a:r>
              <a:rPr lang="en-US" sz="1450" dirty="0">
                <a:solidFill>
                  <a:srgbClr val="17364A"/>
                </a:solidFill>
                <a:latin typeface="Aptos" pitchFamily="34" charset="0"/>
                <a:ea typeface="Aptos" pitchFamily="34" charset="-122"/>
                <a:cs typeface="Aptos" pitchFamily="34" charset="-120"/>
              </a:rPr>
              <a:t>3. Which scenario should be included in AI UAT?</a:t>
            </a:r>
            <a:endParaRPr lang="en-US" sz="1450" dirty="0"/>
          </a:p>
          <a:p>
            <a:r>
              <a:rPr lang="en-US" sz="1450" dirty="0">
                <a:solidFill>
                  <a:srgbClr val="17364A"/>
                </a:solidFill>
                <a:latin typeface="Aptos" pitchFamily="34" charset="0"/>
                <a:ea typeface="Aptos" pitchFamily="34" charset="-122"/>
                <a:cs typeface="Aptos" pitchFamily="34" charset="-120"/>
              </a:rPr>
              <a:t>4. What should happen to UAT issues?</a:t>
            </a:r>
            <a:endParaRPr lang="en-US" sz="1450" dirty="0"/>
          </a:p>
          <a:p>
            <a:r>
              <a:rPr lang="en-US" sz="1450" dirty="0">
                <a:solidFill>
                  <a:srgbClr val="17364A"/>
                </a:solidFill>
                <a:latin typeface="Aptos" pitchFamily="34" charset="0"/>
                <a:ea typeface="Aptos" pitchFamily="34" charset="-122"/>
                <a:cs typeface="Aptos" pitchFamily="34" charset="-120"/>
              </a:rPr>
              <a:t>5. What is strong completion evidence?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Evaluation Framework: https://www.cdc.gov/evaluation/</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Agency user acceptance testing, quality assurance, accessibility, and implementation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Acceptance Testing for AI-Supported Workflows</dc:title>
  <dc:subject>User Acceptance Testing for AI-Supported Workflows learning module</dc:subject>
  <dc:creator>Paula Soper</dc:creator>
  <cp:lastModifiedBy>Paula Soper</cp:lastModifiedBy>
  <cp:revision>1</cp:revision>
  <dcterms:created xsi:type="dcterms:W3CDTF">2026-07-12T18:22:13Z</dcterms:created>
  <dcterms:modified xsi:type="dcterms:W3CDTF">2026-07-12T18:22:13Z</dcterms:modified>
</cp:coreProperties>
</file>