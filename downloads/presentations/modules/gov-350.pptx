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user identity, service identity,.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least-privilege principles to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access risks for read-only, retrieval, summarization,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user identity, service identity, authentication,.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user identity,.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audit log and approval requirements for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an access and permissions review for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Identity, access, and permissions determine who or what can use data,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assistant is approved to summarize case records for authorized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access review determines that the assistant may retrieve only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must show which user requested the summary, which record was accessed,.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assistant is approved to summarize case records for authorized disease.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access review determines that the assistant.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Logs must show which user requested the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workflows may involve multiple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staff member may log in through single sign-on, an AI service may use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identity should be documented and tied to specific permissions.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workflows may involve multiple identities.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logs should make AI access visible.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should capture user identity, service identity, data accessed,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logs should also show tool calls, attempted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logs should make AI access visible.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Logs should capture user identity,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logs should also show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Service accounts with broad access to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retrieving data unrelated to the approved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Service accounts with broad access to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retrieving data unrelated to the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actions occurring without human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Shared accounts preventing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Insufficient logs to investigate data access or output generation.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actions occurring without human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actions occurring without human approval.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Shared accounts preventing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Insufficient logs to investigate data access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role-based and purpose-based access controls.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 privilege to users, service accounts, APIs, and agents.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role-based and purpose-based access controls.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to users, service accounts,.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 stronger approval for write-back, external transmission,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Avoid shared accounts and undocumented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detailed audit logs for AI access and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stronger approval for write-back, external transmission, and automated.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Require stronger approval for write-back, external.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shared accounts and undocumented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detailed audit logs for AI access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identity, access, and permissions review for one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users, service accounts, systems, data accessed,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identity, 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users, service accounts, systems,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user and service identities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Least-privilege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approval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authorization?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are service accounts important in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does least privilege mean?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authorization?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authorization?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2026-07-13T03:02:47Z</dcterms:created>
  <dcterms:modified xsi:type="dcterms:W3CDTF">2026-07-13T03:02:47Z</dcterms:modified>
</cp:coreProperties>
</file>