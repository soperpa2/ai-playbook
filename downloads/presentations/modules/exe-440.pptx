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440 Workforce Strategy and AI Role Design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workforce roles needed for responsible AI adoption in public health.
Distinguish between AI users, reviewers, implementers, governance participants, and accountability owners.
Develop role-based competency expectations for AI-supported work.
Recognize workforce risks such as deskilling, uneven access to training, and unclear role boundaries.
Produce a workforce readiness and role design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AI depends on people who understand both technology and context. A model may generate a summary, but an epidemiologist must judge whether the summary is meaningful. A vendor may describe a product, but an informatician must assess interoperability and data flow. A leader may approve a use case, but governance participants must ensure that privacy, equity, security, and legal concerns have been addressed.
Workforce strategy helps agencies move beyond ad hoc training. It defines which staff need baseline literacy, which staff need deeper technical skills, which staff need governance training, and which roles require ongoing competency development. It also helps agencies avoid concentrating AI knowledge in a small group while leaving most staff dependent on informal guidance.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implements several AI tools: a document assistant, a case summarization tool, a data quality monitor, and a predictive model for resource planning. Staff quickly discover that no single role owns all the knowledge needed. Program staff understand workflow, IT understands integration, privacy understands data restrictions, and analysts understand validation. However, there is no role that connects these perspectives consistently.
The agency creates an AI bridge role to support use case development, governance preparation, workflow mapping, vendor questioning, training, and implementation review. The role does not replace technical specialists or program leaders. It helps them work together more effectively.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workforce strategy should define role groups. General staff may need baseline AI literacy, approved-use guidance, and prompt safety. Frontline users need workflow-specific training and escalation expectations. Supervisors need to support review, feedback, and documentation. Program owners need to understand accountability and performance monitoring. Technical staff need deeper knowledge of data, architecture, validation, and security. Governance members need enough shared language to review proposals consistently.
Competency expectations should be practical. Staff do not all need to become data scientists. However, many need to recognize when AI output is unsupported, when sensitive data should not be entered, when a use case exceeds approved boundaries, and when to escalate. Technical and informatics staff may need competencies in data quality, interoperability, model evaluation, RAG, security, and lifecycle monitoring.
Role design should also address workload and equity. AI review and governance work require time. If these responsibilities are added informally to already overloaded staff, governance may become superficial. Leaders should identify protected time, training resources, role descriptions, and career pathways for staff who support responsible AI.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assuming that AI reduces workforce needs. In practice, responsible AI often requires new review, training, documentation, and monitoring work. A guardrail is to include workforce impact in every business case and implementation plan.
Another risk is uneven access to AI skills. Staff in better-resourced programs may receive training first, while others fall behind. A guardrail is to create a role-based training plan that includes all relevant staff groups and supports equitable participation.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requires staff who can review outputs and manage source accuracy. Predictive analytics requires staff who can interpret performance and understand limitations. Agentic workflows require staff who can oversee permissions, actions, escalation, and rollback. Workforce strategy should connect each AI type to the roles needed to use it safely.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role-based AI workforce readiness plan. Include role groups, competencies, required training, responsibilities, decision authority, and support needs.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Workforce readiness plan; role-based competency matrix; training assignment matrix; AI bridge role description.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Workforce readiness plan; role-based competency matrix; training assignment matrix; AI bridge role description.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Workforce Strategy and AI Role Design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changes the skills, roles, and collaboration patterns needed in public health agencies.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eliminate the need for public health expertise.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Instead, it increases the need for staff who can translate across program, data, technology,.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Public Health Executive Leadership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Identify workforce roles needed for responsible AI adoption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AI users, reviewers, implementers, governance participants,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role-based competency expectations for AI-supported 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workforce roles needed for responsible AI adoption in public health.</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between AI users, reviewers, implementers,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workforce risks such as deskilling, uneven access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workforce readiness and role design plan.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changes the skills, roles, and collaboration patterns needed in public health agencies.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eliminate the need for public health expertise.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Instead, it increases the need for staff who can translate across program, data, technology,.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changes the skills, roles, and collaboration patterns needed in public health.</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Instead, it increases the need for staff who can translate across.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Leaders need a workforce strategy that prepares staff to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leaders identify AI-related roles and.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depends on people who understand both technology and context.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may generate a summary, but an epidemiologist must judge whether the summary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vendor may describe a product, but an informatician must assess interoperability and data.</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AI depends on people who understand both technology and context.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leader may approve a use case, but governance participants must.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Workforce strategy helps agencies move beyond ad hoc training.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defines which staff need baseline literacy, which staff need.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implements several AI tools: a document assistant, a case summarization.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quickly discover that no single role owns all the knowledge needed.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Program staff understand workflow, IT understands integration, privacy understands data.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implements several AI tools: a document assistant, a case summarization tool, a.</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implements several AI tools: a document.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Program staff understand workflow, IT understands integration,.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However, there is no role that connects these perspectives.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workforce strategy should define role groups.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General staff may need baseline AI literacy, approved-use guidance, and prompt safety.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Frontline users need workflow-specific training and escalation expectations.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 workforce strategy should define role groups.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One risk is assuming that AI reduces workforce needs.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practice, responsible AI often requires new review, training, documentation, and monitoring.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include workforce impact in every business case and implementation plan.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One risk is assuming that AI reduces workforce needs.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Risk control loop</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854696" y="3694176"/>
            <a:ext cx="3035808" cy="365760"/>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Responsible use depends on finding risks early, applying safeguards, and watching for drift or harm over time.</a:t>
            </a:r>
            <a:endParaRPr lang="en-US" sz="1120" dirty="0"/>
          </a:p>
        </p:txBody>
      </p:sp>
      <p:sp>
        <p:nvSpPr>
          <p:cNvPr id="24" name="Shape 22"/>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25" name="Text 23"/>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6" name="Text 24"/>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requires staff who can review outputs and manage source accuracy.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requires staff who can interpret performance and understand limitations.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workflows require staff who can oversee permissions, actions, escalation, and rollback.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requires staff who can review outputs and manage source accuracy.</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role-based AI workforce readiness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role groups, competencies, required training, responsibilities, decision authority,.</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role-based AI workforce readiness plan.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role-based AI workforce readiness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role groups, competencies, required training,.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Workforce readiness plan; role-based competency matrix; training assignment matrix; AI bridge.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Workforce readiness plan; role-based competency matrix; training.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Workforce readiness plan; role-based competency matrix; training assignment matrix; AI bridge.</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Workforce readiness plan; role-based competency matrix; training.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Workforce Strategy and AI Role Design</dc:title>
  <dc:subject>Workforce Strategy and AI Role Design learning module</dc:subject>
  <dc:creator>Paula Soper</dc:creator>
  <cp:lastModifiedBy>Paula Soper</cp:lastModifiedBy>
  <cp:revision>1</cp:revision>
  <dcterms:created xsi:type="dcterms:W3CDTF">2026-07-13T02:33:44Z</dcterms:created>
  <dcterms:modified xsi:type="dcterms:W3CDTF">2026-07-13T02:33:44Z</dcterms:modified>
</cp:coreProperties>
</file>