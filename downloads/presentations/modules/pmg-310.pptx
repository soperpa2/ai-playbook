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PMG 310 Grant and Funding Management for AI Projects
This module focuses on connecting AI projects to allowable costs, deliverables, reporting, performance measures, and sustainability.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Program Management Role-Based Track
Appears in tracks: program-management, public-health-executive-leadership, policy, governance-security
This module focuses on connecting AI projects to allowable costs, deliverables, reporting, performance measures, and sustainability.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grant and funding management for ai projects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connecting AI projects to allowable costs, deliverables, reporting, performance measures, and sustainability.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Grant and Funding Management for AI Projects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connecting AI projects to allowable costs, deliverables, reporting, performance measures, and sustainability.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grant and funding management for ai projects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Grant and Funding Management for AI Projects artifact
Role and responsibility table
Risk and safeguard summary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Grant and Funding Management for AI Projects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grant and funding management for ai projects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Appendix. Common Source Base Used Across Modules
CDC Public Health Data Strategy and CDC Data Modernization resources.: https://www.cdc.gov/public-health-data-strategy/php/about/index.html
CDC electronic case reporting, electronic laboratory reporting, surveillance, and public health data quality resources.: https://www.cdc.gov/ecr/php/index.html
HL7 FHIR, HL7 US Core, public health implementation guides, CDA, and HL7 v2 implementation materials.: https://hl7.org/fhir/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ONC USCDI, health IT, interoperability, and information blocking resources.: https://isp.healthit.gov/united-states-core-data-interoperability-uscdi
NIST Artificial Intelligence Risk Management Framework, NIST Generative AI Profile, NIST Privacy Framework, and related NIST cybersecurity guidance.: https://www.nist.gov/publications/artificial-intelligence-risk-management-framework-generative-artificial-intelligence
OWASP Top 10 for Large Language Model Applications and related secure AI application guidance.: https://owasp.org/www-project-top-10-for-large-language-model-applications/
WHO ethics and governance guidance for artificial intelligence in health.
Agency policies and procedures for privacy, public records, cybersecurity, procurement, civil rights, accessibility, language access, records retention, incident response, and emergency communications.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PMG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Grant and Funding Management for AI Projects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connecting AI projects to allowable costs, deliverables, reporting,.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Program Management Role-Based Track Appears in tracks: program-management, public-health-executive-leadership, policy, governance-security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purpose of grant and funding management for ai projects in public health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purpose of grant and funding management for ai projects in public health AI.</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Recognize equity, privacy, security, legal, operational,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practical artifact that supports readiness, governance,.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connecting AI projects to allowable costs, deliverables, reporting,.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focuses on connecting AI projects to allowable costs, deliverables, reporting, performance.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Implementation path</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Implementation work should make dependencies, approvals, training, and sustainment visible before launch.</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Decision right: The authority to approve, deny, modify, pause, or escalate an AI use case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Evidence artifact: A document, log, checklist, test result, approval record, or review note.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Escalation pathway: A defined route for raising concerns to the appropriate reviewer or.</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Decision right: The authority to approve, deny, modify, pause, or escalate an AI use.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Evidence artifact: A document, log, checklist, test result,.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Accountability owner: The person or role responsible for ensuring.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Grant and Funding Management for AI Projects matters because AI adoption changes how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a structured approach, staff may rely on informal practices, vendor assurances,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operate under legal authorities, public accountability, resource.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Grant and Funding Management for AI Projects matters because AI adoption changes how public health.</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Implementation path</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Implementation work should make dependencies, approvals, training, and sustainment visible before launch.</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public health agency is preparing to use AI in a workflow related to connecting AI projects.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project team initially treats the tool as a helpful efficiency aid, but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agency responds by creating a clear artifact that defines intended use, prohibited use,.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public health agency is preparing to use AI in a workflow related to connecting AI projects to.</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project team initially treats the tool as a helpful efficiency.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agency responds by creating a clear artifact that defines.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should identify who is affected, what data are used, what AI output is produced, who.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prevents the module from becoming abstract and anchors the work in public health practice.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Staff should identify who is affected, what data are used, what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second step is to assign responsibilities.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AI-supported workflows often cross program, IT, legal, privacy,.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risks can change when data sources, models, vendors, policies, users, or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define review intervals and change triggers.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Another failure mode is unclear ownership.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When everyone is responsible in general, no one may be responsible.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assign an accountability owner and name.</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topic applies across generative AI, predictive analytics, NLP, RAG, automation,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more sensitive the data, the more consequential the output, or the more automated the.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more sensitive the data, the more consequential the output, or.</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public health decision or workflow does this topic affect?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has authority to approve or pause the 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has authority to approve or pause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show that the workflow is responsible and.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will the agency know when the workflow needs to be revised?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will the agency know when the workflow needs to be revised?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practical grant and funding management for ai projects artifact for one AI-supported.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artifact should define the use case, affected roles, review criteria, safeguards,.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practical grant and funding management for ai projects artifact for one AI-supported public.</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grant and funding management for ai projects.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artifact should define the use case, affected roles, review.</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Grant and Funding Management for AI Projects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Grant and Funding Management for AI Projects artifact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Grant and Funding Management for AI Projects artifact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Role and responsibility table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Risk and safeguard summary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Escalation and monitoring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Approval or review note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Escalation and monitoring plan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Grant and Funding Management for AI Projects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Grant and Funding Management for AI Projects artifact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strongest evidence that grant and funding management for ai projects has been.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the best reason to assign an accountability owner?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AI-supported workflow be escalated for review?</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strongest evidence that grant and funding management for ai projects has been applied.</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grant and funding management.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and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OWASP Top 10 for Large Language Model Applications:.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ONC health IT, interoperability, and information blocking.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Agency policies for privacy, public records, cybersecurity, procurement, civil rights,.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Appendix. Common Source Base Used Across Modules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CDC Data Modernization resources.:.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Appendix.</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Common Source Base Used Across Modules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ONC USCDI, health IT, interoperability, and information blocking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NIST Generative AI Profile, NIST.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OWASP Top 10 for Large Language Model Applications and related secure AI application guidance.:.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ONC USCDI, health IT, interoperability, and information blocking resources.:.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NIST.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ethics and governance guidance for artificial intelligence in.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policies and procedures for privacy, public records,.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Grant and Funding Management for AI Projects</dc:title>
  <dc:subject>Grant and Funding Management for AI Projects learning module</dc:subject>
  <dc:creator>Paula Soper</dc:creator>
  <cp:lastModifiedBy>Paula Soper</cp:lastModifiedBy>
  <cp:revision>1</cp:revision>
  <dcterms:created xsi:type="dcterms:W3CDTF">2026-07-13T02:33:45Z</dcterms:created>
  <dcterms:modified xsi:type="dcterms:W3CDTF">2026-07-13T02:33:45Z</dcterms:modified>
</cp:coreProperties>
</file>