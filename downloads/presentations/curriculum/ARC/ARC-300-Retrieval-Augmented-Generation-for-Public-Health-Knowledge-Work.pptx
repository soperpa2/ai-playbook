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Retrieval-Augmented Generation for Public Health Knowledge Work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retrieval-augmented generation in plain language.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the major components of a RAG system, including document ingestion, chunking, embeddings, vector search, retrieval,…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public health use cases where RAG may improve knowledge work.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risks related to stale content, access control, retrieval quality, hallucination, and source misuse.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governance and monitoring requirements for agency RAG systems.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RAG readiness checklist for a public health knowledge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RAG readiness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arc-300-retrieval-augmented-generation-for-public-health-knowledge-work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matters because public health agencies manage large collections of guidance, protocols, policies, contracts, plans, reports, forms, FAQs, and…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spend substantial time searching for answers across shared drives, websites, portals, and outdated files.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well-designed RAG system can help users find relevant guidance and produce concise, source-linked answers.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health value of RAG depends on governance.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RAG tool includes outdated guidance, draft policies, documents outside a user’s permission level, or conflicting versions, it may generate…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Retrieval-augmented generation: RAG is an AI approach that retrieves relevant information from a defined source collection and uses that…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Embedding: An embedding is a numeric representation of text or other content that helps systems compare meaning.…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database: A vector database stores embeddings and supports similarity search. It helps retrieve content that is…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Chunking: Chunking divides documents into smaller sections for indexing and retrieval. Chunk size and overlap affect…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search: Semantic search retrieves information based on meaning rather than exact keyword matching. It can help find…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 health department may create an internal RAG assistant to help staff find current infectious disease investigation protocols.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could search approved protocols, case definitions, reporting rules, and escalation procedures.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user asks what steps to take for a suspected condition, the system could summarize relevant guidance and cite the source documents.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workflow requires strong controls.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supports generative AI by grounding outputs in defined sources.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may be used in chat assistants, training tools, policy support, emergency operations, procurement review, and program knowledge bases.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can also support agentic workflows by giving agents access to approved guidance, but actions based on retrieved content require additional…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RAG systems should be built around trust.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RAG system begins with content selection.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decide which documents are authoritative, current, approved for the use case, and appropriate for the intended users.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inventories should include owner, version, effective date, review date, sensitivity level, and access rules.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this foundation, retrieval can surface obsolete or unauthorized material.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processing affects retrieval quality.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may need to be converted, cleaned, segmented, and indexed.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Stale or conflicting content.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Outdated or inconsistent documents can produce wrong answers.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content ownership, version control, review dates, and archival rules.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 leakage.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may retrieve content a user should not see.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RAG readiness checklist for one public health knowledge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content inventory, source authority, document owners, update schedule, sensitivity level, access controls, chunking concerns, retrieval…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checklist should identify at least three “do not answer” or escalation situations, such as missing guidance, conflicting sources, or…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readiness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inventory and ownership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test question set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and source verification protocol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AI RMF Generative AI Profile:…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Framework:…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USCDI: https://isp.healthit.gov/united-states-core-data-interoperability-uscdi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RAG?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Why does chunking matter?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is a major RAG governance risk?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a RAG system do when sources are insufficient?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300: Retrieval-Augmented Generation for Public Health Knowledge Work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