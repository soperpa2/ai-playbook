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300 Retrieval-Augmented Generation for Public Health Knowledge Work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retrieval-augmented generation in plain language.
Describe the major components of a RAG system, including document ingestion, chunking, embeddings, vector search, retrieval, generation, and citation.
Identify public health use cases where RAG may improve knowledge work.
Assess risks related to stale content, access control, retrieval quality, hallucination, and source misuse.
Design governance and monitoring requirements for agency RAG systems.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RAG readiness checklist for a public health knowledge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generation. The model may add claims beyond retrieved sources. Guardrails include source-only instructions, citation requirements, and reviewer verification.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content collection would the RAG system use?
Who owns and updates each source document?
How will access permissions be enforced?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retrieval quality and citation accuracy be tested?
What should the system do when sources are missing, outdated, or conflicting?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RAG readiness checklist
Content inventory and ownership table
Retrieval test question set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RAG readiness checklist
Content inventory and ownership table
Retrieval test question set
Citation and source verification protocol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RAG?
2. Why does chunking matter?
3. What is a major RAG governance risk?
4. What should a RAG system do when sources are insufficient?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OWASP Top 10 for Large Language Model Applications: https://owasp.org/www-project-top-10-for-large-language-model-applications/
NIST Artificial Intelligence Risk Management Framework: https://www.nist.gov/itl/ai-risk-management-framework
ONC USCDI: https://isp.healthit.gov/united-states-core-data-interoperability-uscdi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Retrieval-Augmented Generation for Public Health Knowledge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Retrieval-augmented generation, often called RAG, combines generative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of relying only on a model’s general training, a RAG system searches.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RAG may support policy lookup, protocol interpretation,.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retrieval-augmented generation in plain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the major components of a RAG system, including document ingestion,.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public health use cases where RAG may improve knowledge 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retrieval-augmented generation in plain language.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Describe the major components of a RAG system,.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risks related to stale content,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governance and monitoring requirements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RAG readiness checklist for a public health knowledge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RAG readiness checklist for a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Retrieval-augmented generation, often called RAG, combines generative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Instead of relying only on a model’s general training, a RAG system searches.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RAG may support policy lookup, protocol interpretation,.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Retrieval-augmented generation, often called RAG, combines generative AI with.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matters because public health agencies manage large collections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spend substantial time searching for answers across shared drives,.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well-designed RAG system can help users find relevant guidance and produce.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matters because public health agencies manage large collections of guidance,.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department may create an internal RAG assistant to help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assistant could search approved protocols, case definitions, reporting.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a user asks what steps to take for a suspected condition, the system.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may create an internal RAG assistant to help staff.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department may create an internal.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assistant could search approved protocols,.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a user asks what steps to take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RAG system begins with content selection.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decide which documents are authoritative, current, approved.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Content inventories should include owner, version, effective date,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RAG system begins with content selection.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Generation should be constrained by retrieved material.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system should be instructed to answer from sources, cite them,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also explain when guidance conflicts or when source material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Generation should be constrained by retrieved material.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system should be instructed to answer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Users should be able to open the cited source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Monitoring should include retrieval failures,.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Stale or conflicting content.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Outdated or inconsistent documents can produce wrong answers.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content ownership, version control, review dates,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Stale or conflicting content.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Permission leakage.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may retrieve content a user should not see.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role-based access,.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Unsupported generation.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add claims beyond retrieved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source-only instructions, citation requirements,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Unsupported generation.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Unsupported generation.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add claims beyond retrieved 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source-only instructions,.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supports generative AI by grounding outputs in defined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be used in chat assistants, training tools, policy support,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also support agentic workflows by giving agents access to approved.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may be used in chat assistants, training tools,.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can also support agentic workflows by giving.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RAG systems should be built around.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content collection would the RAG system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and updates each source document?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access permissions be enforced?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content collection would the RAG system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content collection would the RAG system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and updates each source document?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access permissions be enforced?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will retrieval quality and citation accuracy be tested?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should the system do when sources are missing, outdated, or conflicting?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will retrieval quality and citation accuracy be tested?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will retrieval quality and citation accuracy.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should the system do when sources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RAG readiness checklist for one public health knowledge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content inventory, source authority, document owners, update.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checklist should identify at least three “do not answer” or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content inventory, source authority,.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checklist should identify at least three “do.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Content inventory and ownership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Retrieval test question set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readiness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RAG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Content inventory and ownership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Retrieval test question set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Citation and source verification protocol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Citation and source verification protocol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Citation and source verification protocol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RAG 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Content inventory and ownership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Retrieval test question set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readiness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RAG 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Content inventory and ownership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Retrieval test question set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Why does chunking matter?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a major RAG governance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RMF Generative AI Profile:.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USCDI:.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for Public Health Knowledge Work</dc:title>
  <dc:subject>Retrieval-Augmented Generation for Public Health Knowledge Work learning module</dc:subject>
  <dc:creator>Paula Soper</dc:creator>
  <cp:lastModifiedBy>Paula Soper</cp:lastModifiedBy>
  <cp:revision>1</cp:revision>
  <dcterms:created xsi:type="dcterms:W3CDTF">2026-07-13T03:02:46Z</dcterms:created>
  <dcterms:modified xsi:type="dcterms:W3CDTF">2026-07-13T03:02:46Z</dcterms:modified>
</cp:coreProperties>
</file>