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320 AI Documentation, Model Cards, and System Cards
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operations-data-quality
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this tool to complete or strengthen the practical exercise for the module using fictional, de-identified, or generalized.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documentation, model cards, and system cards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documentation packet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documentation makes systems understandable, reviewable, and accountable. Model cards and system cards are structured documentation tools that describe intended use, data, evaluation, limitations, risks, human oversight, and monitoring. This module helps public health staff create documentation that supports governance review, vendor oversight, public accountability, and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Documentation, Model Cards, and System Cards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AI documentation records what the system is intended to do, how it was developed or configured, what data it uses, how it was evaluated, what limitations are known, and how it is monitored. Documentation supports accountability across the AI lifecycle.
A model card is a structured summary of a model, including intended use, data, evaluation, limitations, risks, and appropriate use. A system card extends documentation to the broader system, including workflow integration, interfaces, user roles, retrieval sources, human oversight, and operational controls.
Documentation is not a paperwork exercise. It is how agencies preserve institutional memory, support governance review, answer vendor questions, investigate incidents, train staff, and explain decisions to leaders or the public when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agency using a generative AI assistant to draft public health messages should document the approved use, source materials, prohibited content, review process, accessibility expectations, language review, hallucination controls, user training, monitoring process, and incident response pathway. A system card would help reviewers understand the whole workflow rather than only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AI documentation should be created before deployment and maintained after launch. The documentation should identify the system owner, intended users, data inputs, outputs, human review requirements, validation approach, known limitations, and change management process. A document that is created once and never updated will not support responsible operations.
Model cards are especially useful for predictive or classification models because they can document training data, evaluation metrics, subgroup performance, limitations, and intended use. System cards are especially useful for generative, RAG, and agentic systems because these tools depend on prompts, retrieval content, integrations, permissions, and human workflows.
Documentation should also cover changes. Model updates, prompt changes, data source changes, terminology updates, and workflow changes can all affect system behavior. Change logs and version histories help agencies reconstruct what happened if outputs change or incidents occur.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documentation packet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documentation packet.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documentation packet.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ai documentation, model cards, and system cards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Documentation, Model Cards, and System Cards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documentation makes systems understandable, reviewable, and accountable.</a:t>
            </a:r>
            <a:endParaRPr lang="en-US" sz="2100" dirty="0"/>
          </a:p>
          <a:p>
            <a:r>
              <a:rPr lang="en-US" sz="2100" dirty="0">
                <a:solidFill>
                  <a:srgbClr val="17364A"/>
                </a:solidFill>
                <a:latin typeface="Aptos" pitchFamily="34" charset="0"/>
                <a:ea typeface="Aptos" pitchFamily="34" charset="-122"/>
                <a:cs typeface="Aptos" pitchFamily="34" charset="-120"/>
              </a:rPr>
              <a:t>Model cards and system cards are structured documentation tools that describe intended use, data, evaluation,.</a:t>
            </a:r>
            <a:endParaRPr lang="en-US" sz="2100" dirty="0"/>
          </a:p>
          <a:p>
            <a:r>
              <a:rPr lang="en-US" sz="2100" dirty="0">
                <a:solidFill>
                  <a:srgbClr val="17364A"/>
                </a:solidFill>
                <a:latin typeface="Aptos" pitchFamily="34" charset="0"/>
                <a:ea typeface="Aptos" pitchFamily="34" charset="-122"/>
                <a:cs typeface="Aptos" pitchFamily="34" charset="-120"/>
              </a:rPr>
              <a:t>This module helps public health staff create documentation that supports governance review, vendor oversight,.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documentation, model cards, and system cards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documentation, model cards, and system cards in public health AI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AI documentation packet that can support readiness assessment, governance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AI documentation packet that can support readiness assessment, governance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documentation makes systems understandable, reviewable, and accountable.</a:t>
            </a:r>
            <a:endParaRPr lang="en-US" sz="2100" dirty="0"/>
          </a:p>
          <a:p>
            <a:r>
              <a:rPr lang="en-US" sz="2100" dirty="0">
                <a:solidFill>
                  <a:srgbClr val="17364A"/>
                </a:solidFill>
                <a:latin typeface="Aptos" pitchFamily="34" charset="0"/>
                <a:ea typeface="Aptos" pitchFamily="34" charset="-122"/>
                <a:cs typeface="Aptos" pitchFamily="34" charset="-120"/>
              </a:rPr>
              <a:t>Model cards and system cards are structured documentation tools that describe intended use, data,.</a:t>
            </a:r>
            <a:endParaRPr lang="en-US" sz="2100" dirty="0"/>
          </a:p>
          <a:p>
            <a:r>
              <a:rPr lang="en-US" sz="2100" dirty="0">
                <a:solidFill>
                  <a:srgbClr val="17364A"/>
                </a:solidFill>
                <a:latin typeface="Aptos" pitchFamily="34" charset="0"/>
                <a:ea typeface="Aptos" pitchFamily="34" charset="-122"/>
                <a:cs typeface="Aptos" pitchFamily="34" charset="-120"/>
              </a:rPr>
              <a:t>This module helps public health staff create documentation that supports governance review, vendor.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documentation makes systems understandable, reviewable, and accountable.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Documentation, Model Cards, and System Cards matters because AI systems are embedded in public.</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Documentation, Model Cards, and System Cards matters because AI systems are embedded in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documentation records what the system is intended to do, how it was developed or configured, what.</a:t>
            </a:r>
            <a:endParaRPr lang="en-US" sz="2100" dirty="0"/>
          </a:p>
          <a:p>
            <a:r>
              <a:rPr lang="en-US" sz="2100" dirty="0">
                <a:solidFill>
                  <a:srgbClr val="17364A"/>
                </a:solidFill>
                <a:latin typeface="Aptos" pitchFamily="34" charset="0"/>
                <a:ea typeface="Aptos" pitchFamily="34" charset="-122"/>
                <a:cs typeface="Aptos" pitchFamily="34" charset="-120"/>
              </a:rPr>
              <a:t>Documentation supports accountability across the AI lifecycle.</a:t>
            </a:r>
            <a:endParaRPr lang="en-US" sz="2100" dirty="0"/>
          </a:p>
          <a:p>
            <a:r>
              <a:rPr lang="en-US" sz="2100" dirty="0">
                <a:solidFill>
                  <a:srgbClr val="17364A"/>
                </a:solidFill>
                <a:latin typeface="Aptos" pitchFamily="34" charset="0"/>
                <a:ea typeface="Aptos" pitchFamily="34" charset="-122"/>
                <a:cs typeface="Aptos" pitchFamily="34" charset="-120"/>
              </a:rPr>
              <a:t>A model card is a structured summary of a model, including intended use, data, evaluation, limitations,.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documentation records what the system is intended to do, how it was developed or configured, what.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agency using a generative AI assistant to draft public health messages should document the approved.</a:t>
            </a:r>
            <a:endParaRPr lang="en-US" sz="2100" dirty="0"/>
          </a:p>
          <a:p>
            <a:r>
              <a:rPr lang="en-US" sz="2100" dirty="0">
                <a:solidFill>
                  <a:srgbClr val="17364A"/>
                </a:solidFill>
                <a:latin typeface="Aptos" pitchFamily="34" charset="0"/>
                <a:ea typeface="Aptos" pitchFamily="34" charset="-122"/>
                <a:cs typeface="Aptos" pitchFamily="34" charset="-120"/>
              </a:rPr>
              <a:t>A system card would help reviewers understand the whole workflow rather than only the model.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agency using a generative AI assistant to draft public health messages should document the approved.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documentation should be created before deployment and maintained after launch.</a:t>
            </a:r>
            <a:endParaRPr lang="en-US" sz="2100" dirty="0"/>
          </a:p>
          <a:p>
            <a:r>
              <a:rPr lang="en-US" sz="2100" dirty="0">
                <a:solidFill>
                  <a:srgbClr val="17364A"/>
                </a:solidFill>
                <a:latin typeface="Aptos" pitchFamily="34" charset="0"/>
                <a:ea typeface="Aptos" pitchFamily="34" charset="-122"/>
                <a:cs typeface="Aptos" pitchFamily="34" charset="-120"/>
              </a:rPr>
              <a:t>The documentation should identify the system owner, intended users, data inputs, outputs, human review.</a:t>
            </a:r>
            <a:endParaRPr lang="en-US" sz="2100" dirty="0"/>
          </a:p>
          <a:p>
            <a:r>
              <a:rPr lang="en-US" sz="2100" dirty="0">
                <a:solidFill>
                  <a:srgbClr val="17364A"/>
                </a:solidFill>
                <a:latin typeface="Aptos" pitchFamily="34" charset="0"/>
                <a:ea typeface="Aptos" pitchFamily="34" charset="-122"/>
                <a:cs typeface="Aptos" pitchFamily="34" charset="-120"/>
              </a:rPr>
              <a:t>A document that is created once and never updated will not support responsible operations.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documentation should be created before deployment and maintained after launch.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AI documentation packet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AI documentation packet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documentation packet.</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documentation packet.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documentation packet. It should be specific to a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documentation packet. It should be specific to a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ai documentation, model cards, and system cards before deployment?</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ai documentation, model cards, and system cards before deployment?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Documentation, Model Cards, and System Cards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Documentation, Model Cards, and System Cards</dc:title>
  <dc:subject>AI Documentation, Model Cards, and System Cards learning module</dc:subject>
  <dc:creator>Paula Soper</dc:creator>
  <cp:lastModifiedBy>Paula Soper</cp:lastModifiedBy>
  <cp:revision>1</cp:revision>
  <dcterms:created xsi:type="dcterms:W3CDTF">2026-07-12T19:55:21Z</dcterms:created>
  <dcterms:modified xsi:type="dcterms:W3CDTF">2026-07-12T19:55:21Z</dcterms:modified>
</cp:coreProperties>
</file>