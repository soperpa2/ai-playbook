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policy, shared-foundational,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the purpose of ai-assisted translation, language access, and readability review in.</a:t>
            </a:r>
            <a:endParaRPr lang="en-US" sz="1380" dirty="0"/>
          </a:p>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a:p>
            <a:r>
              <a:rPr lang="en-US" sz="1380" dirty="0">
                <a:solidFill>
                  <a:srgbClr val="17364A"/>
                </a:solidFill>
                <a:latin typeface="Aptos" pitchFamily="34" charset="0"/>
                <a:ea typeface="Aptos" pitchFamily="34" charset="-122"/>
                <a:cs typeface="Aptos" pitchFamily="34" charset="-120"/>
              </a:rPr>
              <a:t>It emphasizes paragraph-based reasoning, defined responsibilities, and documentation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AI-Assisted Translation, Language Access, and Readability Review matters because AI.</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safe use of AI for.</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ai-assisted translation, language access, and readability review.</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ai-assisted translation, language access, and.</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2026-07-13T02:11:43Z</dcterms:created>
  <dcterms:modified xsi:type="dcterms:W3CDTF">2026-07-13T02:11:43Z</dcterms:modified>
</cp:coreProperties>
</file>