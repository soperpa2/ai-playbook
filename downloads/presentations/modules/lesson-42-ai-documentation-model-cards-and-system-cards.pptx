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320 AI Documentation, Model Cards, and System Cards
AI documentation makes systems understandable, reviewable, and accountable. Model cards and system cards are structured documentation tools that describe intended use, data, evaluation, limitations, risks, human oversight, and monitoring. This module helps public health staff create documentation that supports governance review, vendor oversight, public accountability, and incident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operations-data-quality
AI documentation makes systems understandable, reviewable, and accountable. Model cards and system cards are structured documentation tools that describe intended use, data, evaluation, limitations, risks, human oversight, and monitoring. This module helps public health staff create documentation that supports governance review, vendor oversight, public accountability, and incident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documentation, model cards, and system cards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 documentation packet that can support readiness assessment, governance review, procurement, implementation, 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documentation makes systems understandable, reviewable, and accountable. Model cards and system cards are structured documentation tools that describe intended use, data, evaluation, limitations, risks, human oversight, and monitoring. This module helps public health staff create documentation that supports governance review, vendor oversight, public accountability, and incident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Documentation, Model Cards, and System Cards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AI documentation records what the system is intended to do, how it was developed or configured, what data it uses, how it was evaluated, what limitations are known, and how it is monitored. Documentation supports accountability across the AI lifecycle.
A model card is a structured summary of a model, including intended use, data, evaluation, limitations, risks, and appropriate use. A system card extends documentation to the broader system, including workflow integration, interfaces, user roles, retrieval sources, human oversight, and operational controls.
Documentation is not a paperwork exercise. It is how agencies preserve institutional memory, support governance review, answer vendor questions, investigate incidents, train staff, and explain decisions to leaders or the public when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agency using a generative AI assistant to draft public health messages should document the approved use, source materials, prohibited content, review process, accessibility expectations, language review, hallucination controls, user training, monitoring process, and incident response pathway. A system card would help reviewers understand the whole workflow rather than only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AI documentation should be created before deployment and maintained after launch. The documentation should identify the system owner, intended users, data inputs, outputs, human review requirements, validation approach, known limitations, and change management process. A document that is created once and never updated will not support responsible operations.
Model cards are especially useful for predictive or classification models because they can document training data, evaluation metrics, subgroup performance, limitations, and intended use. System cards are especially useful for generative, RAG, and agentic systems because these tools depend on prompts, retrieval content, integrations, permissions, and human workflows.
Documentation should also cover changes. Model updates, prompt changes, data source changes, terminology updates, and workflow changes can all affect system behavior. Change logs and version histories help agencies reconstruct what happened if outputs change or incidents occur.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 documentation packet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 documentation packet.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 documentation packet.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ai documentation, model cards, and system cards before deployment?
2. Which practice best supports responsible implementation?
3. Which statement best describes a common failure mode?
4. What should be included in the practical artifact for this module?
5. When should the issue be escalated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
Agency privacy, cybersecurity, data governance, procurement, and records management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Documentation, Model Cards, and System Cards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intermediate/practitioner</a:t>
            </a:r>
            <a:endParaRPr lang="en-US" sz="1600" dirty="0"/>
          </a:p>
          <a:p>
            <a:r>
              <a:rPr lang="en-US" sz="1600" dirty="0">
                <a:solidFill>
                  <a:srgbClr val="17364A"/>
                </a:solidFill>
                <a:latin typeface="Aptos" pitchFamily="34" charset="0"/>
                <a:ea typeface="Aptos" pitchFamily="34" charset="-122"/>
                <a:cs typeface="Aptos" pitchFamily="34" charset="-120"/>
              </a:rPr>
              <a:t>Primary track: Governance and Security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operations-data-quality</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AI documentation makes systems understandable, reviewable, and accountable. Model cards and system cards are structured documentation tools that describe intended use, data, evaluation, limitations, risks, human oversight, and monitoring. This module helps public health staff create documentation that supports governance review, vendor oversight, public accountability, and incident response.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Explain the purpose of ai documentation, model cards, and system cards in public health AI work.</a:t>
            </a:r>
            <a:endParaRPr lang="en-US" sz="1450" dirty="0"/>
          </a:p>
          <a:p>
            <a:r>
              <a:rPr lang="en-US" sz="145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 the topic.</a:t>
            </a:r>
            <a:endParaRPr lang="en-US" sz="1450" dirty="0"/>
          </a:p>
          <a:p>
            <a:r>
              <a:rPr lang="en-US" sz="145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1450" dirty="0"/>
          </a:p>
          <a:p>
            <a:r>
              <a:rPr lang="en-US" sz="1450" dirty="0">
                <a:solidFill>
                  <a:srgbClr val="17364A"/>
                </a:solidFill>
                <a:latin typeface="Aptos" pitchFamily="34" charset="0"/>
                <a:ea typeface="Aptos" pitchFamily="34" charset="-122"/>
                <a:cs typeface="Aptos" pitchFamily="34" charset="-120"/>
              </a:rPr>
              <a:t>Recognize common failure modes that can affect safety, accuracy, trust, workflow fit, or sustainability.</a:t>
            </a:r>
            <a:endParaRPr lang="en-US" sz="1450" dirty="0"/>
          </a:p>
          <a:p>
            <a:r>
              <a:rPr lang="en-US" sz="1450" dirty="0">
                <a:solidFill>
                  <a:srgbClr val="17364A"/>
                </a:solidFill>
                <a:latin typeface="Aptos" pitchFamily="34" charset="0"/>
                <a:ea typeface="Aptos" pitchFamily="34" charset="-122"/>
                <a:cs typeface="Aptos" pitchFamily="34" charset="-120"/>
              </a:rPr>
              <a:t>Identify practical guardrails that should be documented before implementation.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Produce a AI documentation packet that can support readiness assessment, governance review, procurement, implementation, or monitoring.</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documentation makes systems understandable, reviewable, and accountable. Model cards and system cards are structured documentation tools that describe intended use, data, evaluation, limitations, risks, human oversight, and monitoring. This module helps public health staff create documentation that supports governance review, vendor oversight, public accountability, and incident response.</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Documentation, Model Cards, and System Cards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Core Concepts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documentation records what the system is intended to do, how it was developed or configured, what data it uses, how it was evaluated, what limitations are known, and how it is monitored. Documentation supports accountability across the AI lifecycle. A model card is a structured summary of a model, including intended use, data, evaluation, limitations, risks, and appropriate use. A system card extends documentation to the broader system, including workflow integration, interfaces, user roles, retrieval sources, human oversight, and operational controls. Documentation is not a paperwork exercise. It is how agencies preserve institutional memory, support governance review, answer vendor questions, investigate incidents, train staff, and explain decisions to leaders or the public when appropriate.</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An agency using a generative AI assistant to draft public health messages should document the approved use, source materials, prohibited content, review process, accessibility expectations, language review, hallucination controls, user training, monitoring process, and incident response pathway. A system card would help reviewers understand the whole workflow rather than only the model.</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documentation should be created before deployment and maintained after launch. The documentation should identify the system owner, intended users, data inputs, outputs, human review requirements, validation approach, known limitations, and change management process. A document that is created once and never updated will not support responsible operations. Model cards are especially useful for predictive or classification models because they can document training data, evaluation metrics, subgroup performance, limitations, and intended use. System cards are especially useful for generative, RAG, and agentic systems because these tools depend on prompts, retrieval content, integrations, permissions, and human workflows. Documentation should also cover changes. Model updates, prompt changes, data source changes, terminology updates, and workflow changes can all affect system behavior. Change logs and version histories help agencies reconstruct what happened if outputs change or incidents occur.</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Which safeguards should be required before pilot testing? Who owns ongoing monitoring and review?</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AI documentation packet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The expected artifact is a completed AI documentation packet. It should be specific to a public health workflow and should include technical dependencies, governance questions, human review expectations, monitoring indicators, and unresolved risks.</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The expected artifact is a completed AI documentation packet. It should be specific to a public health workflow and should include technical dependencies, governance questions, human review expectations, monitoring indicators, and unresolved risks.</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the best reason to address ai documentation, model cards, and system cards before deployment?</a:t>
            </a:r>
            <a:endParaRPr lang="en-US" sz="1450" dirty="0"/>
          </a:p>
          <a:p>
            <a:r>
              <a:rPr lang="en-US" sz="1450" dirty="0">
                <a:solidFill>
                  <a:srgbClr val="17364A"/>
                </a:solidFill>
                <a:latin typeface="Aptos" pitchFamily="34" charset="0"/>
                <a:ea typeface="Aptos" pitchFamily="34" charset="-122"/>
                <a:cs typeface="Aptos" pitchFamily="34" charset="-120"/>
              </a:rPr>
              <a:t>2. Which practice best supports responsible implementation?</a:t>
            </a:r>
            <a:endParaRPr lang="en-US" sz="1450" dirty="0"/>
          </a:p>
          <a:p>
            <a:r>
              <a:rPr lang="en-US" sz="1450" dirty="0">
                <a:solidFill>
                  <a:srgbClr val="17364A"/>
                </a:solidFill>
                <a:latin typeface="Aptos" pitchFamily="34" charset="0"/>
                <a:ea typeface="Aptos" pitchFamily="34" charset="-122"/>
                <a:cs typeface="Aptos" pitchFamily="34" charset="-120"/>
              </a:rPr>
              <a:t>3. Which statement best describes a common failure mode?</a:t>
            </a:r>
            <a:endParaRPr lang="en-US" sz="1450" dirty="0"/>
          </a:p>
          <a:p>
            <a:r>
              <a:rPr lang="en-US" sz="1450" dirty="0">
                <a:solidFill>
                  <a:srgbClr val="17364A"/>
                </a:solidFill>
                <a:latin typeface="Aptos" pitchFamily="34" charset="0"/>
                <a:ea typeface="Aptos" pitchFamily="34" charset="-122"/>
                <a:cs typeface="Aptos" pitchFamily="34" charset="-120"/>
              </a:rPr>
              <a:t>4. What should be included in the practical artifact for this module?</a:t>
            </a:r>
            <a:endParaRPr lang="en-US" sz="1450" dirty="0"/>
          </a:p>
          <a:p>
            <a:r>
              <a:rPr lang="en-US" sz="1450" dirty="0">
                <a:solidFill>
                  <a:srgbClr val="17364A"/>
                </a:solidFill>
                <a:latin typeface="Aptos" pitchFamily="34" charset="0"/>
                <a:ea typeface="Aptos" pitchFamily="34" charset="-122"/>
                <a:cs typeface="Aptos" pitchFamily="34" charset="-120"/>
              </a:rPr>
              <a:t>5. When should the issue be escalated for governance or leadership review?</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NIST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CDC Public Health Data Strategy and Data Modernization resources: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OWASP Top 10 for LLM Applications, when security or AI integrations are relevant</a:t>
            </a:r>
            <a:endParaRPr lang="en-US" sz="1450" dirty="0"/>
          </a:p>
          <a:p>
            <a:r>
              <a:rPr lang="en-US" sz="145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Documentation, Model Cards, and System Cards</dc:title>
  <dc:subject>AI Documentation, Model Cards, and System Cards learning module</dc:subject>
  <dc:creator>Paula Soper</dc:creator>
  <cp:lastModifiedBy>Paula Soper</cp:lastModifiedBy>
  <cp:revision>1</cp:revision>
  <dcterms:created xsi:type="dcterms:W3CDTF">2026-07-12T18:22:13Z</dcterms:created>
  <dcterms:modified xsi:type="dcterms:W3CDTF">2026-07-12T18:22:13Z</dcterms:modified>
</cp:coreProperties>
</file>