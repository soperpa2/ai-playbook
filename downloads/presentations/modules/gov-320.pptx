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320 AI Documentation, Model Cards, and System Cards
AI documentation makes systems understandable, reviewable, and accountable. Model cards and system cards are structured documentation tools that describe intended use, data, evaluation, limitations, risks, human oversight, and monitoring. This module helps public health staff create documentation that supports governance review, vendor oversight, public accountability, and incident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operations-data-quality
AI documentation makes systems understandable, reviewable, and accountable. Model cards and system cards are structured documentation tools that describe intended use, data, evaluation, limitations, risks, human oversight, and monitoring. This module helps public health staff create documentation that supports governance review, vendor oversight, public accountability, and incident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documentation, model cards, and system cards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documentation packet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documentation makes systems understandable, reviewable, and accountable. Model cards and system cards are structured documentation tools that describe intended use, data, evaluation, limitations, risks, human oversight, and monitoring. This module helps public health staff create documentation that supports governance review, vendor oversight, public accountability, and incident response.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Documentation, Model Cards, and System Cards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AI documentation records what the system is intended to do, how it was developed or configured, what data it uses, how it was evaluated, what limitations are known, and how it is monitored. Documentation supports accountability across the AI lifecycle.
A model card is a structured summary of a model, including intended use, data, evaluation, limitations, risks, and appropriate use. A system card extends documentation to the broader system, including workflow integration, interfaces, user roles, retrieval sources, human oversight, and operational controls.
Documentation is not a paperwork exercise. It is how agencies preserve institutional memory, support governance review, answer vendor questions, investigate incidents, train staff, and explain decisions to leaders or the public when appropriate.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agency using a generative AI assistant to draft public health messages should document the approved use, source materials, prohibited content, review process, accessibility expectations, language review, hallucination controls, user training, monitoring process, and incident response pathway. A system card would help reviewers understand the whole workflow rather than only the model.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AI documentation should be created before deployment and maintained after launch. The documentation should identify the system owner, intended users, data inputs, outputs, human review requirements, validation approach, known limitations, and change management process. A document that is created once and never updated will not support responsible operations.
Model cards are especially useful for predictive or classification models because they can document training data, evaluation metrics, subgroup performance, limitations, and intended use. System cards are especially useful for generative, RAG, and agentic systems because these tools depend on prompts, retrieval content, integrations, permissions, and human workflows.
Documentation should also cover changes. Model updates, prompt changes, data source changes, terminology updates, and workflow changes can all affect system behavior. Change logs and version histories help agencies reconstruct what happened if outputs change or incidents occur.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documentation packet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documentation packet. It should be specific to a public health workflow and should include technical dependencies, governance questions, human review expectations, monitoring indicators, and unresolved risks.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documentation packet.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ai documentation, model cards, and system cards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Agency privacy, cybersecurity, data governance, procurement, and records management policies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Documentation, Model Cards, and System Cards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documentation makes systems understandable, reviewable, and accountable.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Model cards and system cards are structured documentation tools that describe intended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public health staff create documentation that supports governance review,.</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Governance and Security Track Appears in tracks: operations-data-quality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ai documentation, model cards, and system cards in public health AI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technical, operational, privacy, security, equity, and governance issues.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system, or implementation.</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ai documentation, model cards, and system cards in public health AI work.</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the technical, operational, privacy, security, equity,.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Recognize common failure modes that can affect safety, accuracy,.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practical guardrails that should be documented before.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 AI documentation packet that can support readiness assessment, governance review,.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 AI documentation packet that can support readiness assessment, governance.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AI documentation packet that can support readiness.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documentation makes systems understandable, reviewable, and accountable.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Model cards and system cards are structured documentation tools that describe intended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public health staff create documentation that supports governance review,.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documentation makes systems understandable, reviewable, and accountable.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Data-to-decision flow</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The important handoff is not from data to AI; it is from analysis to accountable human review.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replace legal, privacy, procurement, civil rights, records, or agency policy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should confirm applicable requirements in their own jurisdiction and organization.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Documentation, Model Cards, and System Cards matters because AI systems are embedded in.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topic affects whether AI outputs are accurate, explainable, safe, equitable, secure,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that ignore this area may create tools that work in a demonstration but fail in.</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Documentation, Model Cards, and System Cards matters because AI systems are embedded in public.</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Data-to-decision flow</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The important handoff is not from data to AI; it is from analysis to accountable human review.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documentation records what the system is intended to do, how it was developed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Documentation supports accountability across the AI lifecycle.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model card is a structured summary of a model, including intended use, data, evaluation,.</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documentation records what the system is intended to do, how it was developed or configured, what.</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documentation records what the system is intended to do, how it.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model card is a structured summary of a model, including.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system card extends documentation to the broader system,.</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 agency using a generative AI assistant to draft public health messages should document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system card would help reviewers understand the whole workflow rather than only the model.</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An agency using a generative AI assistant to draft public health messages should document the approved.</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agency using a generative AI assistant to draft public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system card would help reviewers understand the whole workflow.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documentation should be created before deployment and maintained after launch.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documentation should identify the system owner, intended users, data inputs, outputs,.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document that is created once and never updated will not support responsible operations.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documentation should be created before deployment and maintained after launch.</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documentation should identify the system owner, intended.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Model cards are especially useful for predictive or classification.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System cards are especially useful for generative, RAG, and.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technical detail rather than a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When staff do not connect technical decisions to authority, workflow, equity, privacy,.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When staff do not connect technical decisions to authority,.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Vendors may provide demonstrations, dashboards, or summary metrics.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require documentation, test results, acceptance.</a:t>
            </a:r>
            <a:endParaRPr lang="en-US" sz="1220" dirty="0"/>
          </a:p>
        </p:txBody>
      </p:sp>
      <p:sp>
        <p:nvSpPr>
          <p:cNvPr id="16" name="Shape 14"/>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predictive analytics, RAG, automation, and agentic workflows all depend on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controls should be scaled to the risk of the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tool that drafts internal training text may require lighter review than a tool that updates.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predictive analytics, RAG, automation, and agentic.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tool that drafts internal training text may require lighter.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module should be applied during readiness assessment,.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one current or proposed AI workflow in your agency?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decisions, data sources, users, or partners would be affected if this area is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decisions, data sources, users, or partners would be affected.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reviewers need before approving the.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safeguards should be required before pilot testing?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owns ongoing monitoring and review?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safeguards should be required before pilot testing?</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owns ongoing monitoring and review?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AI documentation packet for one real or realistic public health AI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describe the use case, affected users, data sources, system dependencies,.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be used in a governance meeting,.</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AI documentation packet for one real or realistic public health AI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artifact should describe the use case, affected users,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be used in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document assumptions and identify which staff or.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AI documentation packet.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should be specific to a public health workflow and should include technical dependencies,.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AI documentation packet.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documentation packet.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AI documentation packet. It should be specific to a.</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AI documentation packet. It should be specific to a public health.</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documentation packet.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best reason to address ai documentation, model cards, and system cards before.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responsible implementation?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statement best describes a common failure mode?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best reason to address ai documentation, model cards, and system cards before deployment?</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best reason to address ai documentation, model cards,.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AI Risk Management Framework: https://www.nist.gov/itl/ai-risk-management-framework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LLM Applications, when security or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privacy, cybersecurity, data governance, procurement, and.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Documentation, Model Cards, and System Cards</dc:title>
  <dc:subject>AI Documentation, Model Cards, and System Cards learning module</dc:subject>
  <dc:creator>Paula Soper</dc:creator>
  <cp:lastModifiedBy>Paula Soper</cp:lastModifiedBy>
  <cp:revision>1</cp:revision>
  <dcterms:created xsi:type="dcterms:W3CDTF">2026-07-13T02:33:44Z</dcterms:created>
  <dcterms:modified xsi:type="dcterms:W3CDTF">2026-07-13T02:33:44Z</dcterms:modified>
</cp:coreProperties>
</file>