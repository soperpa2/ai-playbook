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Bridge Professional Role is designed for an individual learner using the AI Playbook and Toolkit for Public Health Departments.
The bridge professional translates across public health programs, IT, legal/privacy, procurement, vendors, leadership, data teams, and community partners.
Use the notes in this deck as additional reading and context. They are not written as presenter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Bridge professional role description.
Produce or contribute to: Cross-functional coordination map.
Produce or contribute to: Implementation support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bridge professional is a role or function that connects public health programs, data teams, IT, privacy, legal, procurement, vendors, leadership, and community partners. This role helps translate public health needs into technical requirements and technical risks into practical governance and implementation decisions.
The AI bridge professional is a role or function that helps departments translate across disciplines. Public health AI work often stalls when program needs, technical requirements, legal concerns, procurement rules, and community expectations are discussed separately.
Bridge capacity can be a dedicated position, a shared role, or a team function. What matters is that someone is responsible for connecting workflows, governance materials, data constraints, vendor claims, role-based learning, and implementation realities.
Your training should help departments identify where bridge work is needed. Smaller agencies may need regional support, shared services, or designated staff with protected time rather than a new full-time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role: A staff role that helps connect public health practice, data, technology, governance, communications, and program operations so AI work does not sit in a single silo.
Dependency: A condition that must be addressed before work can responsibly proceed, such as data access, governance approval, training completion, vendor review, funding, cybersecurity testing, or community engagement.
Governance gate: A required review or decision point before work moves forward, such as before use case approval, vendor selection, pilot launch, scale-up, or retirement.
Implementation playbook: A sequenced plan that connects approved use cases to governance gates, dependencies, staffing, procurement, funding, training, validation, deployment, monitoring, and sustainment.
Public health informatics: The application of information, data, technology, and systems thinking to public health practice, including data exchange, surveillance systems, analytics, reporting, and decision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role is a core concept for this lesson because it turns the ai bridge professional role from an abstract AI topic into something you can recognize in daily public health work. A person who translates between public health operations, data, IT, privacy, legal, procurement, communications, equity, leadership, and vendors.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Coordination map is a core concept for this lesson because it turns the ai bridge professional role from an abstract AI topic into something you can recognize in daily public health work. A map showing who needs to work together and where decisions or handoffs occur.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Protected time is a core concept for this lesson because it turns the ai bridge professional role from an abstract AI topic into something you can recognize in daily public health work. Dedicated work time for coordination, review, training, and issue resolution.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Coordinate governance submissions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Translate technical risk for leadership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Help program colleagues document AI workflows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apply this module, begin with a real or realistic public health workflow and describe the task in plain language before naming an AI tool. Use the related plays (Play 5, Play 6, Play 9, Play 11) to identify the decisions, approvals, people, and timing needed for responsible implementation. Use the related tools (Tool 27, Tool 23, Tool 36) to create documentation that can be reviewed, saved, revised, and used as evidence of readiness. The practical exercise asks you to produce evidence that can feed into that work: Define the bridge role for one AI project. Identify responsibilities during intake, governance review, procurement, implementation, role-based learning, monitoring, and issue escalation.
The main guardrail for this lesson is that Without translation capacity, AI efforts can stall between technical, operational, legal, and community expectations.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Many AI problems are translation problems: program needs do not automatically become technical requirements, and technical risks do not automatically become operational controls. Bridge professionals help keep AI implementation coherent across teams.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bridge role for one AI project. Identify responsibilities during intake, governance review, procurement, implementation, role-based learning, monitoring, and issue escalation.
Bridge professional role description
Cross-functional coordination map
Implementation support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translate between program, data, IT, privacy, procurement, legal, equity, communications, vendors, and leadership?
What authority and protected time does the bridge role need?
How will bridge work be sustained in smaller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ASPPH AI Framework Report: Bridge professional concept and AI workforce implications. https://aspph.org/initiatives/ai-for-public-health/ai-framework-report/
Public Health Foundation TRAIN Learning Network: Training infrastructure for building cross-functional workforce capacity. https://www.train.org/
CDC STLT Data Connection: Peer-learning context for public health data modernization and implementation support. https://www.cdc.gov/data-modernization/php/stlt-data-connection/index.html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13232" y="2542032"/>
            <a:ext cx="10607040" cy="777240"/>
          </a:xfrm>
          <a:prstGeom prst="rect">
            <a:avLst/>
          </a:prstGeom>
          <a:noFill/>
          <a:ln/>
        </p:spPr>
        <p:txBody>
          <a:bodyPr wrap="square" lIns="0" tIns="0" rIns="0" bIns="0" rtlCol="0" anchor="ct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The AI Bridge Professional Role</a:t>
            </a:r>
            <a:endParaRPr lang="en-US" sz="3400" dirty="0"/>
          </a:p>
        </p:txBody>
      </p:sp>
      <p:sp>
        <p:nvSpPr>
          <p:cNvPr id="6" name="Text 3"/>
          <p:cNvSpPr/>
          <p:nvPr/>
        </p:nvSpPr>
        <p:spPr>
          <a:xfrm>
            <a:off x="749808" y="3456432"/>
            <a:ext cx="365760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Learning Module</a:t>
            </a:r>
            <a:endParaRPr lang="en-US" sz="1400" dirty="0"/>
          </a:p>
        </p:txBody>
      </p:sp>
      <p:sp>
        <p:nvSpPr>
          <p:cNvPr id="7" name="Text 4"/>
          <p:cNvSpPr/>
          <p:nvPr/>
        </p:nvSpPr>
        <p:spPr>
          <a:xfrm>
            <a:off x="749808" y="3886200"/>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Learning Objectives</a:t>
            </a:r>
            <a:endParaRPr lang="en-US" sz="2800" dirty="0"/>
          </a:p>
        </p:txBody>
      </p:sp>
      <p:sp>
        <p:nvSpPr>
          <p:cNvPr id="7" name="Text 5"/>
          <p:cNvSpPr/>
          <p:nvPr/>
        </p:nvSpPr>
        <p:spPr>
          <a:xfrm>
            <a:off x="822960" y="1417320"/>
            <a:ext cx="10332720" cy="448056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600" dirty="0"/>
          </a:p>
          <a:p>
            <a:r>
              <a:rPr lang="en-US" sz="16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 public trust, or public health decision-making.</a:t>
            </a:r>
            <a:endParaRPr lang="en-US" sz="1600" dirty="0"/>
          </a:p>
          <a:p>
            <a:r>
              <a:rPr lang="en-US" sz="16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 documentation expectations.</a:t>
            </a:r>
            <a:endParaRPr lang="en-US" sz="1600" dirty="0"/>
          </a:p>
          <a:p>
            <a:r>
              <a:rPr lang="en-US" sz="1600" dirty="0">
                <a:solidFill>
                  <a:srgbClr val="17364A"/>
                </a:solidFill>
                <a:latin typeface="Aptos" pitchFamily="34" charset="0"/>
                <a:ea typeface="Aptos" pitchFamily="34" charset="-122"/>
                <a:cs typeface="Aptos" pitchFamily="34" charset="-120"/>
              </a:rPr>
              <a:t>Complete a practical activity that produces an artifact you can use in readiness assessment, governance review, implementation planning, or monitoring.</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Bridge professional role description.</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Cross-functional coordination map.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Module Overview</a:t>
            </a:r>
            <a:endParaRPr lang="en-US" sz="2800" dirty="0"/>
          </a:p>
        </p:txBody>
      </p:sp>
      <p:sp>
        <p:nvSpPr>
          <p:cNvPr id="7" name="Text 5"/>
          <p:cNvSpPr/>
          <p:nvPr/>
        </p:nvSpPr>
        <p:spPr>
          <a:xfrm>
            <a:off x="822960" y="1325880"/>
            <a:ext cx="10424160" cy="4434840"/>
          </a:xfrm>
          <a:prstGeom prst="rect">
            <a:avLst/>
          </a:prstGeom>
          <a:noFill/>
          <a:ln/>
        </p:spPr>
        <p:txBody>
          <a:bodyPr wrap="square" lIns="1016" tIns="1016" rIns="1016" bIns="1016" rtlCol="0" anchor="t">
            <a:normAutofit/>
          </a:bodyPr>
          <a:lstStyle/>
          <a:p>
            <a:pPr indent="0" marL="0">
              <a:buNone/>
            </a:pPr>
            <a:r>
              <a:rPr lang="en-US" sz="1600" dirty="0">
                <a:solidFill>
                  <a:srgbClr val="17364A"/>
                </a:solidFill>
                <a:latin typeface="Aptos" pitchFamily="34" charset="0"/>
                <a:ea typeface="Aptos" pitchFamily="34" charset="-122"/>
                <a:cs typeface="Aptos" pitchFamily="34" charset="-120"/>
              </a:rPr>
              <a:t>The AI bridge professional is a role or function that connects public health programs, data teams, IT, privacy, legal, procurement, vendors, leadership, and community partners. This role helps translate public health needs into technical requirements and technical risks into practical governance and implementation decisions.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Bridge role: A staff role that helps connect public health practice, data, technology, governance, communications, and program operations so AI work does not sit in a single silo.</a:t>
            </a:r>
            <a:endParaRPr lang="en-US" sz="1320" dirty="0"/>
          </a:p>
          <a:p>
            <a:r>
              <a:rPr lang="en-US" sz="1320" dirty="0">
                <a:solidFill>
                  <a:srgbClr val="17364A"/>
                </a:solidFill>
                <a:latin typeface="Aptos" pitchFamily="34" charset="0"/>
                <a:ea typeface="Aptos" pitchFamily="34" charset="-122"/>
                <a:cs typeface="Aptos" pitchFamily="34" charset="-120"/>
              </a:rPr>
              <a:t>Dependency: A condition that must be addressed before work can responsibly proceed, such as data access, governance approval, training completion, vendor review, funding, cybersecurity testing, or community engagement.</a:t>
            </a:r>
            <a:endParaRPr lang="en-US" sz="1320" dirty="0"/>
          </a:p>
          <a:p>
            <a:r>
              <a:rPr lang="en-US" sz="1320" dirty="0">
                <a:solidFill>
                  <a:srgbClr val="17364A"/>
                </a:solidFill>
                <a:latin typeface="Aptos" pitchFamily="34" charset="0"/>
                <a:ea typeface="Aptos" pitchFamily="34" charset="-122"/>
                <a:cs typeface="Aptos" pitchFamily="34" charset="-120"/>
              </a:rPr>
              <a:t>Governance gate: A required review or decision point before work moves forward, such as before use case approval, vendor selection, pilot launch, scale-up, or retirement.</a:t>
            </a:r>
            <a:endParaRPr lang="en-US" sz="1320" dirty="0"/>
          </a:p>
          <a:p>
            <a:r>
              <a:rPr lang="en-US" sz="1320" dirty="0">
                <a:solidFill>
                  <a:srgbClr val="17364A"/>
                </a:solidFill>
                <a:latin typeface="Aptos" pitchFamily="34" charset="0"/>
                <a:ea typeface="Aptos" pitchFamily="34" charset="-122"/>
                <a:cs typeface="Aptos" pitchFamily="34" charset="-120"/>
              </a:rPr>
              <a:t>Implementation playbook: A sequenced plan that connects approved use cases to governance gates, dependencies, staffing, procurement, funding, training, validation, deployment, monitoring, and sustainment.</a:t>
            </a:r>
            <a:endParaRPr lang="en-US" sz="1320" dirty="0"/>
          </a:p>
          <a:p>
            <a:r>
              <a:rPr lang="en-US" sz="1320" dirty="0">
                <a:solidFill>
                  <a:srgbClr val="17364A"/>
                </a:solidFill>
                <a:latin typeface="Aptos" pitchFamily="34" charset="0"/>
                <a:ea typeface="Aptos" pitchFamily="34" charset="-122"/>
                <a:cs typeface="Aptos" pitchFamily="34" charset="-120"/>
              </a:rPr>
              <a:t>Public health informatics: The application of information, data, technology, and systems thinking to public health practice, including data exchange, surveillance systems, analytics, reporting, and decision support.</a:t>
            </a:r>
            <a:endParaRPr lang="en-US" sz="13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Core Concepts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Bridge role is a core concept for this lesson because it turns the ai bridge professional role from an abstract AI topic into something you can recognize in daily public health work. A person who translates between public health operations, data, IT, privacy, legal, procurement, communications, equity, leadership, and vendors.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Coordination map is a core concept for this lesson because it turns the ai bridge professional role from an abstract AI topic into something you can recognize in daily public health work. A map showing who needs to work together and where decisions or handoffs occur.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Protected time is a core concept for this lesson because it turns the ai bridge professional role from an abstract AI topic into something you can recognize in daily public health work. Dedicated work time for coordination, review, training, and issue resolution.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sz="13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Public Health Application</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Coordinate governance submissions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Translate technical risk for leadership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Help program colleagues document AI workflows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Implementation Guidance</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To apply this module, begin with a real or realistic public health workflow and describe the task in plain language before naming an AI tool. Use the related plays (Play 5, Play 6, Play 9, Play 11) to identify the decisions, approvals, people, and timing needed for responsible implementation. Use the related tools (Tool 27, Tool 23, Tool 36) to create documentation that can be reviewed, saved, revised, and used as evidence of readiness. The practical exercise asks you to produce evidence that can feed into that work: Define the bridge role for one AI project. Identify responsibilities during intake, governance review, procurement, implementation, role-based learning, monitoring, and issue escalation. The main guardrail for this lesson is that Without translation capacity, AI efforts can stall between technical, operational, legal, and community expectations.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Using Plays and Tools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Many AI problems are translation problems: program needs do not automatically become technical requirements, and technical risks do not automatically become operational controls. Bridge professionals help keep AI implementation coherent across teams.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sz="13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Practical Exercise</a:t>
            </a:r>
            <a:endParaRPr lang="en-US" sz="2800" dirty="0"/>
          </a:p>
        </p:txBody>
      </p:sp>
      <p:sp>
        <p:nvSpPr>
          <p:cNvPr id="7" name="Text 5"/>
          <p:cNvSpPr/>
          <p:nvPr/>
        </p:nvSpPr>
        <p:spPr>
          <a:xfrm>
            <a:off x="822960" y="1234440"/>
            <a:ext cx="10378440" cy="2011680"/>
          </a:xfrm>
          <a:prstGeom prst="rect">
            <a:avLst/>
          </a:prstGeom>
          <a:noFill/>
          <a:ln/>
        </p:spPr>
        <p:txBody>
          <a:bodyPr wrap="square" lIns="1016" tIns="1016" rIns="1016" bIns="1016" rtlCol="0" anchor="t">
            <a:normAutofit/>
          </a:bodyPr>
          <a:lstStyle/>
          <a:p>
            <a:pPr indent="0" marL="0">
              <a:buNone/>
            </a:pPr>
            <a:r>
              <a:rPr lang="en-US" sz="1520" dirty="0">
                <a:solidFill>
                  <a:srgbClr val="17364A"/>
                </a:solidFill>
                <a:latin typeface="Aptos" pitchFamily="34" charset="0"/>
                <a:ea typeface="Aptos" pitchFamily="34" charset="-122"/>
                <a:cs typeface="Aptos" pitchFamily="34" charset="-120"/>
              </a:rPr>
              <a:t>Define the bridge role for one AI project. Identify responsibilities during intake, governance review, procurement, implementation, role-based learning, monitoring, and issue escalation.</a:t>
            </a:r>
            <a:endParaRPr lang="en-US" sz="1520" dirty="0"/>
          </a:p>
        </p:txBody>
      </p:sp>
      <p:sp>
        <p:nvSpPr>
          <p:cNvPr id="8" name="Text 6"/>
          <p:cNvSpPr/>
          <p:nvPr/>
        </p:nvSpPr>
        <p:spPr>
          <a:xfrm>
            <a:off x="822960" y="3520440"/>
            <a:ext cx="10378440" cy="1828800"/>
          </a:xfrm>
          <a:prstGeom prst="rect">
            <a:avLst/>
          </a:prstGeom>
          <a:noFill/>
          <a:ln/>
        </p:spPr>
        <p:txBody>
          <a:bodyPr wrap="square" lIns="635" tIns="635" rIns="635" bIns="635" rtlCol="0" anchor="t">
            <a:normAutofit/>
          </a:bodyPr>
          <a:lstStyle/>
          <a:p>
            <a:r>
              <a:rPr lang="en-US" sz="1400" dirty="0">
                <a:solidFill>
                  <a:srgbClr val="17364A"/>
                </a:solidFill>
                <a:latin typeface="Aptos" pitchFamily="34" charset="0"/>
                <a:ea typeface="Aptos" pitchFamily="34" charset="-122"/>
                <a:cs typeface="Aptos" pitchFamily="34" charset="-120"/>
              </a:rPr>
              <a:t>Expected artifact: Bridge professional role description</a:t>
            </a:r>
            <a:endParaRPr lang="en-US" sz="1400" dirty="0"/>
          </a:p>
          <a:p>
            <a:r>
              <a:rPr lang="en-US" sz="1400" dirty="0">
                <a:solidFill>
                  <a:srgbClr val="17364A"/>
                </a:solidFill>
                <a:latin typeface="Aptos" pitchFamily="34" charset="0"/>
                <a:ea typeface="Aptos" pitchFamily="34" charset="-122"/>
                <a:cs typeface="Aptos" pitchFamily="34" charset="-120"/>
              </a:rPr>
              <a:t>Expected artifact: Cross-functional coordination map</a:t>
            </a:r>
            <a:endParaRPr lang="en-US" sz="1400" dirty="0"/>
          </a:p>
          <a:p>
            <a:r>
              <a:rPr lang="en-US" sz="1400" dirty="0">
                <a:solidFill>
                  <a:srgbClr val="17364A"/>
                </a:solidFill>
                <a:latin typeface="Aptos" pitchFamily="34" charset="0"/>
                <a:ea typeface="Aptos" pitchFamily="34" charset="-122"/>
                <a:cs typeface="Aptos" pitchFamily="34" charset="-120"/>
              </a:rPr>
              <a:t>Expected artifact: Implementation support responsibilities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Reflection Questions</a:t>
            </a:r>
            <a:endParaRPr lang="en-US" sz="2800" dirty="0"/>
          </a:p>
        </p:txBody>
      </p:sp>
      <p:sp>
        <p:nvSpPr>
          <p:cNvPr id="7" name="Text 5"/>
          <p:cNvSpPr/>
          <p:nvPr/>
        </p:nvSpPr>
        <p:spPr>
          <a:xfrm>
            <a:off x="822960" y="1325880"/>
            <a:ext cx="10378440" cy="4572000"/>
          </a:xfrm>
          <a:prstGeom prst="rect">
            <a:avLst/>
          </a:prstGeom>
          <a:noFill/>
          <a:ln/>
        </p:spPr>
        <p:txBody>
          <a:bodyPr wrap="square" lIns="635" tIns="635" rIns="635" bIns="635" rtlCol="0" anchor="t">
            <a:normAutofit/>
          </a:bodyPr>
          <a:lstStyle/>
          <a:p>
            <a:r>
              <a:rPr lang="en-US" sz="1500" dirty="0">
                <a:solidFill>
                  <a:srgbClr val="17364A"/>
                </a:solidFill>
                <a:latin typeface="Aptos" pitchFamily="34" charset="0"/>
                <a:ea typeface="Aptos" pitchFamily="34" charset="-122"/>
                <a:cs typeface="Aptos" pitchFamily="34" charset="-120"/>
              </a:rPr>
              <a:t>Who can translate between program, data, IT, privacy, procurement, legal, equity, communications, vendors, and leadership?</a:t>
            </a:r>
            <a:endParaRPr lang="en-US" sz="1500" dirty="0"/>
          </a:p>
          <a:p>
            <a:r>
              <a:rPr lang="en-US" sz="1500" dirty="0">
                <a:solidFill>
                  <a:srgbClr val="17364A"/>
                </a:solidFill>
                <a:latin typeface="Aptos" pitchFamily="34" charset="0"/>
                <a:ea typeface="Aptos" pitchFamily="34" charset="-122"/>
                <a:cs typeface="Aptos" pitchFamily="34" charset="-120"/>
              </a:rPr>
              <a:t>What authority and protected time does the bridge role need?</a:t>
            </a:r>
            <a:endParaRPr lang="en-US" sz="1500" dirty="0"/>
          </a:p>
          <a:p>
            <a:r>
              <a:rPr lang="en-US" sz="1500" dirty="0">
                <a:solidFill>
                  <a:srgbClr val="17364A"/>
                </a:solidFill>
                <a:latin typeface="Aptos" pitchFamily="34" charset="0"/>
                <a:ea typeface="Aptos" pitchFamily="34" charset="-122"/>
                <a:cs typeface="Aptos" pitchFamily="34" charset="-120"/>
              </a:rPr>
              <a:t>How will bridge work be sustained in smaller departments?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The AI Bridge Professional Role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References and Resources</a:t>
            </a:r>
            <a:endParaRPr lang="en-US" sz="2800" dirty="0"/>
          </a:p>
        </p:txBody>
      </p:sp>
      <p:sp>
        <p:nvSpPr>
          <p:cNvPr id="7" name="Text 5"/>
          <p:cNvSpPr/>
          <p:nvPr/>
        </p:nvSpPr>
        <p:spPr>
          <a:xfrm>
            <a:off x="822960" y="1280160"/>
            <a:ext cx="10378440" cy="4800600"/>
          </a:xfrm>
          <a:prstGeom prst="rect">
            <a:avLst/>
          </a:prstGeom>
          <a:noFill/>
          <a:ln/>
        </p:spPr>
        <p:txBody>
          <a:bodyPr wrap="square" lIns="635" tIns="635" rIns="635" bIns="635" rtlCol="0" anchor="t">
            <a:normAutofit/>
          </a:bodyPr>
          <a:lstStyle/>
          <a:p>
            <a:r>
              <a:rPr lang="en-US" sz="1280" dirty="0">
                <a:solidFill>
                  <a:srgbClr val="17364A"/>
                </a:solidFill>
                <a:latin typeface="Aptos" pitchFamily="34" charset="0"/>
                <a:ea typeface="Aptos" pitchFamily="34" charset="-122"/>
                <a:cs typeface="Aptos" pitchFamily="34" charset="-120"/>
              </a:rPr>
              <a:t>ASPPH AI Framework Report: Bridge professional concept and AI workforce implications.</a:t>
            </a:r>
            <a:endParaRPr lang="en-US" sz="1280" dirty="0"/>
          </a:p>
          <a:p>
            <a:r>
              <a:rPr lang="en-US" sz="1280" dirty="0">
                <a:solidFill>
                  <a:srgbClr val="17364A"/>
                </a:solidFill>
                <a:latin typeface="Aptos" pitchFamily="34" charset="0"/>
                <a:ea typeface="Aptos" pitchFamily="34" charset="-122"/>
                <a:cs typeface="Aptos" pitchFamily="34" charset="-120"/>
              </a:rPr>
              <a:t>Public Health Foundation TRAIN Learning Network: Training infrastructure for building cross-functional workforce capacity.</a:t>
            </a:r>
            <a:endParaRPr lang="en-US" sz="1280" dirty="0"/>
          </a:p>
          <a:p>
            <a:r>
              <a:rPr lang="en-US" sz="1280" dirty="0">
                <a:solidFill>
                  <a:srgbClr val="17364A"/>
                </a:solidFill>
                <a:latin typeface="Aptos" pitchFamily="34" charset="0"/>
                <a:ea typeface="Aptos" pitchFamily="34" charset="-122"/>
                <a:cs typeface="Aptos" pitchFamily="34" charset="-120"/>
              </a:rPr>
              <a:t>CDC STLT Data Connection: Peer-learning context for public health data modernization and implementation support.</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Bridge Professional Role</dc:title>
  <dc:subject>The AI Bridge Professional Role learning module</dc:subject>
  <dc:creator>Paula Soper</dc:creator>
  <cp:lastModifiedBy>Paula Soper</cp:lastModifiedBy>
  <cp:revision>1</cp:revision>
  <dcterms:created xsi:type="dcterms:W3CDTF">2026-07-09T20:18:52Z</dcterms:created>
  <dcterms:modified xsi:type="dcterms:W3CDTF">2026-07-09T20:18:52Z</dcterms:modified>
</cp:coreProperties>
</file>