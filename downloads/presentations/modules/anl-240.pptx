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240 Time-Series Analysis, Anomaly Detection, and Outbreak Signals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time-series analysis and anomaly detection in public health terms.
Explain baselines, seasonality, trends, reporting delays, and thresholds.
Distinguish statistical signals from confirmed outbreaks or public health events.
Identify risks from alert fatigue, data artifacts, delayed reporting, and model drift.
Design guardrails for AI-supported surveillance alerts.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anomaly detection review plan for one public health data stream.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Time-series methods matter because public health surveillance is often about change. A single count may be difficult to interpret without knowing whether it is higher than expected for that time, place, population, reporting source, and condition. AI-supported anomaly detection can help staff review large volumes of data and prioritize signals that deserve attention.
However, public health time-series data are shaped by reporting systems as much as disease patterns. Weekends, holidays, provider onboarding, lab code changes, EHR outages, weather events, testing availability, and public attention can all change observed data. An anomaly may indicate an outbreak, but it may also indicate a data feed problem or behavior change.
Responsible use requires a workflow that treats alerts as starting points for investigation. Staff must know what data are being monitored, how the baseline was selected, what triggers an alert, what review steps follow, and when a signal becomes an incident, outbreak investigation, or communication issue.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anomaly detection to monitor emergency department visits for respiratory symptoms. The system may flag a county when visits exceed the expected range for that day and season. The alert could prompt review of age groups, facilities, diagnosis text, lab data, school absenteeism, and local context.
The alert is valuable only if it enters a disciplined review process. A sudden increase may reflect a true outbreak, a coding change, a new facility feed, a holiday effect, or a backlog. The analyst should review data quality, compare related indicators, assess geography and populations, and document whether the signal requires action or continued monitoring.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Baseline selection is one of the most important technical decisions. A baseline may use several prior weeks, several prior years, a regression model, seasonal decomposition, or more complex algorithms. The baseline should match the public health question. A short baseline may adapt quickly but miss seasonal context. A long baseline may capture seasonality but fail when underlying systems change.
Time-series data often require preprocessing. Analysts may need to address missing days, duplicate submissions, delayed reporting, facility onboarding, outliers, and known holidays. Data corrections can appear as sudden spikes or drops. AI tools should distinguish between raw signals and quality-adjusted signals whenever possible.
Thresholds control alert volume and sensitivity. A very sensitive threshold may detect early signals but generate many false alarms. A conservative threshold may reduce workload but delay detection. Thresholds should be chosen with input from epidemiologists, program staff, and emergency response leads because operational capacity and consequences matter.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Anomaly detection methods vary in complexity. Simple methods may compare counts to moving averages or standard deviations. More advanced methods may use regression, Bayesian approaches, control charts, machine learning, or ensemble models. More complex methods are not automatically better. In public health practice, interpretability, stability, transparency, and workflow fit often matter as much as statistical sophistication.
Alert review should be documented. Staff should record what signal occurred, what data were reviewed, what explanation was considered, what action was taken, and whether the alert was useful. Over time, these review notes can improve thresholds, reduce alert fatigue, and support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artifacts. Feed failures, delayed batches, or coding changes can trigger false alerts. Guardrails include data quality checks, feed monitoring, and partner change logs.
Alert fatigue. Too many alerts can reduce attention. Guardrails include threshold tuning, tiered alerting, user feedback, and periodic alert review.
Overreaction to signals. A statistical signal may be mistaken for a confirmed outbreak. Guardrails include defined review protocols and communication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emerging events. Overly conservative thresholds may miss early signals. Guardrails include multiple indicators, sensitivity review, and escalation pathways for staff concerns.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Time-series and anomaly detection methods can support predictive dashboards, syndromic surveillance, wastewater monitoring, outbreak intelligence, and emergency preparedness. Generative AI may summarize signal review, but it should include uncertainty and source indicators. Agentic workflows may route alerts or create tasks, but those actions should be limited to defined protocols and human review.
The best AI-supported surveillance workflows combine automation with epidemiologic judgment. AI can help detect changes, but humans determine whether the signal is meaningful, what additional evidence is needed, and what public health action is appropriate.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time-series data stream would benefit from automated signal review?
What baseline is appropriate for the condition, data source, and decision?
Which reporting artifacts could create false signals?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threshold balances early detection and alert fatigue?
How will staff document review, decisions, and lessons learned?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anomaly detection review plan for one public health data stream. Include the monitored indicator, data source, update frequency, baseline approach, known reporting patterns, threshold rationale, alert tiers, review steps, related indicators, documentation expectations, and escalation criteria.
The plan should identify how staff will distinguish statistical anomalies from data quality issues and public health events.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Anomaly detection review plan
Baseline and threshold rationale
Alert review protocol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Signal documentation template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Anomaly detection review plan
Baseline and threshold rationale
Alert review protocol
Signal documentation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anomaly in a public health time series?
2. Why does seasonality matter?
3. What is a common risk of too many low-value alerts?
4. Which statement is most accurate?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National Syndromic Surveillance Program: https://www.cdc.gov/nssp/
CDC Evaluation Framework: https://www.cdc.gov/evaluation/
NIST Artificial Intelligence Risk Management Framework: https://www.nist.gov/itl/ai-risk-management-framework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Time-Series Analysis, Anomaly Detection, and Outbreak Signals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analysis examines data collected over time.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time patterns are central to surveillance, outbreak detection, syndromic.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anomaly detection can help identify unusual increases, decreases, or pattern.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time-series analysis and anomaly detection in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baselines, seasonality, trends, reporting delays, and thresholds.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statistical signals from confirmed outbreaks or public health events.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risks from alert fatigue, data artifacts, delayed.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guardrails for AI-supported surveillance alerts.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anomaly detection review plan for one public health data stream.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anomaly detection review plan for one public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analysis examines data collected over time.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time patterns are central to surveillance, outbreak detection, syndromic.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anomaly detection can help identify unusual increases, decreases, or pattern.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Time-series analysis examines data collected over time.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public health, time patterns are central to surveillance,.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anomaly detection can help identify unusual.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explains how time-series and anomaly detection methods.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methods matter because public health surveillance is often about 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single count may be difficult to interpret without knowing whether it is higher than.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anomaly detection can help staff review large volumes of data and prioritize.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Time-series methods matter because public health surveillance is often about change.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single count may be difficult to interpret without knowing.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anomaly detection can help staff review large volumes.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However, public health time-series data are shaped by reporting.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syndromic surveillance team may use anomaly detection to monitor emergency department visits.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system may flag a county when visits exceed the expected range for that day and season.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alert could prompt review of age groups, facilities, diagnosis text, lab data, school.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syndromic surveillance team may use anomaly detection to monitor emergency department visits for.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anomaly detection to monitor.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alert could prompt review of age groups, facilities, diagnosis.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alert is valuable only if it enters a disciplined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Baseline selection is one of the most important technical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baseline may use several prior weeks, several prior years, a regression model, seasonal.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baseline should match the public health question.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baseline may use several prior weeks, several prior years,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short baseline may adapt quickly but miss seasonal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long baseline may capture seasonality but fail when underlying.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Anomaly detection methods vary in complexity.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Simple methods may compare counts to moving averages or standard deviations.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More advanced methods may use regression, Bayesian approaches, control charts, machine.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Anomaly detection methods vary in complexity.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More advanced methods may use regression, Bayesian approaches,.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More complex methods are not automatically better.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practice, interpretability, stability,.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Reporting artifacts.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Feed failures, delayed batches, or coding changes can trigger false alerts.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data quality checks, feed monitoring, and partner change logs.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Reporting artifacts.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Alert fatigue.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Too many alerts can reduce attention.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threshold tuning, tiered alerting, user.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Missed emerging events.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Overly conservative thresholds may miss early signals.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multiple indicators, sensitivity review, and escalation pathways for staff.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Missed emerging events.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Missed emerging events.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Overly conservative thresholds may miss early signals.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multiple indicators, sensitivity review,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and anomaly detection methods can support predictive dashboards, syndromic.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may summarize signal review, but it should include uncertainty and source.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workflows may route alerts or create tasks, but those actions should be limited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Time-series and anomaly detection methods can support predictive dashboards, syndromic surveillance,.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Time-series and anomaly detection methods can support predictive.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workflows may route alerts or create tasks, but those.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best AI-supported surveillance workflows combine automation.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time-series data stream would benefit from automated signal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baseline is appropriate for the condition, data source, and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reporting artifacts could create false signals?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time-series data stream would benefit from automated signal.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baseline is appropriate for the condition, data source,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reporting artifacts could create false signals?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threshold balances early detection and alert fatigue?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staff document review, decisions, and lessons learned?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threshold balances early detection and alert fatigue?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threshold balances early detection and alert fatigue?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staff document review, decisions, and lessons learned?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anomaly detection review plan for one public health data stream.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monitored indicator, data source, update frequency, baseline approach, known.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plan should identify how staff will distinguish statistical anomalies from data quality.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the monitored indicator, data source, update frequency,.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plan should identify how staff will distinguish statistical.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Anomaly detection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Baseline and threshold rationale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Alert review protocol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Anomaly detection review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Baseline and threshold rationale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Alert review protocol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Signal documentation template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Signal documentation template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Signal documentation template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Anomaly detection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Baseline and threshold rationale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Alert review protocol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Anomaly detection review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Baseline and threshold rationale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Alert review protocol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an anomaly in a public health time series?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does seasonality matter?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a common risk of too many low-value alerts?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an anomaly in a public health time series?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an anomaly in a public health time series?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National Syndromic Surveillance Program: https://www.cdc.gov/nssp/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National Syndromic Surveillance Program: https://www.cdc.gov/nssp/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Time-Series Analysis, Anomaly Detection, and Outbreak Signals</dc:title>
  <dc:subject>Time-Series Analysis, Anomaly Detection, and Outbreak Signals learning module</dc:subject>
  <dc:creator>Paula Soper</dc:creator>
  <cp:lastModifiedBy>Paula Soper</cp:lastModifiedBy>
  <cp:revision>1</cp:revision>
  <dcterms:created xsi:type="dcterms:W3CDTF">2026-07-13T02:24:08Z</dcterms:created>
  <dcterms:modified xsi:type="dcterms:W3CDTF">2026-07-13T02:24:08Z</dcterms:modified>
</cp:coreProperties>
</file>