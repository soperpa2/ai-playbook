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 or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 burden,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 areas, events, or.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predictive analytics and risk stratification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prediction from causation, diagnosis, and eligibility determination.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Interpret basic risk categories, thresholds, calibration, and error tradeoffs.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equity and operational risks associated with risk scores.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safeguards for use of predictive outputs in resource.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predictive model review plan for a public health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 or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 burden,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 areas, events,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matters because public health agencies often must act before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outbreaks, emergencies, or resource-constrained programs, agencies may need to decide.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Prediction can help organize uncertainty, but it cannot remove uncertainty.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may want to predict which neighborhoods are at increased risk of 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could use prior immunization data, school enrollment patterns, appointment.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output might help prioritize community outreach and mobile clinics.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to predict which neighborhoods.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could use prior immunization data, school enrollment.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use can support equity if it directs resources toward.</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predictive workflow begins with the outcome.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outcome must be specific, measurable, and aligned with a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Predicting “risk” is not enough.</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predictive workflow begins with the outcome.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Thresholds are policy and workflow decisions as much as technical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lower threshold may catch more true high-risk cases but create more false positives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higher threshold may conserve resources but miss people or places needing support.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Threshold selection should consider staffing capacity, consequence.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Post-deployment monitoring is essential.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that worked during development may degrade as disease.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Prediction used as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risk score may be treated as a final decision rather than decision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role-based guidance, human review, and documentation of final decisions.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Prediction used as decision.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distortion.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models may reflect unequal data availability or historical.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subgroup analysis, community review,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Performance may change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periodic recalibration, drift monitoring, and authority to pause or modify.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drift.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Performance may change over time.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periodic recalibration, drift monitoring,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may be embedded in dashboards, case management systems, early warning.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explain or summarize predictive outputs, but those explanations must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may combine risk results with policy guidance, while agentic workflows may trigger.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may be embedded in dashboards,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may explain or summarize predictive outputs,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may combine risk results with policy guidance, while.</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outcome is being predicted, and over what time period?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public health action will follow a high-risk 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data sources may underrepresent some populations?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outcome is being predicted, and over what time period?</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outcome is being predicted, and over what time period?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public health action will follow a high-risk score?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data sources may underrepresent some populations?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are the consequences of false positives and false negatives?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thresholds, calibration, and subgroup performance be monitored?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thresholds, calibration, and subgroup performance be.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predictive model review plan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outcome, population, time horizon, data sources, candidate features,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also identify whether the use is supportive, restrictive, or consequential.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outcome, population, time horizon, data 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tools used to allocate supportive resources have.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score interpretation guide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 and error tradeoff memo</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 review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score interpretation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 and error tradeoff memo</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Subgroup monitoring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Subgroup monitoring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Subgroup monitoring plan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model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score interpretation guide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 and error tradeoff memo</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Predictive model review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score interpretation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 and error tradeoff memo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calibration?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should thresholds be reviewed by public health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use of a risk score is most concerning without additional safeguards?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calibration?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calibration?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2026-07-13T02:33:43Z</dcterms:created>
  <dcterms:modified xsi:type="dcterms:W3CDTF">2026-07-13T02:33:43Z</dcterms:modified>
</cp:coreProperties>
</file>