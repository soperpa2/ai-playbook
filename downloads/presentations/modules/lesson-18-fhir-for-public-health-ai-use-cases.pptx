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Define FHIR in practical public health terms.</a:t>
            </a:r>
            <a:endParaRPr lang="en-US" sz="1450" dirty="0"/>
          </a:p>
          <a:p>
            <a:r>
              <a:rPr lang="en-US" sz="1450" dirty="0">
                <a:solidFill>
                  <a:srgbClr val="17364A"/>
                </a:solidFill>
                <a:latin typeface="Aptos" pitchFamily="34" charset="0"/>
                <a:ea typeface="Aptos" pitchFamily="34" charset="-122"/>
                <a:cs typeface="Aptos" pitchFamily="34" charset="-120"/>
              </a:rPr>
              <a:t>Identify FHIR resources commonly relevant to public health AI use cases.</a:t>
            </a:r>
            <a:endParaRPr lang="en-US" sz="1450" dirty="0"/>
          </a:p>
          <a:p>
            <a:r>
              <a:rPr lang="en-US" sz="1450" dirty="0">
                <a:solidFill>
                  <a:srgbClr val="17364A"/>
                </a:solidFill>
                <a:latin typeface="Aptos" pitchFamily="34" charset="0"/>
                <a:ea typeface="Aptos" pitchFamily="34" charset="-122"/>
                <a:cs typeface="Aptos" pitchFamily="34" charset="-120"/>
              </a:rPr>
              <a:t>Explain the role of profiles, implementation guides, and APIs.</a:t>
            </a:r>
            <a:endParaRPr lang="en-US" sz="1450" dirty="0"/>
          </a:p>
          <a:p>
            <a:r>
              <a:rPr lang="en-US" sz="1450" dirty="0">
                <a:solidFill>
                  <a:srgbClr val="17364A"/>
                </a:solidFill>
                <a:latin typeface="Aptos" pitchFamily="34" charset="0"/>
                <a:ea typeface="Aptos" pitchFamily="34" charset="-122"/>
                <a:cs typeface="Aptos" pitchFamily="34" charset="-120"/>
              </a:rPr>
              <a:t>Assess whether FHIR-accessible data are complete and fit for a specific use case.</a:t>
            </a:r>
            <a:endParaRPr lang="en-US" sz="1450" dirty="0"/>
          </a:p>
          <a:p>
            <a:r>
              <a:rPr lang="en-US" sz="1450" dirty="0">
                <a:solidFill>
                  <a:srgbClr val="17364A"/>
                </a:solidFill>
                <a:latin typeface="Aptos" pitchFamily="34" charset="0"/>
                <a:ea typeface="Aptos" pitchFamily="34" charset="-122"/>
                <a:cs typeface="Aptos" pitchFamily="34" charset="-120"/>
              </a:rPr>
              <a:t>Produce a FHIR data needs worksheet for an AI-supported workflow.</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Write-back risk. FHIR APIs may support updates or task creation. Guardrails include human approval, restricted permissions, sandbox testing, and rollback procedures.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public health workflows could benefit from structured FHIR data? Which data elements are required for the workflow? Are those elements available through FHIR in the source systems?</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profiles or implementation guides apply? How will staff verify that the AI tool used the correct FHIR data?</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FHIR data needs worksheet for one AI-supported public health use case. Include the use case, required data elements, relevant FHIR resources, source systems, API method, terminology requirements, validation questions, human review point, and documentation requirements.</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FHIR data needs worksheet List of relevant FHIR resources Vendor or implementation questions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Validation checklist</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FHIR data needs worksheet</a:t>
            </a:r>
            <a:endParaRPr lang="en-US" sz="1450" dirty="0"/>
          </a:p>
          <a:p>
            <a:r>
              <a:rPr lang="en-US" sz="1450" dirty="0">
                <a:solidFill>
                  <a:srgbClr val="17364A"/>
                </a:solidFill>
                <a:latin typeface="Aptos" pitchFamily="34" charset="0"/>
                <a:ea typeface="Aptos" pitchFamily="34" charset="-122"/>
                <a:cs typeface="Aptos" pitchFamily="34" charset="-120"/>
              </a:rPr>
              <a:t>List of relevant FHIR resources</a:t>
            </a:r>
            <a:endParaRPr lang="en-US" sz="1450" dirty="0"/>
          </a:p>
          <a:p>
            <a:r>
              <a:rPr lang="en-US" sz="1450" dirty="0">
                <a:solidFill>
                  <a:srgbClr val="17364A"/>
                </a:solidFill>
                <a:latin typeface="Aptos" pitchFamily="34" charset="0"/>
                <a:ea typeface="Aptos" pitchFamily="34" charset="-122"/>
                <a:cs typeface="Aptos" pitchFamily="34" charset="-120"/>
              </a:rPr>
              <a:t>Vendor or implementation questions</a:t>
            </a:r>
            <a:endParaRPr lang="en-US" sz="1450" dirty="0"/>
          </a:p>
          <a:p>
            <a:r>
              <a:rPr lang="en-US" sz="1450" dirty="0">
                <a:solidFill>
                  <a:srgbClr val="17364A"/>
                </a:solidFill>
                <a:latin typeface="Aptos" pitchFamily="34" charset="0"/>
                <a:ea typeface="Aptos" pitchFamily="34" charset="-122"/>
                <a:cs typeface="Aptos" pitchFamily="34" charset="-120"/>
              </a:rPr>
              <a:t>Validation checklist</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a FHIR resource?</a:t>
            </a:r>
            <a:endParaRPr lang="en-US" sz="1450" dirty="0"/>
          </a:p>
          <a:p>
            <a:r>
              <a:rPr lang="en-US" sz="1450" dirty="0">
                <a:solidFill>
                  <a:srgbClr val="17364A"/>
                </a:solidFill>
                <a:latin typeface="Aptos" pitchFamily="34" charset="0"/>
                <a:ea typeface="Aptos" pitchFamily="34" charset="-122"/>
                <a:cs typeface="Aptos" pitchFamily="34" charset="-120"/>
              </a:rPr>
              <a:t>2. Why does FHIR matter for AI-supported public health workflows?</a:t>
            </a:r>
            <a:endParaRPr lang="en-US" sz="1450" dirty="0"/>
          </a:p>
          <a:p>
            <a:r>
              <a:rPr lang="en-US" sz="1450" dirty="0">
                <a:solidFill>
                  <a:srgbClr val="17364A"/>
                </a:solidFill>
                <a:latin typeface="Aptos" pitchFamily="34" charset="0"/>
                <a:ea typeface="Aptos" pitchFamily="34" charset="-122"/>
                <a:cs typeface="Aptos" pitchFamily="34" charset="-120"/>
              </a:rPr>
              <a:t>3. What should staff verify when a vendor says a product is FHIR-compatible?</a:t>
            </a:r>
            <a:endParaRPr lang="en-US" sz="1450" dirty="0"/>
          </a:p>
          <a:p>
            <a:r>
              <a:rPr lang="en-US" sz="1450" dirty="0">
                <a:solidFill>
                  <a:srgbClr val="17364A"/>
                </a:solidFill>
                <a:latin typeface="Aptos" pitchFamily="34" charset="0"/>
                <a:ea typeface="Aptos" pitchFamily="34" charset="-122"/>
                <a:cs typeface="Aptos" pitchFamily="34" charset="-120"/>
              </a:rPr>
              <a:t>4. Which FHIR resource is commonly relevant to lab observations?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HL7 FHIR resources: https://hl7.org/fhir/</a:t>
            </a:r>
            <a:endParaRPr lang="en-US" sz="1450" dirty="0"/>
          </a:p>
          <a:p>
            <a:r>
              <a:rPr lang="en-US" sz="1450" dirty="0">
                <a:solidFill>
                  <a:srgbClr val="17364A"/>
                </a:solidFill>
                <a:latin typeface="Aptos" pitchFamily="34" charset="0"/>
                <a:ea typeface="Aptos" pitchFamily="34" charset="-122"/>
                <a:cs typeface="Aptos" pitchFamily="34" charset="-120"/>
              </a:rPr>
              <a:t>HL7 US Core Implementation Guide: https://build.fhir.org/ig/HL7/US-Core/</a:t>
            </a:r>
            <a:endParaRPr lang="en-US" sz="1450" dirty="0"/>
          </a:p>
          <a:p>
            <a:r>
              <a:rPr lang="en-US" sz="1450" dirty="0">
                <a:solidFill>
                  <a:srgbClr val="17364A"/>
                </a:solidFill>
                <a:latin typeface="Aptos" pitchFamily="34" charset="0"/>
                <a:ea typeface="Aptos" pitchFamily="34" charset="-122"/>
                <a:cs typeface="Aptos" pitchFamily="34" charset="-120"/>
              </a:rPr>
              <a:t>HL7 eCR FHIR Implementation Guide: https://hl7.org/fhir/us/ecr/</a:t>
            </a:r>
            <a:endParaRPr lang="en-US" sz="1450" dirty="0"/>
          </a:p>
          <a:p>
            <a:r>
              <a:rPr lang="en-US" sz="1450" dirty="0">
                <a:solidFill>
                  <a:srgbClr val="17364A"/>
                </a:solidFill>
                <a:latin typeface="Aptos" pitchFamily="34" charset="0"/>
                <a:ea typeface="Aptos" pitchFamily="34" charset="-122"/>
                <a:cs typeface="Aptos" pitchFamily="34" charset="-120"/>
              </a:rPr>
              <a:t>US Public Health Profiles Library</a:t>
            </a:r>
            <a:endParaRPr lang="en-US" sz="1450" dirty="0"/>
          </a:p>
          <a:p>
            <a:r>
              <a:rPr lang="en-US" sz="1450" dirty="0">
                <a:solidFill>
                  <a:srgbClr val="17364A"/>
                </a:solidFill>
                <a:latin typeface="Aptos" pitchFamily="34" charset="0"/>
                <a:ea typeface="Aptos" pitchFamily="34" charset="-122"/>
                <a:cs typeface="Aptos" pitchFamily="34" charset="-120"/>
              </a:rPr>
              <a:t>ONC USCDI resources: https://isp.healthit.gov/united-states-core-data-interoperability-uscdi</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2026-07-12T18:22:12Z</dcterms:created>
  <dcterms:modified xsi:type="dcterms:W3CDTF">2026-07-12T18:22:12Z</dcterms:modified>
</cp:coreProperties>
</file>