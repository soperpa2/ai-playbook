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Responsible AI does not end at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require ongoing funding, staff time, monitoring, updates, vendor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Sustainability planning ensures that AI-supported workflows do not become unfunded,.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sustainability must be planned before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lifecycle costs and responsibilities for AI tools and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sustainability criteria for moving from pilot to operational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sustainability must be planned before launch.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sunset, pause, and retirement criteria for AI use cases.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 lifecycle funding and sustainability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Responsible AI does not end at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require ongoing funding, staff time, monitoring, updates, vendor management, training,.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Sustainability planning ensures that AI-supported workflows do not become unfunded,.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Responsible AI does not end at launch.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require ongoing funding, staff time, monitoring, updates,.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Sustainability planning ensures that AI-supported workflows do not.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leaders plan for the full AI lifecycle.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efforts begin as pilots, innovation projects, or grant-funded experiments.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projects may succeed technically but fail operationally if there is no plan for ongoing.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be left with a tool that staff rely on but no budget for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may be left with a tool that staff rely 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Sustainability is also a risk-control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can become unsafe when they are not maintained.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grant funds a two-year AI pilot to help identify likely duplicate records in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pilot improves efficiency, but the grant does not cover long-term hosting,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funding ends, staff continue relying on the tool even though no one is assigned to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pilot improves efficiency, but the grant does not cover.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funding ends, staff continue relying on the tool even though.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sustainability plan would have addressed this before launch.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lifecycle planning should begin during intake and business case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should ask whether the use case is a short-term experiment, a time-limited emergency.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category has different funding and governance needs.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should ask whether the use case is a short-term.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time-limited tool may need clear end dates and data deletion.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operational tool needs sustained staffing, budget, contracts,.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pilot dependency.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begin relying on a tool that was never funded or governed for long-term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pilot duration, scale limits, success criteria, and continuation.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pilot dependency.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guardrail is to define pilot duration, scale limits, success.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risk is silent degradation.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may continue operating after data, policies, user behavior,.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sustainability requires prompt and source updates, user training, output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sustainability requires drift monitoring, recalibration, subgroup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sustainability requires continued security review, permission management, incident.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sustainability requires prompt and source updates,.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sustainability requires drift monitoring,.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sustainability requires continued security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lifecycle funding and sustainability plan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costs, owners, funding sources, monitoring, update cadence, vendor management,.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lifecycle funding and sustainability plan for one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costs, owners, funding sources, monitoring, update.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Sustainability plan; lifecycle cost list; ownership map; continuation and sunset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Sustainability plan; lifecycle cost list; ownership map; continuation and sunset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2026-07-13T02:24:09Z</dcterms:created>
  <dcterms:modified xsi:type="dcterms:W3CDTF">2026-07-13T02:24:09Z</dcterms:modified>
</cp:coreProperties>
</file>