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 arise when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 stakeholder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 and clear.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Governance and Security Appears in tracks: shared-foundational, governance-security, policy, program-management</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14: Model Validation &amp; Documentation Standards (Standard)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15: Data Use Agreement (AI) Template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Tribal sovereignty must be considered before starting AI projects that involve.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Indigenous Data Sovereignty, Indigenous Data Governance, Digital Sovereignty, and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governance questions that should be addressed before using Tribal data or AI tools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Tribal sovereignty must be considered before starting.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Describe Indigenous Data Sovereignty, Indigenous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governance questions that should be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Connect sovereignty protections to practical project artifacts, including Tribal data sharing.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Draft an initial Tribal sovereignty and Indigenous data governance screening memo for 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sovereignty protections to practical project artifacts, including Tribal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sovereignty protections to practical project artifacts,.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Draft an initial Tribal sovereignty and Indigenous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 arise when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 stakeholder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 and clear.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The inherent authority of Tribal Nations to govern themselves and protect.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Indigenous Data Sovereignty: The right of Indigenous Peoples and Nations to govern data about.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Indigenous Data Governance: The policies, agreements, relationships, roles, and oversight.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The inherent authority of Tribal Nations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Indigenous Data Sovereignty: The right of Indigenous Peoples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Indigenous Data Governance: The policies, agreements,.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Cultural humility: An ongoing practice of learning, accountability, and respect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Cultural humility: An ongoing practice of learning,.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Tribal law, Tribal policy, Tribal consultation, Tribal IRB review,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Tribal Nation, jurisdiction, funding source, data sharing agreement,.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can magnify the consequences of weak data governance because AI systems depend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health data involve Tribal Nations or AI/AN participants, those consequences can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intend to improve services, reduce disparities, or strengthen.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means the inherent authority of Tribal Nations to govern themselves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work, this means a Tribal Nation may have its own laws, research codes,.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should not treat Tribal input as optional stakeholder feedback when Tribal.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means the inherent authority of Tribal Nations.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AI work, this means a Tribal Nation may have its.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should not treat Tribal input as optional.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CARE Principles for Indigenous Data Governance provide a practical framework for aligning.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CARE stands for Collective Benefit, Authority to Control, Responsibility, and Ethics.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principles complement FAIR data practices by adding attention to people, purpose, power,.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CARE Principles for Indigenous Data Governance provide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principles complement FAIR data practices by adding.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AI projects, CARE can be used as a review lens for deciding.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department wants to develop an AI-assisted analytics workflow to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initial technical design includes free-text chief complaint data, facility location, ZIP.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Several counties include Tribal lands, and some small-area summaries could indirectly identify.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develop an AI-assisted.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initial technical design includes free-text chief complaint.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Several counties include Tribal lands, and some small-area.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teams should begin by asking whether the proposed use involves Tribal Nations,.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question should be asked during use case intake, not after a data set has been assembled.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answer may not be obvious because Tribal relevance can appear through geography, facility.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teams should begin by asking whether the proposed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answer may not be obvious because Tribal relevance can appear.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answer is uncertain, the team should treat the project as.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teams should not infer Tribal affiliation from residential location, ZIP code, facility.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Proxy inference can create privacy risk, misclassification, and community harm.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also undermine Tribal authority if outside organizations create AI-derived labels about.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teams should not infer Tribal affiliation from residential.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also undermine Tribal authority if outside organizations.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affiliation or Tribal relevance is needed, the project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Communication and dissemination require special care because AI outputs can be polished,.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Public-facing summaries, dashboards, maps, chatbots, and reports may create harm if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Tribal partners may require pre-review of reports, presentations, manuscripts, dashboard text,.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Communication and dissemination require special care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Public-facing summaries, dashboards, maps, chatbots, and reports.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Tribal partners may require pre-review of reports, presentations,.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risk is treating Tribal health data as if it were ordinary administrative or research.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lead to AI development without Tribal consultation, data sharing without appropriate.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failure mode is often procedural rather than malicious: staff follow routine analytics.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treating Tribal health data as if it were ordinary.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lead to AI development without Tribal consultation,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failure mode is often procedural rather than malicious: staff.</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fourth risk is considering equity, accessibility, and community benefit too 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project is already funded, contracted, designed, or near deployment before Tribal.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create extractive relationships in which data and expertise flow outward while.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the project is already funded, contracted, designed, or near.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create extractive relationships in which data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guardrail is to define community benefit, capacity building,.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AI use case intake, teams should add screening questions that identify whether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intake form should require the proposer to identify known Tribal partners, anticipated.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should not advance to procurement, model development, pilot testing, or public.</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AI use case intake, teams should add screening questions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intake form should require the proposer to identify known.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project should not advance to procurement, model development,.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using AI with health data that may involve Tribal Nations or AI/AN participants,.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ask whether the project has identified affected Tribal Nations, relevant Tribal.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consider whether the proposed AI use creates community benefit as defined by.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using AI with health data that may involve Tribal Nations.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ask whether the project has identified affected Tribal.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consider whether the proposed AI use creates.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Select a proposed AI-supported public health project that could involve Tribal Nations, AI/AN.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may be a surveillance summary tool, predictive model, automated transcription.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 a Tribal sovereignty and Indigenous data governance screening memo for the project.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Select a proposed AI-supported public health project that could involve Tribal.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a proposed AI-supported public health project that could.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may be a surveillance summary tool, predictive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memo should identify the public health purpose, data sources,.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Tribal Sovereignty and Indigenous Data Governance Screening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memo should be complete enough for a supervisor, AI governance body, Tribal liaison,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distinguish known facts from assumptions and identify what cannot be decided until.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Tribal Sovereignty and Indigenous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memo should be complete enough for a supervisor, AI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distinguish known facts from assumptions and identify.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Global Indigenous Data Alliance.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CARE Principles for Indigenous Data Governance. https://www.gida-global.org/care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Global Indigenous Data Alliance.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NOT-OD-22-214: Supplemental Information to the NIH Policy for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National Institutes of Health Tribal Health Research Office.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Tribal Health Research Office resources. https://dpcpsi.nih.gov/thro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United States Indigenous Data Sovereignty Network.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Resources and information on Indigenous Data Sovereignty. https://usindigenousdata.org/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 of Us Research Program.</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United States Indigenous Data Sovereignty Network.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engagement and data use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relevant agency consultation policies and Tribal liaison.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Brookings.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Digital sovereignty and Indigenous Nations resources. https://www.brookings.edu/</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Brookings.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Digital sovereignty and Indigenous Nations resources..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and Indigenous Data Governance Screening Memo</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should Tribal sovereignty be considered before an AI project with health data begins?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statement best reflects Indigenous Data Sovereignty?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AI practice should be avoided unless explicitly approved through the appropriate.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should Tribal sovereignty be considered before an AI project with health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should Tribal sovereignty be considered before an AI project.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Global Indigenous Data Alliance. CARE Principles for Indigenous Data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 NOT-OD-22-214: Supplemental Information to the NIH Policy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 Tribal Health Research Office. Tribal Health Research Office.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CARE Principles for Indigenous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National Institutes of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HHS and CDC Tribal consultation resources. Use relevant agency consultation policies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Brookings. Digital sovereignty and Indigenous Nations resources.: https://www.brookings.edu/</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relevant agency consultation policies and Tribal liaison.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2026-07-13T02:33:45Z</dcterms:created>
  <dcterms:modified xsi:type="dcterms:W3CDTF">2026-07-13T02:33:45Z</dcterms:modified>
</cp:coreProperties>
</file>