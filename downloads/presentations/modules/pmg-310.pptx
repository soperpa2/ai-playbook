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310 Grant and Funding Management for AI Projects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public-health-executive-leadership, policy, governance-security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grant and funding management for ai projects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Grant and Funding Management for AI Projects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connecting AI projects to allowable costs, deliverables, reporting, performance measures, and sustainability.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grant and funding management for ai projects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Grant and Funding Management for AI Projects artifact
Role and responsibility table
Risk and safeguard summary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Grant and Funding Management for AI Projects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grant and funding management for ai projects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Appendix. Common Source Base Used Across Modules
CDC Public Health Data Strategy and CDC Data Modernization resources.: https://www.cdc.gov/public-health-data-strategy/php/about/index.html
CDC electronic case reporting, electronic laboratory reporting, surveillance, and public health data quality resources.: https://www.cdc.gov/ecr/php/index.html
HL7 FHIR, HL7 US Core, public health implementation guides, CDA, and HL7 v2 implementation materials.: https://hl7.org/fhir/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ONC USCDI, health IT, interoperability, and information blocking resources.: https://isp.healthit.gov/united-states-core-data-interoperability-uscdi
NIST Artificial Intelligence Risk Management Framework, NIST Generative AI Profile, NIST Privacy Framework, and related NIST cybersecurity guidance.: https://www.nist.gov/publications/artificial-intelligence-risk-management-framework-generative-artificial-intelligence
OWASP Top 10 for Large Language Model Applications and related secure AI application guidance.: https://owasp.org/www-project-top-10-for-large-language-model-applications/
WHO ethics and governance guidance for artificial intelligence in health.
Agency policies and procedures for privacy, public records, cybersecurity, procurement, civil rights, accessibility, language access, records retention, incident response, and emergency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Grant and Funding Management for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connecting AI projects to allowable costs,.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Program Management Role-Based.</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grant and funding management for ai projects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grant and funding management for ai projects in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connecting AI projects to allowable costs,.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connecting AI projects to allowable costs, deliverables,.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Grant and Funding Management for AI Projects matters because AI adoption.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Grant and Funding Management for AI Projects matters because AI adoption changes.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grant and funding management for ai projects artifact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grant and funding management for ai projects artifact for one.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grant and funding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Grant and Funding Management for AI Projects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Grant and Funding Management for AI Projects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Grant and Funding Management for AI Projects.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Grant and Funding Management for AI Projects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Grant and Funding Management for AI Projects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grant and funding management for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grant and funding management for ai projects.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grant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Appendix. Common Source Base Used Across Modules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CDC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Appendix.</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Common Source Base Used Across Modules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ONC USCDI, health IT, interoperability, and information blocking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NIST Generative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 and related secure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ONC USCDI, health IT, interoperability, and information blocking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guidance for artificial.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and procedures for privacy,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Grant and Funding Management for AI Projects</dc:title>
  <dc:subject>Grant and Funding Management for AI Projects learning module</dc:subject>
  <dc:creator>Paula Soper</dc:creator>
  <cp:lastModifiedBy>Paula Soper</cp:lastModifiedBy>
  <cp:revision>1</cp:revision>
  <dcterms:created xsi:type="dcterms:W3CDTF">2026-07-13T03:27:54Z</dcterms:created>
  <dcterms:modified xsi:type="dcterms:W3CDTF">2026-07-13T03:27:54Z</dcterms:modified>
</cp:coreProperties>
</file>