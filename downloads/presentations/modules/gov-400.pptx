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400 AI Governance Charter and Operating Model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and minimum contents of an AI governance charter.
Distinguish between a governance committee, technical review group, executive sponsor, and implementation team.
Identify which agency functions should participate in AI governance and when their review is required.
Develop operating procedures for intake, review, approval, monitoring, exceptions, escalation, and retirement of AI use cases.
Produce a draft AI governance charter or operating model that can be adapted by a public health agency.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one-page AI governance charter and a one-page operating model. Include scope, membership, review levels, decision rights, documentation, escalation, monitoring, and meeting cadence.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governance charter; governance operating model; intake and decision-flow diagram; list of unresolved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governance charter; governance operating model; intake and decision-flow diagram; list of unresolved policy questions.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Charter and Operating Model</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needs a formal home before an agency begins approving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governance charter defines the purpose, scope, authority, membership,.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charter, AI decisions often become scattered across IT, program.</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the purpose and minimum contents of an AI governance charter.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 governance committee, technical review group,.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which agency functions should participate in AI governance and when.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 governance committee,.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operating procedures for intake,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governance charter or operating.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needs a formal home before an agency begins approving tools,.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governance charter defines the purpose, scope, authority, membership,.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charter, AI decisions often become scattered across IT,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needs a formal home before an agency begins approving tools,.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governance must therefore be more than a technology review process.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must define how the agency decides which AI uses are acceptable, which.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 accountability.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department wants to allow staff to use AI tools for program.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governance charter, each program may develop its own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communications office may require human review, the surveillance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department wants to allow staff to use AI tools for program.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department wants to allow staff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communications office may require human.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governance operating model brings these.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strong governance charter begins with purpose and scope.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Purpose explains why the governance body exists, such as protecting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Scope explains what falls under the governance process.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strong governance charter begins with purpose and scope.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Purpose explains why the governance body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public health, scope should include internally.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operating model should define roles clearly.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governance that exists only on paper.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charter may sound strong, but if staff do not know when to submit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practical guardrail is to create a simple intake form, review rubric,.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governance that exists only on paper.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charter may sound strong, but if staff do not.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practical guardrail is to create a simple intake.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failure mode is over-centralization.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governance should define approved tools, prohibited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 governance should require validation, subgroup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governance should define allowed actions, approval checkpoints,.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governance should define approved tools, prohibited data,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governance should define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model governance should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governance should define allowed.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 one-page AI governance charter and a one-page operating model.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scope, membership, review levels, decision rights,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 one-page AI governance charter and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scope, membership, review levels, decision.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governance charter; governance operating model; intake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AI governance charter; governance operating.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governance charter; governance operating model; intake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governance charter; governance operating model; intake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AI governance charter; governance operating.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Charter and Operating Model</dc:title>
  <dc:subject>AI Governance Charter and Operating Model learning module</dc:subject>
  <dc:creator>Paula Soper</dc:creator>
  <cp:lastModifiedBy>Paula Soper</cp:lastModifiedBy>
  <cp:revision>1</cp:revision>
  <dcterms:created xsi:type="dcterms:W3CDTF">2026-07-13T03:02:47Z</dcterms:created>
  <dcterms:modified xsi:type="dcterms:W3CDTF">2026-07-13T03:02:47Z</dcterms:modified>
</cp:coreProperties>
</file>