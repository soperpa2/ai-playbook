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often called RAG, combines generative AI with retrieval from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a RAG system searches approved content.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RAG may support policy lookup, protocol interpretation, internal help desks,.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 Checklist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 Checklist to translate.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Plain-Language AI Public.</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retrieval-augmented generation in plain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the major components of a RAG system, including document ingestion, chunking,.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public health use cases where RAG may improve knowledge 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retrieval-augmented generation in plain language.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components of a RAG system, including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risks related to stale content, access control, retrieval.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governance and monitoring requirements for agency RAG.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RAG readiness checklist for a public health knowledge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RAG readiness checklist for a public health knowledge.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often called RAG, combines generative AI with retrieval from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a RAG system searches approved content.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RAG may support policy lookup, protocol interpretation, internal help desks,.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RAG matters because public health agencies manage large collections of guidance, protocols,.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spend substantial time searching for answers across shared drives, websites,.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well-designed RAG system can help users find relevant guidance and produce concise,.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state health department may create an internal RAG assistant to help staff find current.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assistant could search approved protocols, case definitions, reporting rules,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 user asks what steps to take for a suspected condition, the system could summarize.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may create an internal RAG assistant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assistant could search approved protocols, case definitions,.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a user asks what steps to take for a suspected condition,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RAG system begins with content selection.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decide which documents are authoritative, current, approved for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Content inventories should include owner, version, effective date, review date, sensitivity.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RAG system begins with content selection.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Generation should be constrained by retrieved material.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system should be instructed to answer from sources, cite them, identify uncertainty,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also explain when guidance conflicts or when source material is insufficient.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Generation should be constrained by retrieved material.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system should be instructed to answer from sources, cite them,.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Users should be able to open the cited source and verify key.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Monitoring should include retrieval failures, unsupported answers,.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Stale or conflicting content.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Outdated or inconsistent documents can produce wrong answers.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content ownership, version control, review dates, and archival rules.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Stale or conflicting content.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Permission leakage.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may retrieve content a user should not see.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role-based access, document-level permissions,.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Unsupported generation.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add claims beyond retrieved 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source-only instructions, citation requirements, and reviewer verification.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Unsupported generation.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Unsupported generation.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add claims beyond retrieved 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source-only instructions, citation.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RAG supports generative AI by grounding outputs in defined 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may be used in chat assistants, training tools, policy support, emergency operations,.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also support agentic workflows by giving agents access to approved guidance, but.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may be used in chat assistants, training tools, policy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also support agentic workflows by giving agents access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RAG systems should be built around trust.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content collection would the RAG system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and updates each source document?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access permissions be enforced?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content collection would the RAG system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content collection would the RAG system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and updates each source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access permissions be enforced?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will retrieval quality and citation accuracy be tested?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should the system do when sources are missing, outdated, or conflicting?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will retrieval quality and citation accuracy be tested?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retrieval quality and citation accuracy be tested?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should the system do when sources are missing, outdated,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RAG readiness checklist for one public health knowledge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content inventory, source authority, document owners, update schedule, sensitivity.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checklist should identify at least three “do not answer” or escalation situations, such as.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content inventory, source authority, document owners,.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checklist should identify at least three “do not answer”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RAG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Content inventory and ownership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Retrieval test question set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RAG readiness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Content inventory and ownership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Retrieval test question set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Citation and source verification protocol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Citation and source verification protocol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Citation and source verification protocol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RAG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Content inventory and ownership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Retrieval test question set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RAG readiness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Content inventory and ownership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Retrieval test question set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RAG?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does chunking matter?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major RAG governance risk?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RAG?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RAG?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RMF Generative AI Profile:.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USCDI:.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2026-07-13T02:33:44Z</dcterms:created>
  <dcterms:modified xsi:type="dcterms:W3CDTF">2026-07-13T02:33:44Z</dcterms:modified>
</cp:coreProperties>
</file>