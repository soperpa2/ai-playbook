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Public Health Executive Leadership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public-health-executive-leadership, communications,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 agencies make,.</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 agencies make,.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 incidents, media scrutiny,.</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 incidents, media scrutiny,.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Crisis Communications and Executive Response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Crisis Communications and Executive Response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Crisis Communications and Executive Response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Crisis Communications and Executive Response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2026-07-12T18:54:58Z</dcterms:created>
  <dcterms:modified xsi:type="dcterms:W3CDTF">2026-07-12T18:54:58Z</dcterms:modified>
</cp:coreProperties>
</file>