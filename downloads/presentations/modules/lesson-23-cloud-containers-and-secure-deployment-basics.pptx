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330 Cloud, Containers, and Secure Deployment Basics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operations-data-quality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cloud, containers, and secure deployment basics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secure deployment readiness worksheet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Cloud, Containers, and Secure Deployment Basics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Cloud computing provides remote infrastructure, platforms, and services that can host data pipelines, analytics environments, AI tools, and public health applications. Cloud deployment can improve scalability and resilience, but only when identity, access, logging, encryption, and governance are configured correctly.
Containers package software and its dependencies so that it can run consistently across environments. Containers can improve reproducibility and deployment speed, but they must be scanned, patched, configured, and monitored. Container use does not remove the need for secure architecture.
Identity and access management defines who or what can access systems, data, and actions. In AI workflows, IAM must include human users, service accounts, APIs, agents, and automation tools. Poorly designed access can expose sensitive data or allow unauthorized write-back to systems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deploy an internal RAG assistant in a cloud environment so staff can search approved guidance and protocols. The tool may be low risk if it uses public documents, but it becomes higher risk if it retrieves sensitive policies, case notes, or internal operational documents. Secure deployment requires access controls, document-level permissions, logging, monitoring, backup, and a process for removing outdated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Secure deployment begins with environment separation. Development, testing, staging, and production environments should be clearly separated so experimental tools do not affect operational systems. Sensitive production data should not be copied into lower environments unless approved controls are in place.
Logging and monitoring are central to deployment safety. Agencies should know when systems are accessed, when APIs fail, when models produce errors, when unusual activity occurs, and when infrastructure changes are made. Logs should be protected because they can contain sensitive information.
Secrets management is essential for AI integrations. API keys, database passwords, certificates, and tokens should not be embedded in code, prompts, shared documents, or configuration files that are not secured. A compromised secret can allow unauthorized access to data or actions across connected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secure deployment readiness worksheet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secure deployment readiness worksheet.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secure deployment readiness worksheet.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cloud, containers, and secure deployment basics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Cybersecurity Framework and cloud security guidance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Cloud, Containers, and Secure Deployment Basics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Many AI tools are deployed in cloud environments or packaged in containers that make applications easier to move,.</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cloud engineers, but they need enough technical literacy to understand.</a:t>
            </a:r>
            <a:endParaRPr lang="en-US" sz="2100" dirty="0"/>
          </a:p>
          <a:p>
            <a:r>
              <a:rPr lang="en-US" sz="2100" dirty="0">
                <a:solidFill>
                  <a:srgbClr val="17364A"/>
                </a:solidFill>
                <a:latin typeface="Aptos" pitchFamily="34" charset="0"/>
                <a:ea typeface="Aptos" pitchFamily="34" charset="-122"/>
                <a:cs typeface="Aptos" pitchFamily="34" charset="-120"/>
              </a:rPr>
              <a:t>This module connects deployment choices to public health continuity, privacy, cybersecurity, and sustainability.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cloud, containers, and secure deployment basics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cloud, containers, and secure deployment basics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secure deployment readiness worksheet that can support readiness assessment, governance.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secure deployment readiness worksheet that can support readiness assessment, governance.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Many AI tools are deployed in cloud environments or packaged in containers that make applications.</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cloud engineers, but they need enough technical literacy to.</a:t>
            </a:r>
            <a:endParaRPr lang="en-US" sz="2100" dirty="0"/>
          </a:p>
          <a:p>
            <a:r>
              <a:rPr lang="en-US" sz="2100" dirty="0">
                <a:solidFill>
                  <a:srgbClr val="17364A"/>
                </a:solidFill>
                <a:latin typeface="Aptos" pitchFamily="34" charset="0"/>
                <a:ea typeface="Aptos" pitchFamily="34" charset="-122"/>
                <a:cs typeface="Aptos" pitchFamily="34" charset="-120"/>
              </a:rPr>
              <a:t>This module connects deployment choices to public health continuity, privacy, cybersecurity,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Many AI tools are deployed in cloud environments or packaged in containers that make applications.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Cloud, Containers, and Secure Deployment Basics matters because AI systems are embedded in public.</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Cloud, Containers, and Secure Deployment Basics matters because AI systems are embedded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Cloud computing provides remote infrastructure, platforms, and services that can host data pipelines,.</a:t>
            </a:r>
            <a:endParaRPr lang="en-US" sz="2100" dirty="0"/>
          </a:p>
          <a:p>
            <a:r>
              <a:rPr lang="en-US" sz="2100" dirty="0">
                <a:solidFill>
                  <a:srgbClr val="17364A"/>
                </a:solidFill>
                <a:latin typeface="Aptos" pitchFamily="34" charset="0"/>
                <a:ea typeface="Aptos" pitchFamily="34" charset="-122"/>
                <a:cs typeface="Aptos" pitchFamily="34" charset="-120"/>
              </a:rPr>
              <a:t>Cloud deployment can improve scalability and resilience, but only when identity, access, logging,.</a:t>
            </a:r>
            <a:endParaRPr lang="en-US" sz="2100" dirty="0"/>
          </a:p>
          <a:p>
            <a:r>
              <a:rPr lang="en-US" sz="2100" dirty="0">
                <a:solidFill>
                  <a:srgbClr val="17364A"/>
                </a:solidFill>
                <a:latin typeface="Aptos" pitchFamily="34" charset="0"/>
                <a:ea typeface="Aptos" pitchFamily="34" charset="-122"/>
                <a:cs typeface="Aptos" pitchFamily="34" charset="-120"/>
              </a:rPr>
              <a:t>Containers package software and its dependencies so that it can run consistently across environments.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Cloud computing provides remote infrastructure, platforms, and services that can host data pipelines,.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may deploy an internal RAG assistant in a cloud environment so staff can search.</a:t>
            </a:r>
            <a:endParaRPr lang="en-US" sz="2100" dirty="0"/>
          </a:p>
          <a:p>
            <a:r>
              <a:rPr lang="en-US" sz="2100" dirty="0">
                <a:solidFill>
                  <a:srgbClr val="17364A"/>
                </a:solidFill>
                <a:latin typeface="Aptos" pitchFamily="34" charset="0"/>
                <a:ea typeface="Aptos" pitchFamily="34" charset="-122"/>
                <a:cs typeface="Aptos" pitchFamily="34" charset="-120"/>
              </a:rPr>
              <a:t>The tool may be low risk if it uses public documents, but it becomes higher risk if it retrieves.</a:t>
            </a:r>
            <a:endParaRPr lang="en-US" sz="2100" dirty="0"/>
          </a:p>
          <a:p>
            <a:r>
              <a:rPr lang="en-US" sz="2100" dirty="0">
                <a:solidFill>
                  <a:srgbClr val="17364A"/>
                </a:solidFill>
                <a:latin typeface="Aptos" pitchFamily="34" charset="0"/>
                <a:ea typeface="Aptos" pitchFamily="34" charset="-122"/>
                <a:cs typeface="Aptos" pitchFamily="34" charset="-120"/>
              </a:rPr>
              <a:t>Secure deployment requires access controls, document-level permissions, logging, monitoring, backup,.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may deploy an internal RAG assistant in a cloud environment so staff can search.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Secure deployment begins with environment separation.</a:t>
            </a:r>
            <a:endParaRPr lang="en-US" sz="2100" dirty="0"/>
          </a:p>
          <a:p>
            <a:r>
              <a:rPr lang="en-US" sz="2100" dirty="0">
                <a:solidFill>
                  <a:srgbClr val="17364A"/>
                </a:solidFill>
                <a:latin typeface="Aptos" pitchFamily="34" charset="0"/>
                <a:ea typeface="Aptos" pitchFamily="34" charset="-122"/>
                <a:cs typeface="Aptos" pitchFamily="34" charset="-120"/>
              </a:rPr>
              <a:t>Development, testing, staging, and production environments should be clearly separated so experimental.</a:t>
            </a:r>
            <a:endParaRPr lang="en-US" sz="2100" dirty="0"/>
          </a:p>
          <a:p>
            <a:r>
              <a:rPr lang="en-US" sz="2100" dirty="0">
                <a:solidFill>
                  <a:srgbClr val="17364A"/>
                </a:solidFill>
                <a:latin typeface="Aptos" pitchFamily="34" charset="0"/>
                <a:ea typeface="Aptos" pitchFamily="34" charset="-122"/>
                <a:cs typeface="Aptos" pitchFamily="34" charset="-120"/>
              </a:rPr>
              <a:t>Sensitive production data should not be copied into lower environments unless approved controls are in.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Secure deployment begins with environment separation.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secure deployment readiness worksheet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secure deployment readiness worksheet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secure deployment readiness worksheet.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secure deployment readiness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secure deployment readiness worksheet. It should be specific to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secure deployment readiness worksheet. It should be specific to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cloud, containers, and secure deployment basics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cloud, containers, and secure deployment basics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Cybersecurity Framework and cloud security guidance</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Containers, and Secure Deployment Basics</dc:title>
  <dc:subject>Cloud, Containers, and Secure Deployment Basics learning module</dc:subject>
  <dc:creator>Paula Soper</dc:creator>
  <cp:lastModifiedBy>Paula Soper</cp:lastModifiedBy>
  <cp:revision>1</cp:revision>
  <dcterms:created xsi:type="dcterms:W3CDTF">2026-07-12T19:24:27Z</dcterms:created>
  <dcterms:modified xsi:type="dcterms:W3CDTF">2026-07-12T19:24:27Z</dcterms:modified>
</cp:coreProperties>
</file>