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330 AI Equity Policy and Civil Rights Considerations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governance-security, communications, public-health-executive-leadership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equity policy and civil rights considerations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Equity Policy and Civil Rights Considerations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civil rights, nondiscrimination, accessibility, language access, disparate impact, and equity safeguards.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equity policy and civil rights considerations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Equity Policy and Civil Rights Considerations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Equity Policy and Civil Rights Considerations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equity policy and civil rights considerations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Equity Policy and Civil Rights Considerations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civil rights, nondiscrimination, accessibility, language access, disparate impact, and.</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Policy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policy, governance-security, communications,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equity policy and civil rights considerations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equity policy and civil rights considerations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civil rights, nondiscrimination, accessibility, language access, disparate.</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civil rights, nondiscrimination, accessibility, language access, disparate.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Equity Policy and Civil Rights Considerations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Equity Policy and Civil Rights Considerations matters because AI adoption changes how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civil rights, nondiscrimination,.</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civil rights, nondiscrimination,.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equity policy and civil rights considerations artifact for one AI-supported.</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equity policy and civil rights considerations artifact for one AI-supported.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Equity Policy and Civil Rights Considerations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Equity Policy and Civil Rights Considerations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Equity Policy and Civil Rights Considerations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Equity Policy and Civil Rights Considerations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equity policy and civil rights considerations has been.</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equity policy and civil rights considerations has been.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Equity Policy and Civil Rights Considerations</dc:title>
  <dc:subject>AI Equity Policy and Civil Rights Considerations learning module</dc:subject>
  <dc:creator>Paula Soper</dc:creator>
  <cp:lastModifiedBy>Paula Soper</cp:lastModifiedBy>
  <cp:revision>1</cp:revision>
  <dcterms:created xsi:type="dcterms:W3CDTF">2026-07-12T19:55:22Z</dcterms:created>
  <dcterms:modified xsi:type="dcterms:W3CDTF">2026-07-12T19:55:22Z</dcterms:modified>
</cp:coreProperties>
</file>