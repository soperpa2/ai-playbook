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Missing Voices in Data is designed for an individual learner using the AI Playbook and Toolkit for Public Health Departments.
Missing voices analysis asks whose experiences, records, language needs, disability access needs, rural context, tribal sovereignty interests, or community knowledge are absent from the data.
Use the notes in this deck as additional reading and context. They are not written as presenter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concept in plain language for colleagues, leaders, partners, and community-facing discussions.
Identify where the concept affects AI planning, governance, procurement, implementation, monitoring, public trust, or public health decision-making.
Apply the concept to a concrete public health workflow using the linked plays, tools, safeguards, and documentation expectations.
Complete a practical activity that produces an artifact you can use in readiness assessment, governance review, implementation planning, or monitoring.
Produce or contribute to: Missing voices analysis.
Produce or contribute to: Community validation plan.
Produce or contribute to: Subgroup monitoring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Missing voices analysis asks who is absent from the data, design process, validation testing, governance discussion, or evaluation. Public health AI can look accurate overall while failing groups that are underrepresented, misclassified, or affected differently by the workflow. Missing voices review should happen before use case approval and again during monitoring.
Missing voices analysis asks whose experiences, data, language needs, disability access needs, geography, or community knowledge are absent from the design and evaluation of an AI-supported workflow. It is a practical equity tool, not a theoretical exercise.
A model may perform well overall while failing groups that are underrepresented or misclassified. A communication tool may be readable for some audiences but not others. A prioritization workflow may reflect historical service patterns rather than current need.
Your training should help staff identify missing voices early, decide who should be consulted, and define how the department will monitor whether the AI-supported workflow works across affected communities.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Bias: Systematic error or unfairness that can produce different results for different groups. Bias can arise from data gaps, measurement choices, model design, deployment context, or unequal access to services.
Community engagement: Meaningful involvement of affected communities, partners, and stakeholders in defining problems, reviewing risks, shaping safeguards, and evaluating whether AI use supports public trust and public health goals.
Equity impact assessment: A structured review of who may benefit, who may be burdened, whose data or experiences are missing, and what safeguards are needed before an AI-supported workflow is approved or scaled.
Missing voices: People, communities, languages, settings, or experiences that are absent or underrepresented in the data, design process, review process, or evaluation plan.
Subgroup monitoring: Checking whether AI performance, access, burden, errors, or outcomes differ across meaningful populations, geographies, languages, programs, facilities, or other relevant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Tribal data sovereignty: The authority of Tribal Nations to govern the collection, ownership, application, sharing, and interpretation of their data. This concept is especially relevant when AI work involves Tribal communities, Tribal health departments, or Tribal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Missing voices is a core concept for this lesson because it turns missing voices in data from an abstract AI topic into something you can recognize in daily public health work. People or communities whose data, experience, language, geography, disability access needs, or perspectives are absent from planning or validation.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Validation sample is a core concept for this lesson because it turns missing voices in data from an abstract AI topic into something you can recognize in daily public health work. The examples used to test whether an AI system works for different groups or situations.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Subgroup monitoring is a core concept for this lesson because it turns missing voices in data from an abstract AI topic into something you can recognize in daily public health work. Tracking whether performance differs across populations, locations, languages, or other meaningful groups.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 underrepresented groups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Add community validation before launch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Monitor subgroup performance after deployment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apply this module, begin with a real or realistic public health workflow and describe the task in plain language before naming an AI tool. Use the related plays (Play 4, Play 7, Play 13) to identify the decisions, approvals, people, and timing needed for responsible implementation. Use the related tools (Tool 3, Tool 22, Tool 47) to create documentation that can be reviewed, saved, revised, and used as evidence of readiness. The practical exercise asks you to produce evidence that can feed into that work: For a selected use case, identify groups that may be missing from the data, planning process, validation sample, or governance review. Define how each gap will be addressed.
The main guardrail for this lesson is that Models may appear accurate overall while failing communities that are missing, underrepresented, misclassified, or poorly represented. Treat that guardrail as an operational requirement, not a warning label at the end of the lesson. Before using AI in this area, identify what could go wrong, who would notice the problem, how the concern would be escalated, and what authority exists to pause or change the work. That approach makes risk management part of routine public health practice rather than a separate technical review.
If your department already has a relevant process, such as data governance, technology governance, quality improvement, procurement review, privacy review, emergency response planning, or workforce development, use that process as the starting point. The playbook tools are meant to fill gaps where a method or documentation process does not already exist. There is no need to recreate the wheel when an existing process can be extended to include AI-specific questions, evidence, approval points, and monitoring expectations. This keeps AI governance connected to normal public health operations instead of creating a parallel paperwork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related plays help you decide where this topic fits in the planning and implementation sequence. The related tools help you convert the lesson into a documented artifact, such as a review checklist, inventory record, policy scan, implementation note, communication plan, training assignment, risk register, or monitoring record. Use the assessment results as a starting recommendation, but adjust the path based on what your department has already completed and what is most useful for your public health goals. When a play or tool is not needed, document why it was deferred so future reviewers understand the decision.
This matters for your practice because Missing voices analysis helps agencies avoid designing AI systems around only the data and perspectives that are easiest to obtain. It is essential for equity, trust, and real-world performance. Use that purpose to decide how much documentation, governance review, stakeholder input, and monitoring are proportionate to the risk and public health impact of the work. A low-risk internal learning activity may need only basic documentation, while a public-facing or decision-support workflow may need formal review, validation, transparency, and ongoing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selected use case, identify groups that may be missing from the data, planning process, validation sample, or governance review. Define how each gap will be addressed.
Missing voices analysis
Community validation plan
Subgroup monitoring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Whose data, experience, language needs, disability access needs, rural context, or community knowledge may be missing?
Who should validate assumptions before launch?
How will subgroup performance and community concerns be monitored after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ASPPH AI Framework Report: Introduces missing voices and human-centered AI considerations for public health. https://aspph.org/initiatives/ai-for-public-health/ai-framework-report/
CDC Health Equity: Health equity context for identifying who may be missed or harmed by public health systems. https://www.cdc.gov/healthequity/
NIH Tribal Health Research Office: Tribal data sovereignty and tribal health research context. https://dpcpsi.nih.gov/thro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13232" y="2542032"/>
            <a:ext cx="10607040" cy="777240"/>
          </a:xfrm>
          <a:prstGeom prst="rect">
            <a:avLst/>
          </a:prstGeom>
          <a:noFill/>
          <a:ln/>
        </p:spPr>
        <p:txBody>
          <a:bodyPr wrap="square" lIns="0" tIns="0" rIns="0" bIns="0" rtlCol="0" anchor="ct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Missing Voices in Data</a:t>
            </a:r>
            <a:endParaRPr lang="en-US" sz="3400" dirty="0"/>
          </a:p>
        </p:txBody>
      </p:sp>
      <p:sp>
        <p:nvSpPr>
          <p:cNvPr id="6" name="Text 3"/>
          <p:cNvSpPr/>
          <p:nvPr/>
        </p:nvSpPr>
        <p:spPr>
          <a:xfrm>
            <a:off x="749808" y="3456432"/>
            <a:ext cx="365760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Learning Module</a:t>
            </a:r>
            <a:endParaRPr lang="en-US" sz="1400" dirty="0"/>
          </a:p>
        </p:txBody>
      </p:sp>
      <p:sp>
        <p:nvSpPr>
          <p:cNvPr id="7" name="Text 4"/>
          <p:cNvSpPr/>
          <p:nvPr/>
        </p:nvSpPr>
        <p:spPr>
          <a:xfrm>
            <a:off x="749808" y="3886200"/>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Missing Voices in Data</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Learning Objectives</a:t>
            </a:r>
            <a:endParaRPr lang="en-US" sz="2800" dirty="0"/>
          </a:p>
        </p:txBody>
      </p:sp>
      <p:sp>
        <p:nvSpPr>
          <p:cNvPr id="7" name="Text 5"/>
          <p:cNvSpPr/>
          <p:nvPr/>
        </p:nvSpPr>
        <p:spPr>
          <a:xfrm>
            <a:off x="822960" y="1417320"/>
            <a:ext cx="10332720" cy="448056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Define the concept in plain language for colleagues, leaders, partners, and community-facing discussions.</a:t>
            </a:r>
            <a:endParaRPr lang="en-US" sz="1600" dirty="0"/>
          </a:p>
          <a:p>
            <a:r>
              <a:rPr lang="en-US" sz="1600" dirty="0">
                <a:solidFill>
                  <a:srgbClr val="17364A"/>
                </a:solidFill>
                <a:latin typeface="Aptos" pitchFamily="34" charset="0"/>
                <a:ea typeface="Aptos" pitchFamily="34" charset="-122"/>
                <a:cs typeface="Aptos" pitchFamily="34" charset="-120"/>
              </a:rPr>
              <a:t>Identify where the concept affects AI planning, governance, procurement, implementation, monitoring, public trust, or public health decision-making.</a:t>
            </a:r>
            <a:endParaRPr lang="en-US" sz="1600" dirty="0"/>
          </a:p>
          <a:p>
            <a:r>
              <a:rPr lang="en-US" sz="1600" dirty="0">
                <a:solidFill>
                  <a:srgbClr val="17364A"/>
                </a:solidFill>
                <a:latin typeface="Aptos" pitchFamily="34" charset="0"/>
                <a:ea typeface="Aptos" pitchFamily="34" charset="-122"/>
                <a:cs typeface="Aptos" pitchFamily="34" charset="-120"/>
              </a:rPr>
              <a:t>Apply the concept to a concrete public health workflow using the linked plays, tools, safeguards, and documentation expectations.</a:t>
            </a:r>
            <a:endParaRPr lang="en-US" sz="1600" dirty="0"/>
          </a:p>
          <a:p>
            <a:r>
              <a:rPr lang="en-US" sz="1600" dirty="0">
                <a:solidFill>
                  <a:srgbClr val="17364A"/>
                </a:solidFill>
                <a:latin typeface="Aptos" pitchFamily="34" charset="0"/>
                <a:ea typeface="Aptos" pitchFamily="34" charset="-122"/>
                <a:cs typeface="Aptos" pitchFamily="34" charset="-120"/>
              </a:rPr>
              <a:t>Complete a practical activity that produces an artifact you can use in readiness assessment, governance review, implementation planning, or monitoring.</a:t>
            </a:r>
            <a:endParaRPr lang="en-US" sz="1600" dirty="0"/>
          </a:p>
          <a:p>
            <a:r>
              <a:rPr lang="en-US" sz="1600" dirty="0">
                <a:solidFill>
                  <a:srgbClr val="17364A"/>
                </a:solidFill>
                <a:latin typeface="Aptos" pitchFamily="34" charset="0"/>
                <a:ea typeface="Aptos" pitchFamily="34" charset="-122"/>
                <a:cs typeface="Aptos" pitchFamily="34" charset="-120"/>
              </a:rPr>
              <a:t>Produce or contribute to: Missing voices analysis.</a:t>
            </a:r>
            <a:endParaRPr lang="en-US" sz="1600" dirty="0"/>
          </a:p>
          <a:p>
            <a:r>
              <a:rPr lang="en-US" sz="1600" dirty="0">
                <a:solidFill>
                  <a:srgbClr val="17364A"/>
                </a:solidFill>
                <a:latin typeface="Aptos" pitchFamily="34" charset="0"/>
                <a:ea typeface="Aptos" pitchFamily="34" charset="-122"/>
                <a:cs typeface="Aptos" pitchFamily="34" charset="-120"/>
              </a:rPr>
              <a:t>Produce or contribute to: Community validation plan.</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Missing Voices in Data</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Module Overview</a:t>
            </a:r>
            <a:endParaRPr lang="en-US" sz="2800" dirty="0"/>
          </a:p>
        </p:txBody>
      </p:sp>
      <p:sp>
        <p:nvSpPr>
          <p:cNvPr id="7" name="Text 5"/>
          <p:cNvSpPr/>
          <p:nvPr/>
        </p:nvSpPr>
        <p:spPr>
          <a:xfrm>
            <a:off x="822960" y="1325880"/>
            <a:ext cx="10424160" cy="4434840"/>
          </a:xfrm>
          <a:prstGeom prst="rect">
            <a:avLst/>
          </a:prstGeom>
          <a:noFill/>
          <a:ln/>
        </p:spPr>
        <p:txBody>
          <a:bodyPr wrap="square" lIns="1016" tIns="1016" rIns="1016" bIns="1016" rtlCol="0" anchor="t">
            <a:normAutofit/>
          </a:bodyPr>
          <a:lstStyle/>
          <a:p>
            <a:pPr indent="0" marL="0">
              <a:buNone/>
            </a:pPr>
            <a:r>
              <a:rPr lang="en-US" sz="1600" dirty="0">
                <a:solidFill>
                  <a:srgbClr val="17364A"/>
                </a:solidFill>
                <a:latin typeface="Aptos" pitchFamily="34" charset="0"/>
                <a:ea typeface="Aptos" pitchFamily="34" charset="-122"/>
                <a:cs typeface="Aptos" pitchFamily="34" charset="-120"/>
              </a:rPr>
              <a:t>Missing voices analysis asks who is absent from the data, design process, validation testing, governance discussion, or evaluation. Public health AI can look accurate overall while failing groups that are underrepresented, misclassified, or affected differently by the workflow. Missing voices review should happen before use case approval and again during monitoring.</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Missing Voices in Data</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Definitions</a:t>
            </a:r>
            <a:endParaRPr lang="en-US" sz="2800" dirty="0"/>
          </a:p>
        </p:txBody>
      </p:sp>
      <p:sp>
        <p:nvSpPr>
          <p:cNvPr id="7" name="Text 5"/>
          <p:cNvSpPr/>
          <p:nvPr/>
        </p:nvSpPr>
        <p:spPr>
          <a:xfrm>
            <a:off x="822960" y="1325880"/>
            <a:ext cx="10378440" cy="4754880"/>
          </a:xfrm>
          <a:prstGeom prst="rect">
            <a:avLst/>
          </a:prstGeom>
          <a:noFill/>
          <a:ln/>
        </p:spPr>
        <p:txBody>
          <a:bodyPr wrap="square" lIns="635" tIns="635" rIns="635" bIns="635" rtlCol="0" anchor="t">
            <a:normAutofit/>
          </a:bodyPr>
          <a:lstStyle/>
          <a:p>
            <a:r>
              <a:rPr lang="en-US" sz="1320" dirty="0">
                <a:solidFill>
                  <a:srgbClr val="17364A"/>
                </a:solidFill>
                <a:latin typeface="Aptos" pitchFamily="34" charset="0"/>
                <a:ea typeface="Aptos" pitchFamily="34" charset="-122"/>
                <a:cs typeface="Aptos" pitchFamily="34" charset="-120"/>
              </a:rPr>
              <a:t>Bias: Systematic error or unfairness that can produce different results for different groups. Bias can arise from data gaps, measurement choices, model design, deployment context, or unequal access to services.</a:t>
            </a:r>
            <a:endParaRPr lang="en-US" sz="1320" dirty="0"/>
          </a:p>
          <a:p>
            <a:r>
              <a:rPr lang="en-US" sz="1320" dirty="0">
                <a:solidFill>
                  <a:srgbClr val="17364A"/>
                </a:solidFill>
                <a:latin typeface="Aptos" pitchFamily="34" charset="0"/>
                <a:ea typeface="Aptos" pitchFamily="34" charset="-122"/>
                <a:cs typeface="Aptos" pitchFamily="34" charset="-120"/>
              </a:rPr>
              <a:t>Community engagement: Meaningful involvement of affected communities, partners, and stakeholders in defining problems, reviewing risks, shaping safeguards, and evaluating whether AI use supports public trust and public health goals.</a:t>
            </a:r>
            <a:endParaRPr lang="en-US" sz="1320" dirty="0"/>
          </a:p>
          <a:p>
            <a:r>
              <a:rPr lang="en-US" sz="1320" dirty="0">
                <a:solidFill>
                  <a:srgbClr val="17364A"/>
                </a:solidFill>
                <a:latin typeface="Aptos" pitchFamily="34" charset="0"/>
                <a:ea typeface="Aptos" pitchFamily="34" charset="-122"/>
                <a:cs typeface="Aptos" pitchFamily="34" charset="-120"/>
              </a:rPr>
              <a:t>Equity impact assessment: A structured review of who may benefit, who may be burdened, whose data or experiences are missing, and what safeguards are needed before an AI-supported workflow is approved or scaled.</a:t>
            </a:r>
            <a:endParaRPr lang="en-US" sz="1320" dirty="0"/>
          </a:p>
          <a:p>
            <a:r>
              <a:rPr lang="en-US" sz="1320" dirty="0">
                <a:solidFill>
                  <a:srgbClr val="17364A"/>
                </a:solidFill>
                <a:latin typeface="Aptos" pitchFamily="34" charset="0"/>
                <a:ea typeface="Aptos" pitchFamily="34" charset="-122"/>
                <a:cs typeface="Aptos" pitchFamily="34" charset="-120"/>
              </a:rPr>
              <a:t>Missing voices: People, communities, languages, settings, or experiences that are absent or underrepresented in the data, design process, review process, or evaluation plan.</a:t>
            </a:r>
            <a:endParaRPr lang="en-US" sz="1320" dirty="0"/>
          </a:p>
          <a:p>
            <a:r>
              <a:rPr lang="en-US" sz="1320" dirty="0">
                <a:solidFill>
                  <a:srgbClr val="17364A"/>
                </a:solidFill>
                <a:latin typeface="Aptos" pitchFamily="34" charset="0"/>
                <a:ea typeface="Aptos" pitchFamily="34" charset="-122"/>
                <a:cs typeface="Aptos" pitchFamily="34" charset="-120"/>
              </a:rPr>
              <a:t>Subgroup monitoring: Checking whether AI performance, access, burden, errors, or outcomes differ across meaningful populations, geographies, languages, programs, facilities, or other relevant groups.</a:t>
            </a:r>
            <a:endParaRPr lang="en-US" sz="13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Missing Voices in Data</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Definitions Continued</a:t>
            </a:r>
            <a:endParaRPr lang="en-US" sz="2800" dirty="0"/>
          </a:p>
        </p:txBody>
      </p:sp>
      <p:sp>
        <p:nvSpPr>
          <p:cNvPr id="7" name="Text 5"/>
          <p:cNvSpPr/>
          <p:nvPr/>
        </p:nvSpPr>
        <p:spPr>
          <a:xfrm>
            <a:off x="822960" y="1325880"/>
            <a:ext cx="10378440" cy="4754880"/>
          </a:xfrm>
          <a:prstGeom prst="rect">
            <a:avLst/>
          </a:prstGeom>
          <a:noFill/>
          <a:ln/>
        </p:spPr>
        <p:txBody>
          <a:bodyPr wrap="square" lIns="635" tIns="635" rIns="635" bIns="635" rtlCol="0" anchor="t">
            <a:normAutofit/>
          </a:bodyPr>
          <a:lstStyle/>
          <a:p>
            <a:r>
              <a:rPr lang="en-US" sz="1320" dirty="0">
                <a:solidFill>
                  <a:srgbClr val="17364A"/>
                </a:solidFill>
                <a:latin typeface="Aptos" pitchFamily="34" charset="0"/>
                <a:ea typeface="Aptos" pitchFamily="34" charset="-122"/>
                <a:cs typeface="Aptos" pitchFamily="34" charset="-120"/>
              </a:rPr>
              <a:t>Tribal data sovereignty: The authority of Tribal Nations to govern the collection, ownership, application, sharing, and interpretation of their data. This concept is especially relevant when AI work involves Tribal communities,.</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Missing Voices in Data</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Core Concepts</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Missing voices is a core concept for this lesson because it turns missing voices in data from an abstract AI topic into something you can recognize in daily public health work. People or communities whose data, experience, language, geography, disability access needs, or perspectives are absent from planning or validation.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Validation sample is a core concept for this lesson because it turns missing voices in data from an abstract AI topic into something you can recognize in daily public health work. The examples used to test whether an AI system works for different groups or situations.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Subgroup monitoring is a core concept for this lesson because it turns missing voices in data from an abstract AI topic into something you can recognize in daily public health work. Tracking whether performance differs across populations, locations, languages, or other meaningful groups.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a:t>
            </a:r>
            <a:endParaRPr lang="en-US" sz="13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Missing Voices in Data</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Public Health Application</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Identify underrepresented groups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Add community validation before launch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Monitor subgroup performance after deployment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a:t>
            </a:r>
            <a:endParaRPr lang="en-US" sz="13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Missing Voices in Data</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Implementation Guidance</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To apply this module, begin with a real or realistic public health workflow and describe the task in plain language before naming an AI tool. Use the related plays (Play 4, Play 7, Play 13) to identify the decisions, approvals, people, and timing needed for responsible implementation. Use the related tools (Tool 3, Tool 22, Tool 47) to create documentation that can be reviewed, saved, revised, and used as evidence of readiness. The practical exercise asks you to produce evidence that can feed into that work: For a selected use case, identify groups that may be missing from the data, planning process, validation sample, or governance review. Define how each gap will be addressed. The main guardrail for this lesson is that Models may appear accurate overall while failing communities that are missing, underrepresented, misclassified, or poorly represented. Treat that guardrail as an operational requirement, not a warning label at the end of the lesson. Before using AI in this area, identify what could go wrong, who would notice the problem, how the concern would be escalated, and what authority exists to pause or change the work. That approach makes risk management part of routine public health practice rather than a separate technical review. If your department already has a relevant process, such as data governance, technology governance, quality improvement, procurement review, privacy review, emergency response planning, or workforce development, use that process as the starting point. The playbook tools are meant to fill gaps where a method or documentation process does not already exist. There is no need to recreate the wheel when an existing process can be extended to include AI-specific questions, evidence, approval points, and monitoring expectations. This keeps AI governance connected to normal public health operations instead of creating a parallel paperwork system.</a:t>
            </a:r>
            <a:endParaRPr lang="en-US" sz="13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Missing Voices in Data</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Using Plays and Tools</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The related plays help you decide where this topic fits in the planning and implementation sequence. The related tools help you convert the lesson into a documented artifact, such as a review checklist, inventory record, policy scan, implementation note, communication plan, training assignment, risk register, or monitoring record. Use the assessment results as a starting recommendation, but adjust the path based on what your department has already completed and what is most useful for your public health goals. When a play or tool is not needed, document why it was deferred so future reviewers understand the decision. This matters for your practice because Missing voices analysis helps agencies avoid designing AI systems around only the data and perspectives that are easiest to obtain. It is essential for equity, trust, and real-world performance. Use that purpose to decide how much documentation, governance review, stakeholder input, and monitoring are proportionate to the risk and public health impact of the work. A low-risk internal learning activity may need only basic documentation, while a public-facing or decision-support workflow may need formal review, validation, transparency, and ongoing oversight.</a:t>
            </a:r>
            <a:endParaRPr lang="en-US" sz="13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Missing Voices in Data</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Practical Exercise</a:t>
            </a:r>
            <a:endParaRPr lang="en-US" sz="2800" dirty="0"/>
          </a:p>
        </p:txBody>
      </p:sp>
      <p:sp>
        <p:nvSpPr>
          <p:cNvPr id="7" name="Text 5"/>
          <p:cNvSpPr/>
          <p:nvPr/>
        </p:nvSpPr>
        <p:spPr>
          <a:xfrm>
            <a:off x="822960" y="1234440"/>
            <a:ext cx="10378440" cy="2011680"/>
          </a:xfrm>
          <a:prstGeom prst="rect">
            <a:avLst/>
          </a:prstGeom>
          <a:noFill/>
          <a:ln/>
        </p:spPr>
        <p:txBody>
          <a:bodyPr wrap="square" lIns="1016" tIns="1016" rIns="1016" bIns="1016" rtlCol="0" anchor="t">
            <a:normAutofit/>
          </a:bodyPr>
          <a:lstStyle/>
          <a:p>
            <a:pPr indent="0" marL="0">
              <a:buNone/>
            </a:pPr>
            <a:r>
              <a:rPr lang="en-US" sz="1520" dirty="0">
                <a:solidFill>
                  <a:srgbClr val="17364A"/>
                </a:solidFill>
                <a:latin typeface="Aptos" pitchFamily="34" charset="0"/>
                <a:ea typeface="Aptos" pitchFamily="34" charset="-122"/>
                <a:cs typeface="Aptos" pitchFamily="34" charset="-120"/>
              </a:rPr>
              <a:t>For a selected use case, identify groups that may be missing from the data, planning process, validation sample, or governance review. Define how each gap will be addressed.</a:t>
            </a:r>
            <a:endParaRPr lang="en-US" sz="1520" dirty="0"/>
          </a:p>
        </p:txBody>
      </p:sp>
      <p:sp>
        <p:nvSpPr>
          <p:cNvPr id="8" name="Text 6"/>
          <p:cNvSpPr/>
          <p:nvPr/>
        </p:nvSpPr>
        <p:spPr>
          <a:xfrm>
            <a:off x="822960" y="3520440"/>
            <a:ext cx="10378440" cy="1828800"/>
          </a:xfrm>
          <a:prstGeom prst="rect">
            <a:avLst/>
          </a:prstGeom>
          <a:noFill/>
          <a:ln/>
        </p:spPr>
        <p:txBody>
          <a:bodyPr wrap="square" lIns="635" tIns="635" rIns="635" bIns="635" rtlCol="0" anchor="t">
            <a:normAutofit/>
          </a:bodyPr>
          <a:lstStyle/>
          <a:p>
            <a:r>
              <a:rPr lang="en-US" sz="1400" dirty="0">
                <a:solidFill>
                  <a:srgbClr val="17364A"/>
                </a:solidFill>
                <a:latin typeface="Aptos" pitchFamily="34" charset="0"/>
                <a:ea typeface="Aptos" pitchFamily="34" charset="-122"/>
                <a:cs typeface="Aptos" pitchFamily="34" charset="-120"/>
              </a:rPr>
              <a:t>Expected artifact: Missing voices analysis</a:t>
            </a:r>
            <a:endParaRPr lang="en-US" sz="1400" dirty="0"/>
          </a:p>
          <a:p>
            <a:r>
              <a:rPr lang="en-US" sz="1400" dirty="0">
                <a:solidFill>
                  <a:srgbClr val="17364A"/>
                </a:solidFill>
                <a:latin typeface="Aptos" pitchFamily="34" charset="0"/>
                <a:ea typeface="Aptos" pitchFamily="34" charset="-122"/>
                <a:cs typeface="Aptos" pitchFamily="34" charset="-120"/>
              </a:rPr>
              <a:t>Expected artifact: Community validation plan</a:t>
            </a:r>
            <a:endParaRPr lang="en-US" sz="1400" dirty="0"/>
          </a:p>
          <a:p>
            <a:r>
              <a:rPr lang="en-US" sz="1400" dirty="0">
                <a:solidFill>
                  <a:srgbClr val="17364A"/>
                </a:solidFill>
                <a:latin typeface="Aptos" pitchFamily="34" charset="0"/>
                <a:ea typeface="Aptos" pitchFamily="34" charset="-122"/>
                <a:cs typeface="Aptos" pitchFamily="34" charset="-120"/>
              </a:rPr>
              <a:t>Expected artifact: Subgroup monitoring measures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Missing Voices in Data</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Reflection Questions</a:t>
            </a:r>
            <a:endParaRPr lang="en-US" sz="2800" dirty="0"/>
          </a:p>
        </p:txBody>
      </p:sp>
      <p:sp>
        <p:nvSpPr>
          <p:cNvPr id="7" name="Text 5"/>
          <p:cNvSpPr/>
          <p:nvPr/>
        </p:nvSpPr>
        <p:spPr>
          <a:xfrm>
            <a:off x="822960" y="1325880"/>
            <a:ext cx="10378440" cy="4572000"/>
          </a:xfrm>
          <a:prstGeom prst="rect">
            <a:avLst/>
          </a:prstGeom>
          <a:noFill/>
          <a:ln/>
        </p:spPr>
        <p:txBody>
          <a:bodyPr wrap="square" lIns="635" tIns="635" rIns="635" bIns="635" rtlCol="0" anchor="t">
            <a:normAutofit/>
          </a:bodyPr>
          <a:lstStyle/>
          <a:p>
            <a:r>
              <a:rPr lang="en-US" sz="1500" dirty="0">
                <a:solidFill>
                  <a:srgbClr val="17364A"/>
                </a:solidFill>
                <a:latin typeface="Aptos" pitchFamily="34" charset="0"/>
                <a:ea typeface="Aptos" pitchFamily="34" charset="-122"/>
                <a:cs typeface="Aptos" pitchFamily="34" charset="-120"/>
              </a:rPr>
              <a:t>Whose data, experience, language needs, disability access needs, rural context, or community knowledge may be missing?</a:t>
            </a:r>
            <a:endParaRPr lang="en-US" sz="1500" dirty="0"/>
          </a:p>
          <a:p>
            <a:r>
              <a:rPr lang="en-US" sz="1500" dirty="0">
                <a:solidFill>
                  <a:srgbClr val="17364A"/>
                </a:solidFill>
                <a:latin typeface="Aptos" pitchFamily="34" charset="0"/>
                <a:ea typeface="Aptos" pitchFamily="34" charset="-122"/>
                <a:cs typeface="Aptos" pitchFamily="34" charset="-120"/>
              </a:rPr>
              <a:t>Who should validate assumptions before launch?</a:t>
            </a:r>
            <a:endParaRPr lang="en-US" sz="1500" dirty="0"/>
          </a:p>
          <a:p>
            <a:r>
              <a:rPr lang="en-US" sz="1500" dirty="0">
                <a:solidFill>
                  <a:srgbClr val="17364A"/>
                </a:solidFill>
                <a:latin typeface="Aptos" pitchFamily="34" charset="0"/>
                <a:ea typeface="Aptos" pitchFamily="34" charset="-122"/>
                <a:cs typeface="Aptos" pitchFamily="34" charset="-120"/>
              </a:rPr>
              <a:t>How will subgroup performance and community concerns be monitored after deployment?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Missing Voices in Data</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References and Resources</a:t>
            </a:r>
            <a:endParaRPr lang="en-US" sz="2800" dirty="0"/>
          </a:p>
        </p:txBody>
      </p:sp>
      <p:sp>
        <p:nvSpPr>
          <p:cNvPr id="7" name="Text 5"/>
          <p:cNvSpPr/>
          <p:nvPr/>
        </p:nvSpPr>
        <p:spPr>
          <a:xfrm>
            <a:off x="822960" y="1280160"/>
            <a:ext cx="10378440" cy="4800600"/>
          </a:xfrm>
          <a:prstGeom prst="rect">
            <a:avLst/>
          </a:prstGeom>
          <a:noFill/>
          <a:ln/>
        </p:spPr>
        <p:txBody>
          <a:bodyPr wrap="square" lIns="635" tIns="635" rIns="635" bIns="635" rtlCol="0" anchor="t">
            <a:normAutofit/>
          </a:bodyPr>
          <a:lstStyle/>
          <a:p>
            <a:r>
              <a:rPr lang="en-US" sz="1280" dirty="0">
                <a:solidFill>
                  <a:srgbClr val="17364A"/>
                </a:solidFill>
                <a:latin typeface="Aptos" pitchFamily="34" charset="0"/>
                <a:ea typeface="Aptos" pitchFamily="34" charset="-122"/>
                <a:cs typeface="Aptos" pitchFamily="34" charset="-120"/>
              </a:rPr>
              <a:t>ASPPH AI Framework Report: Introduces missing voices and human-centered AI considerations for public health.</a:t>
            </a:r>
            <a:endParaRPr lang="en-US" sz="1280" dirty="0"/>
          </a:p>
          <a:p>
            <a:r>
              <a:rPr lang="en-US" sz="1280" dirty="0">
                <a:solidFill>
                  <a:srgbClr val="17364A"/>
                </a:solidFill>
                <a:latin typeface="Aptos" pitchFamily="34" charset="0"/>
                <a:ea typeface="Aptos" pitchFamily="34" charset="-122"/>
                <a:cs typeface="Aptos" pitchFamily="34" charset="-120"/>
              </a:rPr>
              <a:t>CDC Health Equity: Health equity context for identifying who may be missed or harmed by public health systems.</a:t>
            </a:r>
            <a:endParaRPr lang="en-US" sz="1280" dirty="0"/>
          </a:p>
          <a:p>
            <a:r>
              <a:rPr lang="en-US" sz="1280" dirty="0">
                <a:solidFill>
                  <a:srgbClr val="17364A"/>
                </a:solidFill>
                <a:latin typeface="Aptos" pitchFamily="34" charset="0"/>
                <a:ea typeface="Aptos" pitchFamily="34" charset="-122"/>
                <a:cs typeface="Aptos" pitchFamily="34" charset="-120"/>
              </a:rPr>
              <a:t>NIH Tribal Health Research Office: Tribal data sovereignty and tribal health research context.</a:t>
            </a:r>
            <a:endParaRPr lang="en-US" sz="12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Missing Voices in Data</dc:title>
  <dc:subject>Missing Voices in Data learning module</dc:subject>
  <dc:creator>Paula Soper</dc:creator>
  <cp:lastModifiedBy>Paula Soper</cp:lastModifiedBy>
  <cp:revision>1</cp:revision>
  <dcterms:created xsi:type="dcterms:W3CDTF">2026-07-09T20:18:52Z</dcterms:created>
  <dcterms:modified xsi:type="dcterms:W3CDTF">2026-07-09T20:18:52Z</dcterms:modified>
</cp:coreProperties>
</file>