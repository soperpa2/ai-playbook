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100 Executive AI Briefing for Public Health Leaders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Public Health Executive Leadership Track
Appears in tracks: public-health-executive-leadership, governance-security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executive ai briefing for public health leaders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Executive AI Briefing for Public Health Leaders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decision-focused AI briefing for health officers and senior leaders.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executive ai briefing for public health leaders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Executive AI Briefing for Public Health Leaders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Executive AI Briefing for Public Health Leaders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executive ai briefing for public health leaders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Executive AI Briefing for Public Health Leaders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decision-focused AI briefing for health officers and senior leaders.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introductory Primary track: Public Health Executive Leadership Track Appears in tracks:.</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executive ai briefing for public health leaders in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executive ai briefing for public health leaders in public health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decision-focused AI briefing for health officers and senior leaders.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decision-focused AI briefing for health officers and senior leaders.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designed for public health staff who must translate.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helps learners move beyond general awareness by.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emphasizes paragraph-based reasoning, defined responsibilities,.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Executive AI Briefing for Public Health Leaders matters because AI adoption changes how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Executive AI Briefing for Public Health Leaders matters because AI adoption changes how public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Executive AI Briefing for Public Health Leaders matters because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structured approach, staff may rely on informal.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operate under legal authorities, public.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decision-focused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decision-focused AI briefing for.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failure mode is unclear ownership.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everyone is responsible in general, no one may be responsible.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assign an accountability owner and name.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more sensitive the data, the more consequential the output,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executive ai briefing for public health leaders artifact for one.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executive ai briefing for public health leaders artifact for one AI-supported public.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executive ai briefing for public health leaders.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Executive AI Briefing for Public Health Leaders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Executive AI Briefing for Public Health Leaders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Executive AI Briefing for Public Health Leaders artifact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Executive AI Briefing for Public Health Leaders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Executive AI Briefing for Public Health Leaders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executive ai briefing for public health leaders has.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executive ai briefing for public health leaders has been applied.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executive ai briefing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Executive AI Briefing for Public Health Leaders</dc:title>
  <dc:subject>Executive AI Briefing for Public Health Leaders learning module</dc:subject>
  <dc:creator>Paula Soper</dc:creator>
  <cp:lastModifiedBy>Paula Soper</cp:lastModifiedBy>
  <cp:revision>1</cp:revision>
  <dcterms:created xsi:type="dcterms:W3CDTF">2026-07-13T02:24:09Z</dcterms:created>
  <dcterms:modified xsi:type="dcterms:W3CDTF">2026-07-13T02:24:09Z</dcterms:modified>
</cp:coreProperties>
</file>