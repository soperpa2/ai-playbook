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7FB"/>
          </a:solidFill>
          <a:ln w="12700">
            <a:solidFill>
              <a:srgbClr val="F1F7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65743A"/>
          </a:solidFill>
          <a:ln w="12700">
            <a:solidFill>
              <a:srgbClr val="6574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56032"/>
            <a:ext cx="320040" cy="6601968"/>
          </a:xfrm>
          <a:prstGeom prst="rect">
            <a:avLst/>
          </a:prstGeom>
          <a:solidFill>
            <a:srgbClr val="65743A"/>
          </a:solidFill>
          <a:ln w="12700">
            <a:solidFill>
              <a:srgbClr val="6574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960120"/>
            <a:ext cx="1463040" cy="329184"/>
          </a:xfrm>
          <a:prstGeom prst="rect">
            <a:avLst/>
          </a:prstGeom>
          <a:solidFill>
            <a:srgbClr val="65743A"/>
          </a:solidFill>
          <a:ln>
            <a:solidFill>
              <a:srgbClr val="65743A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PMG 210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1463040"/>
            <a:ext cx="9966960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Requirements Writing for AI Procurement and Implementation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13232" y="3017520"/>
            <a:ext cx="78638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Management Role-Based Track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" y="4160520"/>
            <a:ext cx="98755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270248"/>
            <a:ext cx="960120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Course level: applied/foundational  •  Prepared for Codex pairing with module JSON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85800" y="619963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65743A"/>
          </a:solidFill>
          <a:ln w="12700">
            <a:solidFill>
              <a:srgbClr val="6574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65743A"/>
          </a:solidFill>
          <a:ln>
            <a:solidFill>
              <a:srgbClr val="65743A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PMG 210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Management Role-Based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Learning Objectives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6675120" cy="44805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the purpose of requirements writing for ai procurement and implementation in public health AI work.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 the technical, operational, privacy, security, equity, and governance issues associated with the topic.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Apply the topic to a real or realistic public health workflow, system, or implementation scenario.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Recognize common failure modes that can affect safety, accuracy, trust, workflow fit, or sustainability.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 practical guardrails that should be documented before implementation.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Produce a AI requirements matrix that can support readiness assessment, governance review, procurement, implementation, or…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635240" y="1600200"/>
            <a:ext cx="3840480" cy="1828800"/>
          </a:xfrm>
          <a:prstGeom prst="roundRect">
            <a:avLst>
              <a:gd name="adj" fmla="val 4000"/>
            </a:avLst>
          </a:prstGeom>
          <a:solidFill>
            <a:srgbClr val="E7F6F8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0" y="1709928"/>
            <a:ext cx="3566160" cy="1645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expectation: The expected artifact is a completed AI requirements matrix. It should be specific to a public health workflow and should…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635240" y="3749040"/>
            <a:ext cx="38404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0" y="3858768"/>
            <a:ext cx="3566160" cy="1051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track: Program Management Role-Based Track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Codex key: pmg-210-requirements-writing-for-ai-procurement-and-implementation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PMG 210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65743A"/>
          </a:solidFill>
          <a:ln w="12700">
            <a:solidFill>
              <a:srgbClr val="6574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65743A"/>
          </a:solidFill>
          <a:ln>
            <a:solidFill>
              <a:srgbClr val="65743A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PMG 210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Management Role-Based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This Matters for Public Health AI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10698480" cy="4206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Requirements Writing for AI Procurement and Implementation matters because AI systems are embedded in public health programs, data systems, and…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topic affects whether AI outputs are accurate, explainable, safe, equitable, secure, and sustainable.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Agencies that ignore this area may create tools that work in a demonstration but fail in actual practice.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topic also affects accountability.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health agencies must be able to explain how data are used, why a tool was approved, what evidence supports the workflow, who reviews outputs,…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85800" y="5715000"/>
            <a:ext cx="10698480" cy="502920"/>
          </a:xfrm>
          <a:prstGeom prst="roundRect">
            <a:avLst>
              <a:gd name="adj" fmla="val 14545"/>
            </a:avLst>
          </a:prstGeom>
          <a:solidFill>
            <a:srgbClr val="E7F6F8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824728"/>
            <a:ext cx="1042416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Instructional focus: connect the technical idea to public health purpose, workflow risk, equity, accountability, and operational decision-making.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PMG 210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65743A"/>
          </a:solidFill>
          <a:ln w="12700">
            <a:solidFill>
              <a:srgbClr val="6574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65743A"/>
          </a:solidFill>
          <a:ln>
            <a:solidFill>
              <a:srgbClr val="65743A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PMG 210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Management Role-Based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Core Concepts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63040"/>
            <a:ext cx="10607040" cy="34747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8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requirement is a clear statement of what a system must do or how it must perform. AI requirements must cover functional…</a:t>
            </a:r>
            <a:endParaRPr lang="en-US" sz="1800" dirty="0"/>
          </a:p>
          <a:p>
            <a:r>
              <a:rPr lang="en-US" sz="18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Functional requirements describe what the tool must do, such as summarize a case report, classify a complaint, or generate a…</a:t>
            </a:r>
            <a:endParaRPr lang="en-US" sz="1800" dirty="0"/>
          </a:p>
          <a:p>
            <a:r>
              <a:rPr lang="en-US" sz="18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Procurement requirements must be testable: If a requirement cannot be evaluated during proposal review, implementation, or acceptance testing, it is…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85800" y="5257800"/>
            <a:ext cx="10607040" cy="685800"/>
          </a:xfrm>
          <a:prstGeom prst="roundRect">
            <a:avLst>
              <a:gd name="adj" fmla="val 10667"/>
            </a:avLst>
          </a:prstGeom>
          <a:solidFill>
            <a:srgbClr val="E7F6F8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367528"/>
            <a:ext cx="1033272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Facilitator note: Ask learners to translate each concept into a public health workflow example before moving to the exercise.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PMG 210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65743A"/>
          </a:solidFill>
          <a:ln w="12700">
            <a:solidFill>
              <a:srgbClr val="6574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65743A"/>
          </a:solidFill>
          <a:ln>
            <a:solidFill>
              <a:srgbClr val="65743A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PMG 210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Management Role-Based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Public Health Application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5F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Example workflow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1810512"/>
            <a:ext cx="493776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state health agency procuring an AI-supported case triage tool should require interoperability with the surveillance system, role-based…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These requirements make vendor claims testable and enforceable.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089904" y="1417320"/>
            <a:ext cx="0" cy="466344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9AA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AI-supported use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92240" y="1810512"/>
            <a:ext cx="489204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Generative AI, predictive analytics, RAG, automation, and agentic workflows all depend on the controls described in this module.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controls should be scaled to the risk of the use case.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tool that drafts internal training text may require lighter review than a tool that updates case records, prioritizes outreach, or supports…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module should be applied during readiness assessment, procurement, implementation planning, pilot testing, and post-deployment monitoring.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PMG 210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65743A"/>
          </a:solidFill>
          <a:ln w="12700">
            <a:solidFill>
              <a:srgbClr val="6574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65743A"/>
          </a:solidFill>
          <a:ln>
            <a:solidFill>
              <a:srgbClr val="65743A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PMG 210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Management Role-Based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Technical and Operational Deep Dive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10698480" cy="46634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 AI requirements begin with intended use.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agency should state the specific workflow, users, data sources, outputs, and decisions the system may support.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should also state prohibited uses.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prevents scope creep and reduces the chance that a tool will be used for decisions it was not designed or approved to support.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requirements should specify allowed data sources, minimum necessary fields, terminology standards, data quality expectations,…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vendors will use agency data to improve models, that use should be explicitly approved or prohibited.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PMG 210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65743A"/>
          </a:solidFill>
          <a:ln w="12700">
            <a:solidFill>
              <a:srgbClr val="6574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65743A"/>
          </a:solidFill>
          <a:ln>
            <a:solidFill>
              <a:srgbClr val="65743A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PMG 210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Management Role-Based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Risks, Failure Modes, and Guardrails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7315200" cy="42976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treating the topic as a technical detail rather than a public health control.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When staff do not connect technical decisions to authority, workflow, equity, privacy, security, and accountability, the agency…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Another risk is relying on vendor claims without agency-defined evidence.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Vendors may provide demonstrations, dashboards, or summary metrics that do not match the agency workflow or data environment.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guardrail is to require documentation, test results, acceptance criteria, and agency-controlled review.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412480" y="1645920"/>
            <a:ext cx="283464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49640" y="1755648"/>
            <a:ext cx="2560320" cy="2194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Guardrail pattern: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Name the risk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Define the review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Assign an owner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Monitor after launch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PMG 210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65743A"/>
          </a:solidFill>
          <a:ln w="12700">
            <a:solidFill>
              <a:srgbClr val="6574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65743A"/>
          </a:solidFill>
          <a:ln>
            <a:solidFill>
              <a:srgbClr val="65743A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PMG 210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Management Role-Based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Practical Exercise and Resources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5120640" cy="20116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a AI requirements matrix for one real or realistic public health AI workflow.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artifact should describe the use case, affected users, data sources, system dependencies, risks, guardrails, review points, and unresolved…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exercise should produce a work product that could be used in a governance meeting, procurement review, implementation planning session,…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365760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5F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Expected evidence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3977640"/>
            <a:ext cx="5120640" cy="1554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expected artifact is a completed AI requirements matrix. It should be specific to a public health workflow and should…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0" y="1417320"/>
            <a:ext cx="49377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9AA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References and resources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46520" y="1737360"/>
            <a:ext cx="4754880" cy="2834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NIST AI Risk Management Framework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ONC interoperability resources and agency procurement templates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NIST Generative AI Profile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CDC Public Health Data Strategy and Data Modernization resources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OWASP Top 10 for LLM Applications, when security or AI integrations are relevant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Agency privacy, cybersecurity, data governance, procurement, and records management…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0" y="4983480"/>
            <a:ext cx="4754880" cy="658368"/>
          </a:xfrm>
          <a:prstGeom prst="roundRect">
            <a:avLst>
              <a:gd name="adj" fmla="val 11111"/>
            </a:avLst>
          </a:prstGeom>
          <a:solidFill>
            <a:srgbClr val="E7F6F8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37960" y="5093208"/>
            <a:ext cx="448056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note: confirm applicable legal, privacy, procurement, civil rights, records, and agency requirements before implementation.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PMG 210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65743A"/>
          </a:solidFill>
          <a:ln w="12700">
            <a:solidFill>
              <a:srgbClr val="6574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65743A"/>
          </a:solidFill>
          <a:ln>
            <a:solidFill>
              <a:srgbClr val="65743A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PMG 210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Management Role-Based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Knowledge Check Preview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10515600" cy="3383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What is the best reason to address requirements writing for ai procurement and implementation before deployment?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Which practice best supports responsible implementation?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Which statement best describes a common failure mode?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What should be included in the practical artifact for this module?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When should the issue be escalated for governance or leadership review?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" y="5166360"/>
            <a:ext cx="105156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276088"/>
            <a:ext cx="1024128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learner-facing slides, hide correct answers. For facilitator notes or template ingestion, use the JSON source as the authoritative answer key.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PMG 210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PHI Solutions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PMG 210: Requirements Writing for AI Procurement and Implementation</dc:title>
  <dc:subject>Public Health AI Curriculum</dc:subject>
  <dc:creator>AI Playbook and Toolkit for Public Health Departments</dc:creator>
  <cp:lastModifiedBy>AI Playbook and Toolkit for Public Health Departments</cp:lastModifiedBy>
  <cp:revision>1</cp:revision>
  <dcterms:created xsi:type="dcterms:W3CDTF">2026-07-09T22:50:09Z</dcterms:created>
  <dcterms:modified xsi:type="dcterms:W3CDTF">2026-07-09T22:50:09Z</dcterms:modified>
</cp:coreProperties>
</file>