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300 AI Vendor Implementation Management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governance-security, technical-architecture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vendor implementation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Vendor Implementation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managing vendor delivery, configuration, testing, issue resolution, acceptance, and transition to operations.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vendor implementation management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Vendor Implementation Management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Vendor Implementation Management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vendor implementation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Vendor Implementation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 and.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governance-security,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matters because AI adoption changes how public health agencies.</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matters because AI adoption changes how public health agencies.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managing vendor delivery,.</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managing vendor delivery,.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vendor implementation management artifact for one AI-supported public health use.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vendor implementation management artifact for one AI-supported public health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vendor implementation management has been applied responsibly?</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vendor implementation management has been applied responsibly?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Vendor Implementation Management</dc:title>
  <dc:subject>AI Vendor Implementation Management learning module</dc:subject>
  <dc:creator>Paula Soper</dc:creator>
  <cp:lastModifiedBy>Paula Soper</cp:lastModifiedBy>
  <cp:revision>1</cp:revision>
  <dcterms:created xsi:type="dcterms:W3CDTF">2026-07-12T19:24:28Z</dcterms:created>
  <dcterms:modified xsi:type="dcterms:W3CDTF">2026-07-12T19:24:28Z</dcterms:modified>
</cp:coreProperties>
</file>