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300 AI for Case Investigation and Outbreak Response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operations-and-data-quality, technical-architecture, public-health-executive-leadership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7: Prioritize Use Cases - This lesson informs Play 7 by helping learners connect the lesson topic to prioritize use cases work in the AI Playbook sequence.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case investigation and outbreak response tasks that AI may support.
Distinguish between AI-supported triage, summarization, extraction, signal detection, and decision-making.
Assess data quality, timeliness, source traceability, and equity risks in AI-supported response workflows.
Define human review, escalation, and documentation expectations for AI outputs.
Create an AI-supported case investigation or outbreak response workflow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Case investigation and outbreak response are high-pressure public health workflows that depend on timely information, structured judgment, coordination, documentation, and community trust. AI may support these workflows by summarizing case records, extracting exposures, identifying missing information, prioritizing review, detecting clusters, drafting situation updates, or organizing response tasks. At the same time, errors can affect real people, public health action, and public confidence.
This module teaches epidemiologists, informaticians, and response teams how to evaluate and use AI-supported tools in case investigation and outbreak response. The focus is on support, not replacement. AI can help staff work faster and more consistently, but public health judgment, legal authority, and human accountability remain central.
Responsible use requires careful attention to data quality, source traceability, sensitivity, uncertainty, equity, escalation, and documentation. AI should help investigators see relevant information more clearly, not hide assumptions or convert uncertain signals into unsupported conclusions.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During a foodborne illness investigation, AI is used to summarize interview notes and extract possible exposures. Investigators compare the extracted exposures to original notes, review uncertain or conflicting information, and document final interpretations. The tool helps reduce manual review time, but it does not determine the outbreak source or issue public recommendations without epidemiologist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can support case investigation by reducing the burden of reviewing large volumes of information. Natural language processing and generative AI may help summarize case notes, identify missing fields, extract dates and exposures, or draft follow-up questions. These tasks are appropriate only when outputs are traceable to source material and investigators can correct errors before the information is used.
Outbreak response may involve signal detection, anomaly review, geospatial patterns, laboratory results, syndromic surveillance, community reports, and partner communications. AI can help identify patterns or organize information, but it can also generate false signals or miss subtle context. A signal should trigger epidemiologic review, not automatic public health action.
Data quality is especially important during response. Early outbreak data are often incomplete, changing, biased toward reported cases, and uneven across communities. AI tools may overstate certainty if they do not represent missingness and uncertainty clearly. Response teams should document what data are preliminary, what assumptions are being made, and what additional investigation is needed.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Equity considerations should be explicit. Some communities may be less likely to seek care, be tested, respond to interviews, speak English, have stable contact information, or appear in digital datasets. AI-supported prioritization must not systematically deprioritize people or communities because the data available about them are incomplete.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AI summaries omitting uncertainty or unsupported details.
False outbreak signals creating unnecessary response or public concern.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signals because some communities are underrepresented in data.
Automated prioritization replacing epidemiologic judgment.
Sensitive investigation information being used in unapproved tools.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source traceability for summaries and extracted information.
Use AI outputs as prompts for review, not automatic conclusions.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Document uncertainty, missing data, and preliminary status.
Apply equity review to prioritization and signal detection workflows.
Define escalation to epidemiology leadership for unusual, high-risk, or public-facing outputs.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AI-supported case investigation or outbreak response workflow review. Include the supported task, data sources, AI output, source traceability, human review point, uncertainty documentation, equity risks, escalation triggers, and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Case investigation or outbreak response workflow review
Source traceability checklist
Uncertainty and missing data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and escalation review
Monitoring indicators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Case investigation or outbreak response workflow review
Source traceability checklist
Uncertainty and missing data documentation
Equity and escalation review
Monitoring indicators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should AI outputs do in case investigation?
2. What is an outbreak signal?
3. Why is uncertainty documentation important during response?
4. Which guardrail is appropriate for AI-extracted exposures?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Case Investigation and Outbreak Response</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Case investigation and outbreak response are high-pressure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may support these workflows by summarizing case records, extracting.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the same time, errors can affect real people, public health action,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Epidemiology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case investigation and outbreak response tasks that AI may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AI-supported triage, summarization, extraction, signal.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quality, timeliness, source traceability, and equity risks 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case investigation and outbreak response tasks that AI may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AI-supported triage,.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data quality, timeliness,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human review, escalation, and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and outbreak response are high-pressure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may support these workflows by summarizing case records, extracting.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At the same time, errors can affect real people, public health action,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and outbreak response are high-pressure public health.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Case investigation and outbreak response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 may support these workflows by summarizing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teaches epidemiologists,.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During a foodborne illness investigation, AI is used to summarize interview.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Investigators compare the extracted exposures to original notes,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tool helps reduce manual review time, but it does not determine the.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During a foodborne illness investigation, AI is used to summarize interview.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During a foodborne illness investigation, AI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Investigators compare the extracted exposures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tool helps reduce manual review time, but it.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can support case investigation by reducing the burden of reviewing large.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Natural language processing and generative AI may help summarize case notes,.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tasks are appropriate only when outputs are traceable to source.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can support case investigation by reducing the burden of reviewing large.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Natural language processing and generative AI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tasks are appropriate only when outputs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Outbreak response may involve signal detection,.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considerations should be explicit.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Some communities may be less likely to seek care, be tested, respond 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prioritization must not systematically deprioritize people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considerations should be explicit.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Some communities may be less likely to seek care,.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prioritization must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summaries omitting uncertainty or unsupported details.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False outbreak signals creating unnecessary response or public concern.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Missed signals because some communities are underrepresented in data.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Automated prioritization replacing epidemiologic judgment.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Sensitive investigation information being used in unapproved tools.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signals because some communities are underrepresented in data.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source traceability for summaries and extracted information.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Use AI outputs as prompts for review, not automatic conclusions.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source traceability for summaries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AI outputs as prompts for review, not.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Document uncertainty, missing data, and preliminary status.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equity review to prioritization and signal detection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escalation to epidemiology leadership for unusual, high-risk,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uncertainty, missing data, and preliminary status.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uncertainty, missing data,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Apply equity review to prioritization and signal.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escalation to epidemiology leadership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AI-supported case investigation or outbreak response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supported task, data sources, AI output, source traceability,.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AI-supported 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AI-supported case investigation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the supported task, data sources, AI.</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or outbreak response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traceability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Uncertainty and missing data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Case investigation or outbreak response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Source traceability checklist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Uncertainty and missing data documentation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and escalation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Monitoring indicators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and escalation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Case investigation or outbreak response workflow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Source traceability checklist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Uncertainty and missing data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Case investigation or outbreak response workflow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and escalation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Monitoring indicators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should AI outputs do in case investigation?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What is an outbreak signal?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Why is uncertainty documentation important during response?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should AI outputs do in case investigation?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should AI outputs do in case investigation?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Case Investigation and Outbreak Response</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Case Investigation and Outbreak Response</dc:title>
  <dc:subject>AI for Case Investigation and Outbreak Response learning module</dc:subject>
  <dc:creator>Paula Soper</dc:creator>
  <cp:lastModifiedBy>Paula Soper</cp:lastModifiedBy>
  <cp:revision>1</cp:revision>
  <dcterms:created xsi:type="dcterms:W3CDTF">2026-07-13T03:02:46Z</dcterms:created>
  <dcterms:modified xsi:type="dcterms:W3CDTF">2026-07-13T03:02:46Z</dcterms:modified>
</cp:coreProperties>
</file>