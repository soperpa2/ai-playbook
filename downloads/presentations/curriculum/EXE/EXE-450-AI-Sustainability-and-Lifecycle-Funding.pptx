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Sustainability and Lifecycle Funding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AI sustainability must be planned before launch.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lifecycle costs and responsibilities for AI tools and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sustainability criteria for moving from pilot to operational 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sunset, pause, and retirement criteria for AI use cases.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AI lifecycle funding and sustainability plan.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Sustainability plan; lifecycle cost list; ownership map; continuation and sunset criteria; rollback or fallback plan.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exe-450-ai-sustainability-and-lifecycle-funding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AI efforts begin as pilots, innovation projects, or grant-funded experiments.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projects may succeed technically but fail operationally if there is no plan for ongoing support.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may be left with a tool that staff rely on but no budget for validation updates, vendor support, data integration…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Sustainability is also a risk-control issue.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can become unsafe when they are not maintained.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Explain why AI sustainability must be planned before launch.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lifecycle costs and responsibilities for AI tools and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Develop sustainability criteria for moving from pilot to operational use.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Define sunset, pause, and retirement criteria for AI use cases.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an AI lifecycle funding and sustainability plan.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grant funds a two-year AI pilot to help identify likely duplicate records in a public health system.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pilot improves efficiency, but the grant does not cover long-term hosting, monitoring, system upgrades, training, or validation after data…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funding ends, staff continue relying on the tool even though no one is assigned to review performance.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sustainability plan would have addressed this before launch.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sustainability requires prompt and source updates, user training, output review, and policy alignment.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sustainability requires drift monitoring, recalibration, subgroup review, and documentation.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sustainability requires continued security review, permission management, incident drills, and rollback testing.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funding should match the safeguards required by the AI type.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lifecycle planning should begin during intake and business case review.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should ask whether the use case is a short-term experiment, a time-limited emergency support tool, or a long-term operational…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category has different funding and governance needs.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time-limited tool may need clear end dates and data deletion rules.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operational tool needs sustained staffing, budget, contracts, monitoring, and training.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costs include more than licenses.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risk is pilot dependency.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may begin relying on a tool that was never funded or governed for long-term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pilot duration, scale limits, success criteria, and continuation requirements before launch.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silent degradation.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may continue operating after data, policies, user behavior, or vendor models change.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lifecycle funding and sustainability plan for one AI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costs, owners, funding sources, monitoring, update cadence, vendor management, training, fallback process, and sunset criteria.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Sustainability plan; lifecycle cost list; ownership map; continuation and sunset criteria; rollback or fallback plan.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450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450: AI Sustainability and Lifecycle Funding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