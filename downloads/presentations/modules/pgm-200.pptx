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200 Business Analysis for AI-Enabled Public Health Systems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business analysis for ai-enabled public health systems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business analysis package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Business Analysis for AI-Enabled Public Health Systems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Business analysis clarifies the problem, workflow, users, requirements, constraints, and success criteria before technology decisions are made. AI projects often fail when teams start with a tool rather than a well-defined public health need.
A user story describes what a user needs to do and why. In AI work, user stories should include human review, data requirements, documentation, and limitations. A user story should not simply say that the user wants AI; it should describe the task the AI is supporting.
Acceptance criteria are testable conditions that determine whether a requirement has been met. For AI systems, acceptance criteria should include accuracy, workflow fit, usability, security, privacy, accessibility, and human oversight.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AI to help classify community complaints. A business analyst would clarify whether the real problem is high complaint volume, inconsistent routing, delayed response, lack of category definitions, or insufficient staffing. The resulting requirements may call for classification support with human review rather than fully automated complaint resolution.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Business analysis begins with problem definition. Teams should document the public health objective, the operational pain point, the affected users, the current workflow, the decision being supported, and the consequences of error. A vague goal such as “use AI to improve efficiency” is not sufficient for implementation.
Requirements should be grounded in workflow. Analysts should define current-state and future-state processes, data inputs, outputs, decision points, exception handling, reporting needs, and approval steps. This helps prevent tools from being procured without a clear implementation pathway.
AI business analysis also requires boundary setting. Teams should define intended uses, prohibited uses, users, data permissions, human review points, and escalation triggers. These boundaries should become requirements, training expectations, and governance criteria.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business analysis package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business analysis package. It should be specific to a public health workflow and should include technical dependencies, governance questions, human review expectations, monitoring indicators, and unresolved risks.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business analysis package.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business analysis for ai-enabled public health systems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Business Analysis for AI-Enabled Public Health Systems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Business analysis translates public health needs into clear requirements,.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projects often fail when technical teams, vendors, and program staff do.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gives informaticians and program leads a disciplined approach 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Program Management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business analysis for ai-enabled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business analysis for ai-enabled public health systems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AI business analysis package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 business analysis package that can support readiness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AI business analysis package that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translates public health needs into clear requirements,.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often fail when technical teams, vendors, and program staff do.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gives informaticians and program leads a disciplined approach to.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translates public health needs into clear requirements,.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translates public health needs.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projects often fail when technical teams,.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gives informaticians and program leads.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for AI-Enabled Public Health Systems matters because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for AI-Enabled Public Health Systems matters because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for AI-Enabled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topic also affects accountability.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must be able to explain how.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clarifies the problem, workflow, users, requirements,.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often fail when teams start with a tool rather than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user story describes what a user needs to do and why.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clarifies the problem, workflow, users, requirements,.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Business analysis clarifies the problem,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 AI work, user stories should include human.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user story should not simply say that the user.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local health department may want AI to help classify community complaints.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business analyst would clarify whether the real problem is high complaint.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resulting requirements may call for classification support with human.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local health department may want AI to help classify community complaints.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business analyst would clarify whether the real.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resulting requirements may call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Business analysis begins with problem definition.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Teams should document the public health objective, the operational pain.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vague goal such as “use AI to improve efficiency” is not sufficient for.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Business analysis begins with problem definition.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Teams should document the public health objective,.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Requirements should be grounded in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Analysts should define current-state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AI business analysis package for one real or realistic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AI business analysis package for one real or realistic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business analysis package.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business analysis package.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business.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 business analysis package. It should.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 business analysis package. It should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 business.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business analysis for ai-enabled.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business analysis for ai-enabled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business.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Analysis for AI-Enabled Public Health Systems</dc:title>
  <dc:subject>Business Analysis for AI-Enabled Public Health Systems learning module</dc:subject>
  <dc:creator>Paula Soper</dc:creator>
  <cp:lastModifiedBy>Paula Soper</cp:lastModifiedBy>
  <cp:revision>1</cp:revision>
  <dcterms:created xsi:type="dcterms:W3CDTF">2026-07-14T04:35:32Z</dcterms:created>
  <dcterms:modified xsi:type="dcterms:W3CDTF">2026-07-14T04:35:32Z</dcterms:modified>
</cp:coreProperties>
</file>