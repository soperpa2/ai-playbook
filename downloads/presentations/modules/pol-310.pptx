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310 AI Policy Development and Approval Workflow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governance-security, policy, public-health-executive-leadership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policy development and approval workflow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Policy Development and Approval Workflow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creating, approving, implementing, and updating internal AI policies.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policy development and approval workflow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Policy Development and Approval Workflow artifact
Role and responsibility table
Risk and safeguard summary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Policy Development and Approval Workflow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policy development and approval workflow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Policy Development and Approval Workflow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creating, approving, implementing, and updating internal AI policies.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Policy Role-Based Track Appears in tracks: governance-security, policy, public-health-executive-leadership</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 Principles Workshop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ai policy development and approval workflow in public health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ai policy development and approval workflow in public health AI.</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Recognize equity, privacy, security, legal, operational,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practical artifact that supports readiness, governance,.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creating, approving, implementing, and updating internal AI policies.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focuses on creating, approving, implementing, and updating internal AI.</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Decision right: The authority to approve, deny, modify, pause, or escalate an AI use case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Evidence artifact: A document, log, checklist, test result, approval record, or review note.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Escalation pathway: A defined route for raising concerns to the appropriate reviewer or.</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Decision right: The authority to approve, deny, modify, pause, or escalate an AI use.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Evidence artifact: A document, log, checklist, test result,.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Accountability owner: The person or role responsible for ensuring.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Policy Development and Approval Workflow matters because AI adoption changes how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Without a structured approach, staff may rely on informal practices, vendor assurances,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operate under legal authorities, public accountability, resource.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Policy Development and Approval Workflow matters because AI adoption changes how public health.</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public health agency is preparing to use AI in a workflow related to creating, approving,.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project team initially treats the tool as a helpful efficiency aid, but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responds by creating a clear artifact that defines intended use, prohibited use,.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public health agency is preparing to use AI in a workflow related to creating,.</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project team initially treats the tool as a helpful efficiency.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responds by creating a clear artifact that defines.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identify who is affected, what data are used, what AI output is produced, who.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prevents the module from becoming abstract and anchors the work in public health practice.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identify who is affected, what data are used, what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second step is to assign responsibilities.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workflows often cross program, IT, legal, privacy,.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risks can change when data sources, models, vendors, policies, users, or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review intervals and change triggers.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failure mode is unclear ownership.</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everyone is responsible in general, no one may be responsible.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assign an accountability owner and name.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topic applies across generative AI, predictive analytics, NLP, RAG, automation,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more sensitive the data, the more consequential the output, or the more automated the.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more sensitive the data, the more consequential the output, or.</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public health decision or workflow does this topic affect?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has authority to approve or pause the 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has authority to approve or pause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show that the workflow is responsible and.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the agency know when the workflow needs to be revised?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the agency know when the workflow needs to be revised?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practical ai policy development and approval workflow artifact for one AI-supported.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define the use case, affected roles, review criteria, safeguards,.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practical ai policy development and approval workflow artifact for one AI-supported public.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policy development and approval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artifact should define the use case, affected roles,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Policy Development and Approval Workflow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Policy Development and Approval Workflow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Policy Development and Approval Workflow artifact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Role and responsibility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and safeguard summary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Escalation and monitoring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Approval or review note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Escalation and monitoring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Policy Development and Approval Workflow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Policy Development and Approval Workflow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evidence that ai policy development and approval workflow has been.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the best reason to assign an accountability owner?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AI-supported workflow be escalated for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evidence that ai policy development and approval workflow has been applied.</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policy development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and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OWASP Top 10 for Large Language Model Applications:.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health IT, interoperability, and information blocking.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policies for privacy, public records, cybersecurity, procurement, civil rights,.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Policy Development and Approval Workflow</dc:title>
  <dc:subject>AI Policy Development and Approval Workflow learning module</dc:subject>
  <dc:creator>Paula Soper</dc:creator>
  <cp:lastModifiedBy>Paula Soper</cp:lastModifiedBy>
  <cp:revision>1</cp:revision>
  <dcterms:created xsi:type="dcterms:W3CDTF">2026-07-13T02:33:45Z</dcterms:created>
  <dcterms:modified xsi:type="dcterms:W3CDTF">2026-07-13T02:33:45Z</dcterms:modified>
</cp:coreProperties>
</file>