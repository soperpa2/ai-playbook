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 EHRs,.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 encounter, including HL7.</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interoperability is a technical foundation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among HL7 v2 messages, CDA documents, FHIR resources, and APIs.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where interoperability standards appear in public health workflows.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implementation guides and terminology.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interoperability requirements and vendor questions for.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 EHRs,.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 encounter, including HL7.</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is the discipline that makes this exchange.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introduces the major standards that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matters because AI tools cannot safely use data they cannot access, parse,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public health agency may receive data from hundreds or thousands of healthcare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consistent standards, data exchange becomes a patchwork of custom interfaces, manual.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Without consistent standards, data exchange becomes a patchwork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built on top of that environment may appear sophisticated.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Standards also affect equity and efficiency.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v2.</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v2 is a widely used message-based standard in healthcare and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common in laboratory reporting, immunization messaging, admission-discharge-transfer.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v2.</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common in laboratory reporting, immunization messaging,.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HL7 v2 is mature and widely deployed, but messages can vary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API allows one system to request data or services from another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AI workflows, APIs may support retrieval, task creation, status updates, or integration.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AI workflows, APIs may support retrieval, task creation,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API access must be governed by permissions, authentication, rate.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guide.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immunization information system may receive HL7 v2 VXU messages from providers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an AI tool is used to identify vaccination gaps or generate reminder lists, it depends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failures can look like epidemiologic gaps even when the problem is actually.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an AI tool is used to identify vaccination gaps or generate.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Interoperability failures can look like epidemiologic gaps even.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health agency exploring AI-supported case summaries from.</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review starts by identifying the sending system, receiving system, exchange.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ask whether the workflow uses messages, documents, resources, files, or manual.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identify required terminology systems, such as LOINC, SNOMED CT, CVX,.</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review starts by identifying the sending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identify required terminology systems,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is a central part of interoperability.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Vague standards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Vendors may claim standards support without demonstrating required profiles, data elements,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conformance testing, test messages, implementation guide references,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Vague standards claims.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Over-reliance on structured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Structured exchange may omit context found in notes or local fields.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review, workflow validation, and documentation of known data gaps.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Over-reliance on structured data.</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structured and narrative data received through interoperable.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depend on standardized fields and terminology, so interoperability.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tools may retrieve implementation guides or agency protocols, but document governance is.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structured and narrative data received.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depend on standardized fields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tools may retrieve implementation guides or agency protocols,.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standards are used in your agency’s major data exchange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workflows still depend on manual uploads or copy-paste processes?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vendor claims would need to be tested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standards are used in your agency’s major data exchange.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workflows still depend on manual uploads or copy-paste.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terminology standards are required for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would interoperability gaps affect AI outputs or equity?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terminology standards are required for the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terminology standards are required for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would interoperability gaps affect AI outputs or equity?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interoperability review checklist for one proposed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sending and receiving systems, exchange standard, required data elements,.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at least one test scenario that would show whether the exchange supports the public.</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sending and receiving systems, exchange standard,.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at least one test scenario that would show whether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exchange diagram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exchange diagram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Test scenario and acceptance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Test scenario and acceptance criteria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Test scenario and acceptance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exchange diagram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exchange diagram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does interoperability matter for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FHIR commonly used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an implementation guide?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does interoperability matter for AI-supported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FHIR resources and implementation guides: https://hl7.org/fhir/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US Core Implementation Guide: https://build.fhir.org/ig/HL7/US-Core/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ONC USCDI resources: https://isp.healthit.gov/united-states-core-data-interoperability-uscdi</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FHIR resources and implementation guides: https://hl7.org/fhir/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implementation guides for eCR, ELR, IIS,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2026-07-13T02:33:44Z</dcterms:created>
  <dcterms:modified xsi:type="dcterms:W3CDTF">2026-07-13T02:33:44Z</dcterms:modified>
</cp:coreProperties>
</file>