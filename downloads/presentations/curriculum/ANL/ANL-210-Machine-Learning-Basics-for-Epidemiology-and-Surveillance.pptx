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Machine Learning Basics for Epidemiology and Surveillance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applied/foundational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difference between supervised, unsupervised, and semi-supervised learning in public health terms.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features, labels, training data, validation data, and test data.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when a machine learning approach may be appropriate for a public health workflow and when a simpler method may be…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common machine learning risks, including overfitting, biased labels, data leakage, and poor generalization.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 basic model performance questions in relation to epidemiologic and operational decision-making.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machine learning use case review worksheet for a real or realistic public health workflow.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Machine learning use case review worksheet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Analytics and Modeling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anl-210-machine-learning-basics-for-epidemiology-and-surveillance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210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 matters for public health AI because many proposed tools rely on classification, prediction, ranking, or pattern detection.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surveillance team may want to classify incoming reports by urgency.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epidemiology team may want to detect unusual disease patterns.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program may want to prioritize outreach based on predicted risk.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of these uses can affect who receives attention, services, investigation, or resources.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210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learning: Machine learning refers to computational methods that learn patterns from data and apply those patterns to…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Feature: A feature is an input variable used by a model, such as age group, test result, symptom count, visit date,…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Label: A label is the outcome or category the model is trained to predict or classify. Labels may come from…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Supervised learning: Supervised learning uses labeled examples to learn a relationship between inputs and an outcome. Public…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Unsupervised learning: Unsupervised learning looks for structure in data without a known label. Public health examples include…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210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health department may consider a machine learning model to classify environmental health complaints by likely urgency.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complaint text, location, facility type, prior violations, and resolution outcomes may be used as features.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label might be whether the complaint was ultimately assigned high priority by trained staff.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sounds useful, but the label may reflect staffing capacity or historical prioritization patterns rather than true urgency.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 may support generative AI, predictive analytics, NLP, anomaly detection, and agentic workflows.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generative AI systems, machine learning concepts help staff understand why outputs may be fluent but unreliable.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predictive workflows, machine learning literacy helps staff evaluate risk scores, thresholds, and subgroup performance.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agentic workflows, models may trigger actions, making validation, permissions, and human approval especially important.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210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 development typically begins with a defined prediction or classification task.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task should be specific enough to test.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“Use AI to improve surveillance” is too vague.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“Classify incoming reports into routine review, expedited review, and supervisor review based on defined criteria” is more actionable.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task allows staff to define the target label, required features, acceptance criteria, and human review process.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preparation is often the most important and time-consuming step.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210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Biased or inconsistent labels.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historical labels reflect unequal detection, inconsistent review, or limited resources, the model may reproduce those patterns.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 include label audits, expert review, subgroup analysis, and documentation of label limitations.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leakage.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leakage occurs when information that would not be available at the time of decision is used during training.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210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machine learning use case review worksheet for one public health workflow.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worksheet should describe the public health task, intended use, data sources, candidate features, proposed label, likely users, performance…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exercise should produce a governance-ready artifact.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 use case review worksheet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and label inventory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model risk and safeguard list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 and monitoring notes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Evaluation Framework: https://www.cdc.gov/evaluation/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Framework:…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AI RMF Generative AI Profile:…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Strategy:…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210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Which statement best describes supervised learning?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Why can historical labels create risk?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is overfitting?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should determine model thresholds in public health workflows?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is strong completion evidence for this module?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ANL 210: Machine Learning Basics for Epidemiology and Surveillance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