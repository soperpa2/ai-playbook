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100 Executive AI Briefing for Public Health Leaders
This module focuses on decision-focused AI briefing for health officers and senior leaders.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Public Health Executive Leadership Track
Appears in tracks: public-health-executive-leadership, governance-security
This module focuses on decision-focused AI briefing for health officers and senior leaders.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executive ai briefing for public health leaders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decision-focused AI briefing for health officers and senior leaders.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Executive AI Briefing for Public Health Leaders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decision-focused AI briefing for health officers and senior leaders.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executive ai briefing for public health leaders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Executive AI Briefing for Public Health Leaders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Executive AI Briefing for Public Health Leaders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executive ai briefing for public health leaders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Executive AI Briefing for Public Health Leaders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decision-focused AI briefing for health officers and senior leaders.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introductory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public-health-executive-leadership,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executive ai briefing for public health leaders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executive ai briefing for public health leaders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decision-focused AI briefing for health officers and senior leaders.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decision-focused AI briefing for health officers and senior leaders.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Executive AI Briefing for Public Health Leaders matters because AI adoption changes how public health.</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Executive AI Briefing for Public Health Leaders matters because AI adoption changes how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decision-focused AI briefing for.</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decision-focused AI briefing for.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executive ai briefing for public health leaders artifact for one AI-supported public.</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executive ai briefing for public health leaders artifact for one AI-supported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Executive AI Briefing for Public Health Leaders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Executive AI Briefing for Public Health Leaders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Executive AI Briefing for Public Health Leaders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Executive AI Briefing for Public Health Leaders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executive ai briefing for public health leaders has been applied.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executive ai briefing for public health leaders has been applied.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Briefing for Public Health Leaders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AI Briefing for Public Health Leaders</dc:title>
  <dc:subject>Executive AI Briefing for Public Health Leaders learning module</dc:subject>
  <dc:creator>Paula Soper</dc:creator>
  <cp:lastModifiedBy>Paula Soper</cp:lastModifiedBy>
  <cp:revision>1</cp:revision>
  <dcterms:created xsi:type="dcterms:W3CDTF">2026-07-12T19:55:21Z</dcterms:created>
  <dcterms:modified xsi:type="dcterms:W3CDTF">2026-07-12T19:55:21Z</dcterms:modified>
</cp:coreProperties>
</file>