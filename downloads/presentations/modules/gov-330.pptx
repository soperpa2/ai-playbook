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330 Data Governance for AI-Ready Public Health Data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data governance for ai-ready public health data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AI-ready data governance checklist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AI-ready data require governance before they require a model. Data governance defines ownership, stewardship, metadata, permissible use, data quality expectations, access rules, retention, lineage, and accountability. This module helps learners connect governance practices to safe AI use across surveillance, analytics, automation, public communication, and vendor-supported systems.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Data Governance for AI-Ready Public Health Data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governance is the set of decision rights, roles, policies, standards, and practices that guide how data are collected, managed, protected, shared, used, and retired. AI-ready data depend on governance because data must be understandable, authorized, high quality, and fit for use.
Data stewardship assigns responsibility for data quality, definitions, metadata, access, and appropriate use. Stewards do not necessarily own the data alone, but they help ensure that data are managed consistently and that users understand limitations.
Metadata describe the meaning, source, structure, quality, and permitted use of data. Without metadata, AI teams may misinterpret fields, misuse denominators, overlook missingness, or fail to recognize that a dataset is not appropriate for the intended use.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want to use multiple datasets to prioritize outreach for vaccination. Data governance would clarify which datasets can be linked, which fields are authoritative, which populations are underrepresented, who can approve use, how long data can be retained, and how results can be shared. Without governance, the model may appear technical while resting on unclear authority and inconsistent data definitions.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AI-ready data begin with inventory. Agencies should know what datasets exist, who stewards them, what they contain, how often they are updated, what quality issues are known, and what uses are permitted. A data catalog can make this information visible to program, analytics, informatics, and governance teams.
Governance must also address data lineage and transformation. AI outputs may depend on mapped, linked, deduplicated, geocoded, imputed, or aggregated data. Staff need to understand how those transformations were performed and whether they are appropriate for the AI use case.
Permissible use should be explicit. Public health data may be collected under specific legal authorities or agreements. AI use may be appropriate for one purpose and inappropriate for another. Governance should define approved uses, prohibited uses, review pathways, and documentation requirements.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AI-ready data governance checklist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AI-ready data governance checklist. It should be specific to a public health workflow and should include technical dependencies, governance questions, human review expectations, monitoring indicators, and unresolved risks.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AI-ready data governance checklist.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data governance for ai-ready public health data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Governance for AI-Ready Public Health Data</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AI-ready data require governance before they require a model.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Data governance defines ownership, stewardship, metadata, permissible 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helps learners connect governance practices to safe AI use.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Governance and Security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data governance for ai-ready public health data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data governance for ai-ready public health data in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practical guardrails that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AI-ready data governance checklist that can support readiness.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AI-ready data governance checklist that can support readiness.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AI-ready data governance checklist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AI-ready data require governance before they require a model.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governance defines ownership, stewardship, metadata, permissible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helps learners connect governance practices to safe AI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AI-ready data require governance before they require a model.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Data Governance for AI-Ready Public Health Data matters because AI systems.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Data Governance for AI-Ready Public Health Data matters because AI systems are.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Data governance is the set of decision rights, roles, policies, standards,.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AI-ready data depend on governance because data must be understandable,.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stewardship assigns responsibility for data quality, definitions,.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Data governance is the set of decision rights, roles, policies, standards,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Data governance is the set of decision rights,.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AI-ready data depend on governance because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stewardship assigns responsibility for data.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may want to use multiple datasets to prioritize.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governance would clarify which datasets can be linked, which fields are.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governance, the model may appear technical while resting on unclear.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may want to use multiple datasets to prioritize outreach.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Data governance would clarify which datasets can.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Without governance, the model may appear technical.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AI-ready data begin with inventory.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should know what datasets exist, who stewards them, what they.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data catalog can make this information visible to program, analytics,.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AI-ready data begin with inventory.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Agencies should know what datasets exist, who.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data catalog can make this information visible.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Governance must also address data lineage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staff do not connect technical decisions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Vendors may provide demonstrations, dashboards,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require documentation, test.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predictive analytics, RAG,.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tool that drafts internal training text may.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should be applied during readiness.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AI-ready data governance checklist for one real or realistic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AI-ready data governance checklist for one real or realistic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AI-ready data governance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AI-ready data governance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AI-ready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AI-ready data governance checklist. It.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AI-ready data governance checklist. It.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AI-ready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reason to address data governance for ai-ready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reason to address data governance for ai-ready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Governance for AI-Ready Public Health Data</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Governance for AI-Ready Public Health Data</dc:title>
  <dc:subject>Data Governance for AI-Ready Public Health Data learning module</dc:subject>
  <dc:creator>Paula Soper</dc:creator>
  <cp:lastModifiedBy>Paula Soper</cp:lastModifiedBy>
  <cp:revision>1</cp:revision>
  <dcterms:created xsi:type="dcterms:W3CDTF">2026-07-13T03:27:53Z</dcterms:created>
  <dcterms:modified xsi:type="dcterms:W3CDTF">2026-07-13T03:27:53Z</dcterms:modified>
</cp:coreProperties>
</file>