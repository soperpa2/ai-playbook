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using AI to support signal detection while preserving epidemiologic.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Epidemiology Role-Based Track Appears in tracks: epidemiology, analytics-modeling, operations-data-quality,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ai for surveillance signal review and epidemiologic judgment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using AI to support signal detection while preserving epidemiologic.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Surveillance Signal Review and Epidemiologic Judgment matters because AI adoption.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using AI to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ai for surveillance signal review and epidemiologic judgment artifact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ai for surveillance signal review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Surveillance Signal Review and Epidemiologic Judgment.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Surveillance Signal Review and Epidemiologic Judgment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ai for surveillance signal review and epidemiologic.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ai for surveillance signal.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2026-07-13T02:33:44Z</dcterms:created>
  <dcterms:modified xsi:type="dcterms:W3CDTF">2026-07-13T02:33:44Z</dcterms:modified>
</cp:coreProperties>
</file>