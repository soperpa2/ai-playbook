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B"/>
          </a:solidFill>
          <a:ln w="12700">
            <a:solidFill>
              <a:srgbClr val="F1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56032"/>
            <a:ext cx="320040" cy="6601968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60120"/>
            <a:ext cx="1463040" cy="329184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200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996696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Health Data Modernization and AI Architecture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13232" y="3017520"/>
            <a:ext cx="78638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4160520"/>
            <a:ext cx="9875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70248"/>
            <a:ext cx="9601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level: applied/foundational  •  Prepared for Codex pairing with module JSON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61996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667512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why AI readiness depends on public health data modernization, not only on access to an AI tool.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 the major components of an AI-enabled public health architecture, including source systems, data exchange, data…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the systems of record, source systems, data flows, and human decision points in a public health workflow.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 where AI could support a workflow and where human review, legal authority, epidemiologic judgment, or community context…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architectural risks that can affect AI safety, including incomplete data, unclear authority, excessive system access,…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 an AI-enabled workflow architecture map and readiness memo that can support governance review, implementation planning,…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35240" y="160020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1709928"/>
            <a:ext cx="356616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expectation: The expected artifact is an AI-enabled workflow architecture map. The evidence should also include a short readiness memo…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35240" y="374904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3858768"/>
            <a:ext cx="35661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track: Technical Architecture Track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key: arc-200-public-health-data-modernization-and-ai-architecture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200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 for Public Health AI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206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agencies often feel pressure to adopt AI tools quickly, especially when staff are overwhelmed, reporting demands are increasing, and…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tools may appear to offer immediate relief by summarizing records, drafting communications, classifying incoming reports, identifying possible…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However, AI can create new risks when it is layered on top of fragmented or poorly understood systems.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model that summarizes case reports may produce incomplete summaries if the source data are missing key fields.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triage algorithm may reinforce inequities if the underlying system receives more complete data from some providers or communities than others.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5715000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824728"/>
            <a:ext cx="104241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Instructional focus: connect the technical idea to public health purpose, workflow risk, equity, accountability, and operational decision-making.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200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Concepts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terms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data modernization: Public health data modernization is the process of improving the systems, standards, infrastructure,…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architecture: AI architecture refers to the set of systems and processes that allow an AI tool to function within a public…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system: A source system is the system where data originate or are first captured. In public health, source systems…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learners should apply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of record: A system of record is the official system or process where public health information, decisions, and actions…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lineage and audit logs: Data lineage documents where data came from, how they were changed, and where they were used. Audit logs…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200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Health Application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workflow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Consider a health department that wants to use AI to summarize incoming electronic case reports for disease investigators.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AI tool may be able to produce a concise summary of symptoms, laboratory results, diagnosis, treatment, provider information, exposure…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However, the safety of that workflow depends on the surrounding architecture.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eCR data must be received correctly, routed to the right jurisdiction, parsed into the surveillance system, associated with the correct…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AI-supported use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generative AI, architecture determines what source material the tool can access, whether it can cite sources, whether it can use sensitive…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generative AI tool used to summarize policy documents has different architectural requirements than one used to summarize case notes or draft…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more sensitive or operational the use case, the stronger the controls should be.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predictive analytics, architecture determines whether the model receives timely and consistent data, whether the prediction is displayed in…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200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and Operational Deep Dive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663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public health AI architecture usually begins with source systems.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may include electronic health records, laboratories, immunization information systems, vital records systems, syndromic surveillance…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source system has its own data quality profile, update frequency, terminology conventions, permissions, and limitations.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AI can be used safely, the agency needs to understand these characteristics.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next layer is data exchange and ingestion.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may arrive through HL7 v2 messages, CDA documents, FHIR APIs, flat files, web portals, batch uploads, or manual entry.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200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Risks, Failure Modes, and Guardrails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7315200" cy="4297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Architectural invisibility.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staff cannot explain how data move through the system, they may not recognize when an AI output is based on incomplete,…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practical guardrail is to require a workflow and data flow map before AI use is approved.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Unclear authority.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tools may produce recommendations, summaries, or classifications that look official, even when they have not been reviewed.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0" y="1645920"/>
            <a:ext cx="28346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49640" y="1755648"/>
            <a:ext cx="256032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 pattern: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Name the risk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Define the review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Assign an owner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Monitor after launch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200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Exercise and Resources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5120640" cy="2011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an AI-enabled workflow architecture map for one public health workflow.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a workflow that is real or realistic for your agency, such as case report intake, lab result triage, immunization record review,…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map should include the source systems, data exchange methods, transformation steps, system of record, AI-supported task, user interface,…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65760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evidence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512064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expected artifact is an AI-enabled workflow architecture map. The evidence should also include a short readiness memo…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strong completion artifact should be specific enough to support governance review, implementation planning, procurement,…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 and resources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1737360"/>
            <a:ext cx="4754880" cy="2834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CDC Public Health Data Strategy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CDC Data Modernization Initiative materials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AI Risk Management Framework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Generative AI Profile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ONC interoperability and health IT resources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Agency data governance, privacy, cybersecurity, and enterprise architecture documentation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200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Check Preview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515600" cy="3383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Why should AI planning begin with architecture and workflow mapping?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What is the role of a system of record in an AI-supported workflow?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Which risk is most likely when staff cannot explain how data move through a workflow?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What is an appropriate guardrail for an AI tool that can update a public health system?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What is strong completion evidence for this module?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516636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76088"/>
            <a:ext cx="102412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learner-facing slides, hide correct answers. For facilitator notes or template ingestion, use the JSON source as the authoritative answer key.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200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PHI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 200: Public Health Data Modernization and AI Architecture</dc:title>
  <dc:subject>Public Health AI Curriculum</dc:subject>
  <dc:creator>AI Playbook and Toolkit for Public Health Departments</dc:creator>
  <cp:lastModifiedBy>AI Playbook and Toolkit for Public Health Departments</cp:lastModifiedBy>
  <cp:revision>1</cp:revision>
  <dcterms:created xsi:type="dcterms:W3CDTF">2026-07-09T22:50:09Z</dcterms:created>
  <dcterms:modified xsi:type="dcterms:W3CDTF">2026-07-09T22:50:09Z</dcterms:modified>
</cp:coreProperties>
</file>