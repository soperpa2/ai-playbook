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OPS 220 Human Factors, Workflow Integration, and Usability Testing
AI tools succeed or fail inside real public health workflows. Human factors and usability testing help agencies understand how staff actually use systems, where errors may occur, how cognitive load changes, and whether AI outputs support or distort decision-making. This module teaches learners to evaluate workflow fit, interface design, alert burden, documentation burden, and human review practices before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Operations and Data Quality Track
Appears in tracks: operations-data-quality
AI tools succeed or fail inside real public health workflows. Human factors and usability testing help agencies understand how staff actually use systems, where errors may occur, how cognitive load changes, and whether AI outputs support or distort decision-making. This module teaches learners to evaluate workflow fit, interface design, alert burden, documentation burden, and human review practices before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1: Vision &amp; Guardrails - This lesson informs Play 1 by helping learners connect the lesson topic to vision &amp; guardrails work in the AI Playbook sequence.
Play 7: Prioritize Use Cases - This lesson informs Play 7 by helping learners connect the lesson topic to prioritize use cases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this tool to complete or strengthen the practical exercise for the module using fictional, de-identified, or generalized.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human factors, workflow integration, and usability testing in public health AI work.
Identify the technical, operational, privacy, security, equity, and governance issues associated with the topic.
Apply the topic to a real or realistic public health workflow, system, or implementation scenario.
Recognize common failure modes that can affect safety, accuracy, trust, workflow fit, or sustainability.
Identify practical guardrails that should be documented before implementation.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workflow usability test plan that can support readiness assessment, governance review, procurement, implementation, or monitoring.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tools succeed or fail inside real public health workflows. Human factors and usability testing help agencies understand how staff actually use systems, where errors may occur, how cognitive load changes, and whether AI outputs support or distort decision-making. This module teaches learners to evaluate workflow fit, interface design, alert burden, documentation burden, and human review practices before deployment.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Human Factors, Workflow Integration, and Usability Testing matters because AI systems are embedded in public health programs, data systems, and decision processes rather than operating in isolation. The topic affects whether AI outputs are accurate, explainable, safe, equitable, secure, and sustainable. Agencies that ignore this area may create tools that work in a demonstration but fail in actual practice.
The topic also affects accountability. Public health agencies must be able to explain how data are used, why a tool was approved, what evidence supports the workflow, who reviews outputs, and what happens when the system fails. These responsibilities become more important as AI tools move from experimentation into operational use.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Human factors is the discipline of designing systems around human abilities, limits, environments, and tasks. In AI-supported public health work, human factors help agencies ensure that AI outputs are understandable, actionable, and reviewed appropriately.
Usability testing is structured observation of how users interact with a tool or workflow. It can reveal confusion, workarounds, over-trust, alert fatigue, documentation burden, or steps that are inconsistent with actual practice. Usability testing is a safety activity, not simply a design preference.
Cognitive load refers to the mental effort required to complete a task. AI can reduce burden by summarizing information, but it can also increase burden if staff must verify unclear outputs, interpret unexplained scores, or resolve conflicting recommendations.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disease investigator may receive an AI-generated case summary in the surveillance system. If the summary hides uncertainty or makes unsupported claims look official, the investigator may over-trust it. If the summary is too long, poorly organized, or disconnected from source fields, it may not reduce burden. Usability testing would observe investigators using the summary and identify changes needed before launch.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Workflow integration begins with current-state mapping. Agencies should document how work happens today, including informal workarounds, duplicate entry, handoffs, delays, and decision points. AI should be introduced only after the team understands which step is being improved and how the change affects users.
Future-state design should define how staff will see, review, correct, accept, reject, or escalate AI outputs. The user interface should make source information available, show uncertainty when appropriate, and avoid presenting AI outputs as final decisions. Good design supports human judgment rather than bypassing it.
Usability testing should include realistic users, realistic tasks, and realistic data. Testing should evaluate not only whether users can complete a task, but also whether they understand the AI output, recognize limitations, know when to escalate, and can document their final decision.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technical detail rather than a public health control. When staff do not connect technical decisions to authority, workflow, equity, privacy, security, and accountability, the agency may adopt a tool that appears useful but cannot be sustained or defended.
Another risk is relying on vendor claims without agency-defined evidence. Vendors may provide demonstrations, dashboards, or summary metrics that do not match the agency workflow or data environment. A guardrail is to require documentation, test results, acceptance criteria, and agency-controlled review.
A third risk is failing to plan for change. Public health data, policies, systems, and emergencies change. Any technical approach must include monitoring, review, versioning, escalation, and retirement pathways so the agency can respond when assumptions no longer hold.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predictive analytics, RAG, automation, and agentic workflows all depend on the controls described in this module. The controls should be scaled to the risk of the use case. A tool that drafts internal training text may require lighter review than a tool that updates case records, prioritizes outreach, or supports public communication during an emergency.
The module should be applied during readiness assessment, procurement, implementation planning, pilot testing, and post-deployment monitoring. Learners should document how the topic affects data, systems, users, safeguards, and decision-making for the selected workflow.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one current or proposed AI workflow in your agency?
What decisions, data sources, users, or partners would be affected if this area is poorly designed?
What evidence would governance reviewers need before approving the workflow?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safeguards should be required before pilot testing?
Who owns ongoing monitoring and review?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workflow usability test plan for one real or realistic public health AI workflow. The artifact should describe the use case, affected users, data sources, system dependencies, risks, guardrails, review points, and unresolved questions.
The exercise should produce a work product that could be used in a governance meeting, procurement review, implementation planning session, pilot evaluation, or monitoring review. Learners should document assumptions and identify which staff or partners need to be consulted.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The expected artifact is a completed workflow usability test plan. It should be specific to a public health workflow and should include technical dependencies, governance questions, human review expectations, monitoring indicators, and unresolved risks.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The expected artifact is a completed workflow usability test plan. It should be specific to a public health workflow and should include technical dependencies, governance questions, human review expectations, monitoring indicators, and unresolved risks.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best reason to address human factors, workflow integration, and usability testing before deployment?
2. Which practice best supports responsible implementation?
3. Which statement best describes a common failure mode?
4. What should be included in the practical artifact for this module?
5. When should the issue be escalated for governance or leadership review?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AI Risk Management Framework: https://www.nist.gov/itl/ai-risk-management-framework
AHRQ human factors and usability resources
NIST Generative AI Profile: https://www.nist.gov/publications/artificial-intelligence-risk-management-framework-generative-artificial-intelligence
CDC Public Health Data Strategy and Data Modernization resources: https://www.cdc.gov/public-health-data-strategy/php/about/index.html
OWASP Top 10 for LLM Applications, when security or AI integrations are relevant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privacy, cybersecurity, data governance, procurement, and records management policies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OPS 220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Human Factors, Workflow Integration, and Usability Testing</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AI tools succeed or fail inside real public health workflows.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Human factors and usability testing help agencies understand how staff.</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This module teaches learners to evaluate workflow fit, interface design,.</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applied/foundational Primary track: Operations and Data Quality Track.</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11: Build and Deploy AI Solutions - This lesson informs Play 11 by.</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2: Readiness Assessment - This lesson informs Play 2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 Vision &amp; Guardrails - This lesson informs Play 1 by helping learners.</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7: Prioritize Use Cases - This lesson informs Play 7 by helping.</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the lesson</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related plays to identify decisions, participants, timing, approvals,.</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play links to</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Locate the decision point in the playbook sequence.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who should participate in the work.</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Document the review, approval, or implementation.</a:t>
            </a:r>
            <a:endParaRPr lang="en-US" sz="11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4: AI Policy Landscape Scan (Worksheet) - Use AI Policy Landscape Scan.</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5: AI Environmental and Resource Impact Review (Checklist) - Use this.</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6: Human-Centered AI Decision Rule Checklist (Checklist) - Use.</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8: AI Project Charter (Planning) - Use AI Project Charter to translate.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tools</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linked tools when your department needs a structured worksheet, template,.</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Tool selection cues</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Use a tool when no comparable local process exists.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Adapt existing department templates when they.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Save the completed artifact as evidence of the.</a:t>
            </a:r>
            <a:endParaRPr lang="en-US" sz="11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Explain the purpose of human factors, workflow integration, and usability.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Identify the technical, operational, privacy, security, equity, and.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Apply the topic to a real or realistic public health workflow, system, or.</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Explain the purpose of human factors, workflow integration, and usability.</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Explain the purpose of human factors, workflow.</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the technical, operational, privacy,.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Recognize common failure modes that can affect.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Produce a workflow usability test plan that can support readiness.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Produce a workflow usability test plan that can support readiness assessment,.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Produce a workflow usability test plan that can.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tools succeed or fail inside real public health workflows.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Human factors and usability testing help agencies understand how staff.</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This module teaches learners to evaluate workflow fit, interface design,.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tools succeed or fail inside real public health workflows.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Implementation path</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Need</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Build</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Adopt</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Implementation work should make dependencies, approvals, training, and.</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Human Factors, Workflow Integration, and Usability Testing matters because.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topic affects whether AI outputs are accurate, explainable, safe,.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Agencies that ignore this area may create tools that work in a demonstration.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Human Factors, Workflow Integration, and Usability Testing matters because AI.</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Implementation path</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Need</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Build</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Adopt</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Implementation work should make dependencies, approvals, training, and.</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Human factors is the discipline of designing systems around human abilities,.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In AI-supported public health work, human factors help agencies ensure that.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Usability testing is structured observation of how users interact with 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Human factors is the discipline of designing systems around human abilities,.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Human factors is the discipline of designing.</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In AI-supported public health work, human factors.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It can reveal confusion, workarounds, over-trust,.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disease investigator may receive an AI-generated case summary in the.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If the summary hides uncertainty or makes unsupported claims look official,.</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If the summary is too long, poorly organized, or disconnected from source.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disease investigator may receive an AI-generated case summary in the.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If the summary hides uncertainty or makes.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If the summary is too long, poorly organized, or.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Usability testing would observe investigators.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Workflow integration begins with current-state mapping.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Agencies should document how work happens today, including informal.</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 should be introduced only after the team understands which step is being.</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Workflow integration begins with current-state mapping.</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Implementation path</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Need</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Build</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Adopt</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Implementation work should make dependencies, approvals, training, and.</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common failure mode is treating the topic as a technical detail rather.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When staff do not connect technical decisions to authority, workflow,.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Another risk is relying on vendor claims without agency-defined evidence.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common failure mode is treating the topic as a technical detail rather than a.</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When staff do not connect technical decisions to.</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Vendors may provide demonstrations, dashboards, or.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guardrail is to require documentation, test.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Generative AI, predictive analytics, RAG, automation, and agentic workflows.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controls should be scaled to the risk of the use case.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tool that drafts internal training text may require lighter review than 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Generative AI, predictive analytics, RAG, automation, and agentic workflows all.</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Generative AI, predictive analytics, RAG,.</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tool that drafts internal training text may.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module should be applied during readiness.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Where does this topic appear in one current or proposed AI workflow in your.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decisions, data sources, users, or partners would be affected if this.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evidence would governance reviewers need before approving the workflow?</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Where does this topic appear in one current or proposed AI workflow in your.</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Where does this topic appear in one current or.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decisions, data sources, users, or partners.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evidence would governance reviewers need.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Which safeguards should be required before pilot testing?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Who owns ongoing monitoring and review?</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Which safeguards should be required before pilot testing?</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Which safeguards should be required before pilot.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Who owns ongoing monitoring and review?</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Create a workflow usability test plan for one real or realistic public.</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artifact should describe the use case, affected users, data sources,.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exercise should produce a work product that could be used in 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 workflow usability test plan for one real or realistic public health AI.</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The artifact should describe the use case,.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exercise should produce a work product that.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Learners should document assumptions and identify.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The expected artifact is a completed workflow usability test plan.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should be specific to a public health workflow and should include.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The expected artifact is a completed workflow usability test plan.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The expected artifact is a completed workflow.</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It should be specific to a public health workflow.</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The expected artifact is a completed workflow usability test plan. It should.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The expected artifact is a completed workflow usability test plan. It should be.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The expected artifact is a completed workflow.</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It should be specific to a public health workflow.</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1. What is the best reason to address human factors, workflow integration,.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2. Which practice best supports responsible implementation?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3. Which statement best describes a common failure mode?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is the best reason to address human factors, workflow integration, and.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is the best reason to address human factors,.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NIST AI Risk Management Framework:.</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AHRQ human factors and usability resources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NIST Generative AI Profile:.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NIST AI Risk Management Framework:.</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CDC Public Health Data Strategy and Data.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OWASP Top 10 for LLM Applications, when security.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Agency privacy, cybersecurity, data governance, procurement, and records.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Agency privacy, cybersecurity, data governance, procurement, and records.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Agency privacy, cybersecurity, data governance,.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 Factors, Workflow Integration, and Usability Testing</dc:title>
  <dc:subject>Human Factors, Workflow Integration, and Usability Testing learning module</dc:subject>
  <dc:creator>Paula Soper</dc:creator>
  <cp:lastModifiedBy>Paula Soper</cp:lastModifiedBy>
  <cp:revision>1</cp:revision>
  <dcterms:created xsi:type="dcterms:W3CDTF">2026-07-13T03:27:54Z</dcterms:created>
  <dcterms:modified xsi:type="dcterms:W3CDTF">2026-07-13T03:27:54Z</dcterms:modified>
</cp:coreProperties>
</file>