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300 MLOps and LLMOps for Public Health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mlops and llmops for public health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operations plan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MLOps and LLMOps for Public Health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MLOps refers to operational practices for managing machine learning models through their lifecycle. LLMOps applies similar practices to large language model applications, including prompts, retrieval sources, evaluation datasets, guardrails, and model versions. These practices make AI systems more reliable, auditable, and maintainable.
Model versioning is the practice of tracking which version of a model, prompt, retrieval corpus, evaluation dataset, or configuration was used. Versioning matters because public health staff may need to reconstruct why an output changed or why an incident occurred.
Drift occurs when data patterns, user behavior, or model performance change over time. In public health, drift may occur because a new lab begins reporting, a case definition changes, a provider changes coding practices, or community conditions shift. Monitoring drift helps agencies decide when retesting or retraining is needed.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an anomaly detection model to flag unusual emergency department visit patterns. The model may perform well during testing, but performance can change when chief complaint text changes, new facilities join the feed, or seasonal patterns shift. An MLOps plan would define monitoring indicators, evaluation frequency, responsible staff, retraining rules, and rollback procedures.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Operational AI management starts before deployment. Teams should define an intended use, baseline performance, evaluation datasets, release criteria, monitoring indicators, and an owner responsible for review. Without these elements, agencies may not know whether the deployed system is still behaving as approved.
LLMOps adds additional elements because generative systems depend on prompts, retrieval documents, context windows, model settings, safety filters, and human review workflows. A change in any of these components can change outputs. Agencies should track prompt templates, source document updates, model upgrades, and evaluation results.
Rollback is a critical safeguard. If a new model version, prompt, data pipeline, or retrieval index creates errors, staff need a documented way to return to the prior approved version or disable the AI function. Rollback authority should be defined before deployment.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operations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operations plan.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operations plan.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mlops and llmops for public health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Platform-specific MLOps and LLMOps documentation for approved agency tools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MLOps and LLMOps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MLOps and LLMOps are the lifecycle practices used to develop, test, deploy, monitor, update,.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need these practices because AI performance can change over time 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focuses on model registries, versioning, testing, drift monitoring, evaluation.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Operations and Data Quality Track Appears in tracks:.</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mlops and llmops for public health in public health AI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technical, operational, privacy, security, equity, and governance issues.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system, or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mlops and llmops for public health in public health AI 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technical, operational, privacy, security,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failure modes that can affect safety, accuracy,.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practical guardrails that should be documented before.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AI operations plan that can support readiness assessment,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AI operations plan that can support readiness assessment, governance review, procurement,.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operations plan that can support readiness.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MLOps and LLMOps are the lifecycle practices used to develop, test, deploy, monitor, update,.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need these practices because AI performance can change over time 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focuses on model registries, versioning, testing, drift monitoring, evaluation.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MLOps and LLMOps are the lifecycle practices used to develop, test, deploy, monitor, update, and retire.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MLOps and LLMOps are the lifecycle practices used to develop,.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need these practices because AI performance.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focuses on model registries, versioning, testing,.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MLOps and LLMOps for Public Health matters because AI systems are embedded in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topic affects whether AI outputs are accurate, explainable, safe, equitable, secure,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that ignore this area may create tools that work in a demonstration but fail in.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MLOps and LLMOps for Public Health matters because AI systems are embedded in public health programs,.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MLOps and LLMOps for Public Health matters because AI systems are.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topic also affects accountability.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must be able to explain how data are used,.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MLOps refers to operational practices for managing machine learning models through their.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LLMOps applies similar practices to large language model applications, including prompts,.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practices make AI systems more reliable, auditable, and maintainable.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MLOps refers to operational practices for managing machine learning models through their lifecycle.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LLMOps applies similar practices to large language model.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Model versioning is the practice of tracking which version of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Versioning matters because public health staff may need to.</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syndromic surveillance team may use an anomaly detection model to flag unusual emergency.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model may perform well during testing, but performance can change when chief complaint text.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MLOps plan would define monitoring indicators, evaluation frequency, responsible staff,.</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syndromic surveillance team may use an anomaly detection model to flag unusual emergency department.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syndromic surveillance team may use an anomaly detection model.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model may perform well during testing, but performance can.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 MLOps plan would define monitoring indicators, evaluation.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Operational AI management starts before deployment.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Teams should define an intended use, baseline performance, evaluation datasets, release.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these elements, agencies may not know whether the deployed system is still behaving as.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Operational AI management starts before deployment.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Teams should define an intended use, baseline performance,.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LLMOps adds additional elements because generative systems depend.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change in any of these components can change outputs.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technical detail rather than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staff do not connect technical decisions to authority, workflow, equity, privacy,.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When staff do not connect technical decisions to authority,.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Vendors may provide demonstrations, dashboards, or summary metrics.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require documentation, test results, acceptance.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predictive analytics, RAG, automation, and agentic workflows all depend on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controls should be scaled to the risk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drafts internal training text may require lighter review than a tool that updates.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that drafts internal training text may require lighter.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should be applied during readiness assessment,.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one current or proposed AI workflow in your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decisions, data sources, users, or partners would be affected if this area is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decisions, data sources, users, or partners would be affected.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reviewers need before approving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safeguards should be required before pilot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safeguards should be required before pilot testing?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owns ongoing monitoring and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AI operations plan for one real or realistic public health AI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describe the use case, affected users, data sources, system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be used in a governance meeting,.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AI operations plan for one real or realistic public health AI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artifact should describe the use case, affected users,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be used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document assumptions and identify which staff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 operations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be specific to a public health workflow and should include technical dependencies,.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 operations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operations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 operations plan. It should be specific to a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 operations plan. It should be specific to a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operations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address mlops and llmops for public health before deployment?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address mlops and llmops for public health before deployment?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mlops and llmops for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Platform-specific MLOps and LLMOps documentation for approved agency tools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Top 10 for LLM Applications, when security or AI.</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privacy, cybersecurity, data governance, procurement, and records management policies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and LLMOps for Public Health</dc:title>
  <dc:subject>MLOps and LLMOps for Public Health learning module</dc:subject>
  <dc:creator>Paula Soper</dc:creator>
  <cp:lastModifiedBy>Paula Soper</cp:lastModifiedBy>
  <cp:revision>1</cp:revision>
  <dcterms:created xsi:type="dcterms:W3CDTF">2026-07-13T02:24:10Z</dcterms:created>
  <dcterms:modified xsi:type="dcterms:W3CDTF">2026-07-13T02:24:10Z</dcterms:modified>
</cp:coreProperties>
</file>