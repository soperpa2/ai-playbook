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laboratory reporting supplies critical evidence for infectious disease.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that use laboratory data depend on the quality of test codes, result codes, units,.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laboratory data quality and terminology mapping affect.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how ELR supports public health surveillance and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LOINC, SNOMED CT, UCUM, local codes, and reportable condition mappings matter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common laboratory data quality problems that can affect AI outputs.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whether lab data are fit for a specific AI-supported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lab data quality checklist for an AI-supported.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laboratory reporting supplies critical evidence for infectious disease surveillance,.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that use laboratory data depend on the quality of test codes, result codes, units,.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laboratory data quality and terminology mapping affect.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Laboratory data are often treated as objective because they come from tests and instruments,.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laboratory result can be difficult to use if the test code is local, the result is free.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can magnify these problems by turning unclear data into confident summaries 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Electronic Laboratory Reporting is the electronic transmission of laboratory reports to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ELR can improve timeliness and completeness, but it requires interface onboarding, validation,.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Laboratory Reporting is the electronic transmission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ELR can improve timeliness and completeness, but it requires.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LOINC.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UCUM.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UCUM is a standard for units of measure.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Unit consistency is essential when interpreting quantitative results, thresholds, reference.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UCUM.</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Unit consistency is essential when interpreting quantitative.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Reportable condition mapping.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Reportable condition mapping links laboratory tests and results to.</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tool that summarizes incoming lab reports for disease investigators may need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 local test code is mapped incorrectly, the summary may imply evidence for the wrong.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units are missing, a quantitative result may be uninterpretable.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that summarizes incoming lab reports for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specimen source is omitted, the epidemiologic meaning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second example is anomaly detection using laboratory trends.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Laboratory data quality begins with required fields.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minimum, many workflows need patient identifiers, specimen collection date, test ordered,.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exact requirements depend on the use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Laboratory data quality begins with required fields.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At minimum, many workflows need patient identifiers, specimen.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tool used for summarization may need different fields than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should be reviewed as an ongoing process.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Misleading standardization.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standard code may be present but mapped incorrectly.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mapping review, test cases, and terminology stewardship.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Misleading standardization.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Missing units or specimen details.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Incomplete fields can change interpretation.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required-field checks and uncertainty flags in.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Reporting pattern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Lab reporting changes may look like disease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volume monitoring, partner change logs, and anomaly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Reporting pattern changes.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pattern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Lab reporting changes may look like disease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volume monitoring, partner change logs,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draft lab summaries, but it should preserve source values and avoid.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lab trends, but model monitoring must distinguish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may interpret free-text results, but extraction accuracy must be validated.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draft lab summaries, but it should preserve.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use lab trends, but model monitoring must.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that trigger tasks from lab results require.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laboratory data quality issues most often affect your surveillance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local codes require mapping before data can be used reliably?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Are test-result pairs consistently represented?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laboratory data quality issues most often affect your.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Are test-result pairs consistently represented?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missing fields would make AI summarization unsafe?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would staff detect a reporting change that affects AI outputs?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missing fields would make AI summarization unsafe?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missing fields would make AI summarization unsafe?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lab data quality checklist for one AI-supported surveillance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required lab fields, terminology standards, mapping requirements, missingness checks,.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lab data quality checklist for one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required lab fields, terminology standards, mapping.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Terminology mapping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Required-field 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 data quality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Required-field 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issue log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issue log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issue log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Terminology mapping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Required-field 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 data quality checklist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Required-field 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is terminology mapping important for AI-supported surveillance?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LOINC commonly used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issue can make a quantitative lab result difficult to interpret?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is terminology mapping important for AI-supported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PHIN VADS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Reportable Condition Mapping Table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APHL laboratory informatics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PHIN VADS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PHIN VADS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Reportable Condition Mapping Table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APHL laboratory informatics resources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2026-07-13T02:33:44Z</dcterms:created>
  <dcterms:modified xsi:type="dcterms:W3CDTF">2026-07-13T02:33:44Z</dcterms:modified>
</cp:coreProperties>
</file>