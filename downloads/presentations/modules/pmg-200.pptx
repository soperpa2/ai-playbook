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200 Business Analysis for AI-Enabled Public Health Systems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business analysis for ai-enabled public health systems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business analysis package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Business analysis translates public health needs into clear requirements, workflows, user stories, acceptance criteria, data needs, and implementation decisions. AI projects often fail when technical teams, vendors, and program staff do not share a precise understanding of the problem to be solved. This module gives informaticians and program leads a disciplined approach to defining AI-supported workflows before technology choices are finalized.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Business Analysis for AI-Enabled Public Health Systems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Business analysis clarifies the problem, workflow, users, requirements, constraints, and success criteria before technology decisions are made. AI projects often fail when teams start with a tool rather than a well-defined public health need.
A user story describes what a user needs to do and why. In AI work, user stories should include human review, data requirements, documentation, and limitations. A user story should not simply say that the user wants AI; it should describe the task the AI is supporting.
Acceptance criteria are testable conditions that determine whether a requirement has been met. For AI systems, acceptance criteria should include accuracy, workflow fit, usability, security, privacy, accessibility, and human oversight.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AI to help classify community complaints. A business analyst would clarify whether the real problem is high complaint volume, inconsistent routing, delayed response, lack of category definitions, or insufficient staffing. The resulting requirements may call for classification support with human review rather than fully automated complaint resolution.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Business analysis begins with problem definition. Teams should document the public health objective, the operational pain point, the affected users, the current workflow, the decision being supported, and the consequences of error. A vague goal such as “use AI to improve efficiency” is not sufficient for implementation.
Requirements should be grounded in workflow. Analysts should define current-state and future-state processes, data inputs, outputs, decision points, exception handling, reporting needs, and approval steps. This helps prevent tools from being procured without a clear implementation pathway.
AI business analysis also requires boundary setting. Teams should define intended uses, prohibited uses, users, data permissions, human review points, and escalation triggers. These boundaries should become requirements, training expectations, and governance criteria.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business analysis package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business analysis package.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business analysis package.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business analysis for ai-enabled public health systems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Business Analysis for AI-Enabled Public Health Systems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translates public health needs into clear requirements, workflows, user.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technical teams, vendors, and program staff do not share a precise.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gives informaticians and program leads a disciplined approach to defining.</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Program Management Role-Based Track Appears in tracks: operations-data-quality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business analysis for ai-enabled public health systems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technical, operational, privacy, security, equity, and governance issues.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system, or implementation.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business analysis for ai-enabled public health systems in public health AI work.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the technical, operational, privacy, security, equity,.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failure modes that can affect safety, accuracy,.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practical guardrails that should be documented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AI business analysis package that can support readiness assessment, governance.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AI business analysis package that can support readiness assessment, governance review,.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business analysis package that can support readiness.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translates public health needs into clear requirements, workflows, user.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technical teams, vendors, and program staff do not share a precise.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gives informaticians and program leads a disciplined approach to defining.</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translates public health needs into clear requirements, workflows, user stories,.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translates public health needs into clear.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projects often fail when technical teams, vendors, and program.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gives informaticians and program leads a disciplined.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for AI-Enabled Public Health Systems matters because AI systems are embedded.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topic affects whether AI outputs are accurate, explainable, safe, equitable, secure,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that ignore this area may create tools that work in a demonstration but fail in.</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for AI-Enabled Public Health Systems matters because AI systems are embedded in.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for AI-Enabled Public Health Systems matters.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topic also affects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must be able to explain how data are used,.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clarifies the problem, workflow, users, requirements, constraints,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projects often fail when teams start with a tool rather than a well-defined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user story describes what a user needs to do and why.</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clarifies the problem, workflow, users, requirements, constraints, and success.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Business analysis clarifies the problem, workflow, users,.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AI work, user stories should include human review,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user story should not simply say that the user wants AI; it.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local health department may want AI to help classify community complaints.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business analyst would clarify whether the real problem is high complaint volume,.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resulting requirements may call for classification support with human review rather than.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local health department may want AI to help classify community complaints.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business analyst would clarify whether the real problem is high.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resulting requirements may call for classification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Business analysis begins with problem definition.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Teams should document the public health objective, the operational pain point, the affected.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vague goal such as “use AI to improve efficiency” is not sufficient for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Business analysis begins with problem definition.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Teams should document the public health objective, the operational.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should be grounded in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Analysts should define current-state and future-state processes,.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technical detail rather than a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When staff do not connect technical decisions to authority, workflow, equity, privacy,.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320" dirty="0"/>
          </a:p>
        </p:txBody>
      </p:sp>
      <p:sp>
        <p:nvSpPr>
          <p:cNvPr id="13" name="Shape 11"/>
          <p:cNvSpPr/>
          <p:nvPr/>
        </p:nvSpPr>
        <p:spPr>
          <a:xfrm>
            <a:off x="7635240" y="2718511"/>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742639"/>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91863"/>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538167"/>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67351"/>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predictive analytics, RAG, automation, and agentic workflows all depend on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controls should be scaled to the risk of the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drafts internal training text may require lighter review than a tool that updates.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one current or proposed AI workflow in your agency?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decisions, data sources, users, or partners would be affected if this area is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decisions, data sources, users, or partners would be affected.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reviewers need before approving the.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safeguards should be required before pilot testing?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owns ongoing monitoring and review?</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safeguards should be required before pilot testing?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owns ongoing monitoring and review?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AI business analysis package for one real or realistic public health AI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describe the use case, affected users, data sources, system dependencies,.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be used in a governance meeting,.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AI business analysis package for one real or realistic public health AI.</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artifact should describe the use case, affected users,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be used in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document assumptions and identify which staff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business analysis package.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be specific to a public health workflow and should include technical dependencies,.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expected artifact is a completed AI business analysis package. It should be specific to 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expected artifact is a completed AI business analysis package. It should be specific to a public.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business analysis package.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be specific to a public health workflow and should.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best reason to address business analysis for ai-enabled public health systems.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describes a common failure mode?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best reason to address business analysis for ai-enabled public health systems before.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best reason to address business analysis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Business Analysis for AI-Enabled Public Health Systems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https://www.nist.gov/itl/ai-risk-management-framework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LLM Applications, when security or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Analysis for AI-Enabled Public Health Systems</dc:title>
  <dc:subject>Business Analysis for AI-Enabled Public Health Systems learning module</dc:subject>
  <dc:creator>Paula Soper</dc:creator>
  <cp:lastModifiedBy>Paula Soper</cp:lastModifiedBy>
  <cp:revision>1</cp:revision>
  <dcterms:created xsi:type="dcterms:W3CDTF">2026-07-13T02:33:45Z</dcterms:created>
  <dcterms:modified xsi:type="dcterms:W3CDTF">2026-07-13T02:33:45Z</dcterms:modified>
</cp:coreProperties>
</file>