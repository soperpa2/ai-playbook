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engineering is the practical work of defining, measuring,.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data quality is not a background concern.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directly affects whether AI outputs are accurate, equitable, timely,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major data quality dimensions relevant to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the difference between general data quality and fitness for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how missingness, timeliness, duplication, coding variation,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how missingness, timeliness, duplication,.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quality thresholds, review rules,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data quality review plan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engineering is the practical work of defining, measuring,.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AI, data quality is not a background concern.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directly affects whether AI outputs are accurate, equitable, timely,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engineering is the practical work of defining, measuring,.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systems can create a false sense of precision when they produce polished.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summary may sound authoritative even when key fields are missing.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risk score may look objective even when the data underrepresent.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systems can create a false sense of precision when they produce polished.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Completeness.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Completeness refers to whether required data fields are present.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Missing fields may affect case classification, risk prediction, subgroup.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Timeliness.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Timeliness refers to whether data are available.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Delayed data may be acceptable for retrospective.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Representativeness.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Representativeness refers to whether data reflect the population, events,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Underrepresentation can produce biased or incomplete AI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Representativeness.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Representativeness refers to whether data reflect.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drift is a change in data patterns over time.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use AI to identify cases needing rapid follow-up.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demographic fields are missing more often for some populations, the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data feed from certain clinics is delayed, the prioritization queue.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demographic fields are missing more often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data feed from certain clinics is delayed,.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data quality review can reveal these issues.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engineering begins by defining required fields and acceptable.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an AI-supported case triage workflow, required fields may include.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decide which missing fields stop automated support, which.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engineering begins by defining required fields and acceptable.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Confident output from weak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may produce polished outputs from incomplete or biased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uncertainty labeling, source review, and limits on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Confident output from weak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Fitness-for-use mismatch.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suitable for one purpose may be unsafe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use-case-specific quality.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blind spots.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Missingness and underrepresentation may affect some groups more than others.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subgroup review, community context, and documentation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blind spots.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blind spots.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Missingness and underrepresentation may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subgroup review, community.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summarize datasets or records, but the output must reflect.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depend heavily on feature quality, label quality,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may be affected by language variation, abbreviations, and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datasets or records, but the output must reflect.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RAG depends on document quality, metadata,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should be blocked from acting.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data quality problems most often affect your program area?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missing fields would make an AI output unsafe or unreliable?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populations or settings may be underrepresented in the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data quality problems most often affect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missing fields would make an AI output.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populations or settings may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would staff detect data drift?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pause or limit AI use when data quality is insufficient?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detect data drift?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would staff detect data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pause or limit AI use when.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data quality review plan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use case, required fields, quality dimensions, thresholds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data quality review plan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data quality review plan for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use case, required fields, quality.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quality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Thresholds or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quality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quality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or review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Known limitations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limitations statement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Known limitations statement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quality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Thresholds or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quality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quality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or review criteria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does fitness for use mean?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can poor data quality be dangerous in AI-supported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data drift?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does fitness for use mean?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does fitness for use mean?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surveillance and data quality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surveillance and data quality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surveillance and data quality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AI Risk Management Framework:.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2026-07-14T04:35:32Z</dcterms:created>
  <dcterms:modified xsi:type="dcterms:W3CDTF">2026-07-14T04:35:32Z</dcterms:modified>
</cp:coreProperties>
</file>