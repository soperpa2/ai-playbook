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100 Executive AI Briefing for Public Health Leaders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Public Health Executive Leadership Track
Appears in tracks: public-health-executive-leadership, governance-security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executive ai briefing for public health leaders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Executive AI Briefing for Public Health Leaders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Executive AI Briefing for Public Health Leaders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executive ai briefing for public health leaders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Briefing for Public Health Leaders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introductory</a:t>
            </a:r>
            <a:endParaRPr lang="en-US" sz="1600" dirty="0"/>
          </a:p>
          <a:p>
            <a:r>
              <a:rPr lang="en-US" sz="1600" dirty="0">
                <a:solidFill>
                  <a:srgbClr val="17364A"/>
                </a:solidFill>
                <a:latin typeface="Aptos" pitchFamily="34" charset="0"/>
                <a:ea typeface="Aptos" pitchFamily="34" charset="-122"/>
                <a:cs typeface="Aptos" pitchFamily="34" charset="-120"/>
              </a:rPr>
              <a:t>Primary track: Public Health Executive Leadership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public-health-executive-leadership,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executive ai briefing for public health leaders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decision-focused AI briefing for health officers and senior leaders.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Executive AI Briefing for Public Health Leaders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decision-focused AI briefing for health officers and senior leaders.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executive ai briefing for public health leaders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Executive AI Briefing for Public Health Leaders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Executive AI Briefing for Public Health Leaders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executive ai briefing for public health leaders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Briefing for Public Health Leaders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Briefing for Public Health Leaders</dc:title>
  <dc:subject>Executive AI Briefing for Public Health Leaders learning module</dc:subject>
  <dc:creator>Paula Soper</dc:creator>
  <cp:lastModifiedBy>Paula Soper</cp:lastModifiedBy>
  <cp:revision>1</cp:revision>
  <dcterms:created xsi:type="dcterms:W3CDTF">2026-07-12T18:22:13Z</dcterms:created>
  <dcterms:modified xsi:type="dcterms:W3CDTF">2026-07-12T18:22:13Z</dcterms:modified>
</cp:coreProperties>
</file>