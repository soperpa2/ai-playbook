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210 Requirements Writing for AI Procurement and Implementation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requirements writing for ai procurement and implementation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requirements matrix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Requirements Writing for AI Procurement and Implementation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 requirement is a clear statement of what a system must do or how it must perform. AI requirements must cover functional capabilities, nonfunctional expectations, data handling, validation, transparency, monitoring, security, accessibility, interoperability, and support.
Functional requirements describe what the tool must do, such as summarize a case report, classify a complaint, or generate a draft message. Nonfunctional requirements describe how the tool must perform, such as uptime, response time, security, auditability, explainability, and accessibility.
Procurement requirements must be testable. If a requirement cannot be evaluated during proposal review, implementation, or acceptance testing, it is unlikely to protect the agency. Requirements should avoid vague claims such as “uses responsible AI” unless they are translated into evidence, controls, and deliverables.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agency procuring an AI-supported case triage tool should require interoperability with the surveillance system, role-based access, source traceability, validation results, subgroup performance reporting, audit logs, human review controls, incident reporting, documentation, and data deletion at contract end. These requirements make vendor claims testable and enforceable.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Strong AI requirements begin with intended use. The agency should state the specific workflow, users, data sources, outputs, and decisions the system may support. It should also state prohibited uses. This prevents scope creep and reduces the chance that a tool will be used for decisions it was not designed or approved to support.
Data requirements should specify allowed data sources, minimum necessary fields, terminology standards, data quality expectations, retention, ownership, reuse limits, and deletion requirements. If vendors will use agency data to improve models, that use should be explicitly approved or prohibited.
Acceptance and monitoring requirements should specify what evidence the vendor must provide before launch and throughout operations. This may include validation reports, test cases, model cards, change logs, uptime reports, incident reports, bias assessments, security documentation, and user training materials.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requirements matrix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requirements matrix. It should be specific to a public health workflow and should include technical dependencies, governance questions, human review expectations, monitoring indicators, and unresolved risks.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requirements matrix.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requirements writing for ai procurement and implementation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ONC interoperability resources and agency procurement templates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Requirements Writing for AI Procurement and Implementation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procurement requires stronger requirements than ordinary software purchasing because.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to write requirements that can be evaluated, tested,.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applied/foundational Primary track: Program Management Role-Based Track Appears in tracks: operations-data-quality</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 tool to complete or.</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requirements writing for ai procurement and implementation in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technical, operational, privacy, security, equity, and governance issues.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system, or implementation.</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requirements writing for ai procurement and implementation in public health AI.</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requirements writing for ai procurement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the technical, operational, privacy, security, equity,.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Recognize common failure modes that can affect safety, accuracy,.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Produce a AI requirements matrix that can support readiness assessment, governance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Produce a AI requirements matrix that can support readiness assessment, governance review, procurement,.</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 requirements matrix that can support readiness.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procurement requires stronger requirements than ordinary software purchasing because.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to write requirements that can be evaluated, tested,.</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Requirements Writing for AI Procurement and Implementation matters because AI systems are.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topic affects whether AI outputs are accurate, explainable, safe, equitable, secure,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Agencies that ignore this area may create tools that work in a demonstration but fail in.</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Requirements Writing for AI Procurement and Implementation matters because AI systems are embedded in.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requirement is a clear statement of what a system must do or how it must perform.</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requirements must cover functional capabilities, nonfunctional expectations, data handling,.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Functional requirements describe what the tool must do, such as summarize a case report,.</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requirement is a clear statement of what a system must do or how it must perform.</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requirements must cover functional capabilities, nonfunctional.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Functional requirements describe what the tool must do, such as.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Nonfunctional requirements describe how the tool must perform,.</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state health agency procuring an AI-supported case triage tool should require.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These requirements make vendor claims testable and enforceable.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state health agency procuring an AI-supported case triage tool should require interoperability with.</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state health agency procuring an AI-supported case triage tool.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These requirements make vendor claims testable and enforceable.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Strong AI requirements begin with intended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should state the specific workflow, users, data sources, outputs, and decisions the.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should also state prohibited uses.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Strong AI requirements begin with intended use.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agency should state the specific workflow, users, data.</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This prevents scope creep and reduces the chance that a tool will.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Data requirements should specify allowed data sources, minimum.</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technical detail rather than a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When staff do not connect technical decisions to authority, workflow, equity, privacy,.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320" dirty="0"/>
          </a:p>
        </p:txBody>
      </p:sp>
      <p:sp>
        <p:nvSpPr>
          <p:cNvPr id="13" name="Shape 11"/>
          <p:cNvSpPr/>
          <p:nvPr/>
        </p:nvSpPr>
        <p:spPr>
          <a:xfrm>
            <a:off x="7635240" y="2718511"/>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staff do not connect technical decisions to authority,.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Vendors may provide demonstrations, dashboards, or summary metrics.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require documentation, test results, acceptance.</a:t>
            </a:r>
            <a:endParaRPr lang="en-US" sz="1220" dirty="0"/>
          </a:p>
        </p:txBody>
      </p:sp>
      <p:sp>
        <p:nvSpPr>
          <p:cNvPr id="16" name="Shape 14"/>
          <p:cNvSpPr/>
          <p:nvPr/>
        </p:nvSpPr>
        <p:spPr>
          <a:xfrm>
            <a:off x="7635240" y="4391863"/>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538167"/>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67351"/>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Generative AI, predictive analytics, RAG, automation, and agentic workflows all depend on the.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controls should be scaled to the risk of the use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tool that drafts internal training text may require lighter review than a tool that updates.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tool that drafts internal training text may require lighter.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module should be applied during readiness assessment,.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Where does this topic appear in one current or proposed AI workflow in your agency?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decisions, data sources, users, or partners would be affected if this area is poorly.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decisions, data sources, users, or partners would be affected.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governance reviewers need before approving the.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safeguards should be required before pilot testing?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owns ongoing monitoring and review?</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safeguards should be required before pilot testing?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owns ongoing monitoring and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AI requirements matrix for one real or realistic public health AI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describe the use case, affected users, data sources, system dependencies,.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exercise should produce a work product that could be used in a governance meeting,.</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AI requirements matrix for one real or realistic public health AI workflow.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artifact should describe the use case, affected users, data.</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exercise should produce a work product that could be used in a.</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Learners should document assumptions and identify which staff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expected artifact is a completed AI requirements matrix.</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should be specific to a public health workflow and should include technical dependencies,.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expected artifact is a completed AI requirements matrix.</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requirements matrix.</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should be specific to a public health workflow and should.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expected artifact is a completed AI requirements matrix. It should be specific to a public.</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expected artifact is a completed AI requirements matrix. It should be specific to a public health.</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requirements matrix.</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should be specific to a public health workflow and should.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best reason to address requirements writing for ai procurement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Which practice best supports responsible implementation?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Which statement best describes a common failure mode?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best reason to address requirements writing for ai procurement and implementation before.</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requirements writing for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AI Risk Management Framework: https://www.nist.gov/itl/ai-risk-management-framework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ONC interoperability resources and agency procurement templates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Generative AI Profile:.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OWASP Top 10 for LLM Applications, when security or AI.</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privacy, cybersecurity, data governance, procurement, and records management policies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privacy, cybersecurity, data governance, procurement, and records management.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Writing for AI Procurement and Implementation</dc:title>
  <dc:subject>Requirements Writing for AI Procurement and Implementation learning module</dc:subject>
  <dc:creator>Paula Soper</dc:creator>
  <cp:lastModifiedBy>Paula Soper</cp:lastModifiedBy>
  <cp:revision>1</cp:revision>
  <dcterms:created xsi:type="dcterms:W3CDTF">2026-07-13T02:33:45Z</dcterms:created>
  <dcterms:modified xsi:type="dcterms:W3CDTF">2026-07-13T02:33:45Z</dcterms:modified>
</cp:coreProperties>
</file>