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450" dirty="0"/>
          </a:p>
          <a:p>
            <a:r>
              <a:rPr lang="en-US" sz="1450" dirty="0">
                <a:solidFill>
                  <a:srgbClr val="17364A"/>
                </a:solidFill>
                <a:latin typeface="Aptos" pitchFamily="34" charset="0"/>
                <a:ea typeface="Aptos" pitchFamily="34" charset="-122"/>
                <a:cs typeface="Aptos" pitchFamily="34" charset="-120"/>
              </a:rPr>
              <a:t>Explain why LOINC, SNOMED CT, UCUM, local codes, and reportable condition mappings matter for AI.</a:t>
            </a:r>
            <a:endParaRPr lang="en-US" sz="1450" dirty="0"/>
          </a:p>
          <a:p>
            <a:r>
              <a:rPr lang="en-US" sz="1450" dirty="0">
                <a:solidFill>
                  <a:srgbClr val="17364A"/>
                </a:solidFill>
                <a:latin typeface="Aptos" pitchFamily="34" charset="0"/>
                <a:ea typeface="Aptos" pitchFamily="34" charset="-122"/>
                <a:cs typeface="Aptos" pitchFamily="34" charset="-120"/>
              </a:rPr>
              <a:t>Identify common laboratory data quality problems that can affect AI outputs.</a:t>
            </a:r>
            <a:endParaRPr lang="en-US" sz="1450" dirty="0"/>
          </a:p>
          <a:p>
            <a:r>
              <a:rPr lang="en-US" sz="1450" dirty="0">
                <a:solidFill>
                  <a:srgbClr val="17364A"/>
                </a:solidFill>
                <a:latin typeface="Aptos" pitchFamily="34" charset="0"/>
                <a:ea typeface="Aptos" pitchFamily="34" charset="-122"/>
                <a:cs typeface="Aptos" pitchFamily="34" charset="-120"/>
              </a:rPr>
              <a:t>Assess whether lab data are fit for a specific AI-supported use case.</a:t>
            </a:r>
            <a:endParaRPr lang="en-US" sz="1450" dirty="0"/>
          </a:p>
          <a:p>
            <a:r>
              <a:rPr lang="en-US" sz="1450" dirty="0">
                <a:solidFill>
                  <a:srgbClr val="17364A"/>
                </a:solidFill>
                <a:latin typeface="Aptos" pitchFamily="34" charset="0"/>
                <a:ea typeface="Aptos" pitchFamily="34" charset="-122"/>
                <a:cs typeface="Aptos" pitchFamily="34" charset="-120"/>
              </a:rPr>
              <a:t>Produce a lab data quality checklist for an AI-supported surveillance workflow.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Reporting pattern changes. Lab reporting changes may look like disease changes. Guardrails include volume monitoring, partner change logs, and anomaly review.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laboratory data quality issues most often affect your surveillance workflows? Which local codes require mapping before data can be used reliably? Are test-result pairs consistently represented?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missing fields would make AI summarization unsafe? How would staff detect a reporting change that affects AI outputs?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Lab data quality checklist Terminology mapping questions Required-field list</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quality issue log</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Lab data quality checklist</a:t>
            </a:r>
            <a:endParaRPr lang="en-US" sz="1450" dirty="0"/>
          </a:p>
          <a:p>
            <a:r>
              <a:rPr lang="en-US" sz="1450" dirty="0">
                <a:solidFill>
                  <a:srgbClr val="17364A"/>
                </a:solidFill>
                <a:latin typeface="Aptos" pitchFamily="34" charset="0"/>
                <a:ea typeface="Aptos" pitchFamily="34" charset="-122"/>
                <a:cs typeface="Aptos" pitchFamily="34" charset="-120"/>
              </a:rPr>
              <a:t>Terminology mapping questions</a:t>
            </a:r>
            <a:endParaRPr lang="en-US" sz="1450" dirty="0"/>
          </a:p>
          <a:p>
            <a:r>
              <a:rPr lang="en-US" sz="1450" dirty="0">
                <a:solidFill>
                  <a:srgbClr val="17364A"/>
                </a:solidFill>
                <a:latin typeface="Aptos" pitchFamily="34" charset="0"/>
                <a:ea typeface="Aptos" pitchFamily="34" charset="-122"/>
                <a:cs typeface="Aptos" pitchFamily="34" charset="-120"/>
              </a:rPr>
              <a:t>Required-field list</a:t>
            </a:r>
            <a:endParaRPr lang="en-US" sz="1450" dirty="0"/>
          </a:p>
          <a:p>
            <a:r>
              <a:rPr lang="en-US" sz="1450" dirty="0">
                <a:solidFill>
                  <a:srgbClr val="17364A"/>
                </a:solidFill>
                <a:latin typeface="Aptos" pitchFamily="34" charset="0"/>
                <a:ea typeface="Aptos" pitchFamily="34" charset="-122"/>
                <a:cs typeface="Aptos" pitchFamily="34" charset="-120"/>
              </a:rPr>
              <a:t>Data quality issue log</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450" dirty="0"/>
          </a:p>
          <a:p>
            <a:r>
              <a:rPr lang="en-US" sz="1450" dirty="0">
                <a:solidFill>
                  <a:srgbClr val="17364A"/>
                </a:solidFill>
                <a:latin typeface="Aptos" pitchFamily="34" charset="0"/>
                <a:ea typeface="Aptos" pitchFamily="34" charset="-122"/>
                <a:cs typeface="Aptos" pitchFamily="34" charset="-120"/>
              </a:rPr>
              <a:t>2. What is LOINC commonly used for?</a:t>
            </a:r>
            <a:endParaRPr lang="en-US" sz="1450" dirty="0"/>
          </a:p>
          <a:p>
            <a:r>
              <a:rPr lang="en-US" sz="1450" dirty="0">
                <a:solidFill>
                  <a:srgbClr val="17364A"/>
                </a:solidFill>
                <a:latin typeface="Aptos" pitchFamily="34" charset="0"/>
                <a:ea typeface="Aptos" pitchFamily="34" charset="-122"/>
                <a:cs typeface="Aptos" pitchFamily="34" charset="-120"/>
              </a:rPr>
              <a:t>3. Which issue can make a quantitative lab result difficult to interpret?</a:t>
            </a:r>
            <a:endParaRPr lang="en-US" sz="1450" dirty="0"/>
          </a:p>
          <a:p>
            <a:r>
              <a:rPr lang="en-US" sz="1450" dirty="0">
                <a:solidFill>
                  <a:srgbClr val="17364A"/>
                </a:solidFill>
                <a:latin typeface="Aptos" pitchFamily="34" charset="0"/>
                <a:ea typeface="Aptos" pitchFamily="34" charset="-122"/>
                <a:cs typeface="Aptos" pitchFamily="34" charset="-120"/>
              </a:rPr>
              <a:t>4. What should happen before AI is used to classify lab reports?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PHIN VADS</a:t>
            </a:r>
            <a:endParaRPr lang="en-US" sz="1450" dirty="0"/>
          </a:p>
          <a:p>
            <a:r>
              <a:rPr lang="en-US" sz="1450" dirty="0">
                <a:solidFill>
                  <a:srgbClr val="17364A"/>
                </a:solidFill>
                <a:latin typeface="Aptos" pitchFamily="34" charset="0"/>
                <a:ea typeface="Aptos" pitchFamily="34" charset="-122"/>
                <a:cs typeface="Aptos" pitchFamily="34" charset="-120"/>
              </a:rPr>
              <a:t>Reportable Condition Mapping Table resources</a:t>
            </a:r>
            <a:endParaRPr lang="en-US" sz="1450" dirty="0"/>
          </a:p>
          <a:p>
            <a:r>
              <a:rPr lang="en-US" sz="1450" dirty="0">
                <a:solidFill>
                  <a:srgbClr val="17364A"/>
                </a:solidFill>
                <a:latin typeface="Aptos" pitchFamily="34" charset="0"/>
                <a:ea typeface="Aptos" pitchFamily="34" charset="-122"/>
                <a:cs typeface="Aptos" pitchFamily="34" charset="-120"/>
              </a:rPr>
              <a:t>APHL laboratory informatics resources</a:t>
            </a:r>
            <a:endParaRPr lang="en-US" sz="1450" dirty="0"/>
          </a:p>
          <a:p>
            <a:r>
              <a:rPr lang="en-US" sz="1450" dirty="0">
                <a:solidFill>
                  <a:srgbClr val="17364A"/>
                </a:solidFill>
                <a:latin typeface="Aptos" pitchFamily="34" charset="0"/>
                <a:ea typeface="Aptos" pitchFamily="34" charset="-122"/>
                <a:cs typeface="Aptos" pitchFamily="34" charset="-120"/>
              </a:rPr>
              <a:t>Jurisdictional ELR onboarding and data quality documentation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2026-07-12T18:22:12Z</dcterms:created>
  <dcterms:modified xsi:type="dcterms:W3CDTF">2026-07-12T18:22:12Z</dcterms:modified>
</cp:coreProperties>
</file>