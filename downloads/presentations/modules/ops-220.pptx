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Human Factors, Workflow Integration, and Usability Testing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operations-data-quality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human factors, workflow integration, and usability testing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workflow usability test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Human Factors, Workflow Integration, and Usability Testing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Human factors is the discipline of designing systems around human abilities, limits, environments, and tasks. In AI-supported public health work, human factors help agencies ensure that AI outputs are understandable, actionable, and reviewed appropriately.
Usability testing is structured observation of how users interact with a tool or workflow. It can reveal confusion, workarounds, over-trust, alert fatigue, documentation burden, or steps that are inconsistent with actual practice. Usability testing is a safety activity, not simply a design preference.
Cognitive load refers to the mental effort required to complete a task. AI can reduce burden by summarizing information, but it can also increase burden if staff must verify unclear outputs, interpret unexplained scores, or resolve conflicting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disease investigator may receive an AI-generated case summary in the surveillance system. If the summary hides uncertainty or makes unsupported claims look official, the investigator may over-trust it. If the summary is too long, poorly organized, or disconnected from source fields, it may not reduce burden. Usability testing would observe investigators using the summary and identify changes needed before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integration begins with current-state mapping. Agencies should document how work happens today, including informal workarounds, duplicate entry, handoffs, delays, and decision points. AI should be introduced only after the team understands which step is being improved and how the change affects users.
Future-state design should define how staff will see, review, correct, accept, reject, or escalate AI outputs. The user interface should make source information available, show uncertainty when appropriate, and avoid presenting AI outputs as final decisions. Good design supports human judgment rather than bypassing it.
Usability testing should include realistic users, realistic tasks, and realistic data. Testing should evaluate not only whether users can complete a task, but also whether they understand the AI output, recognize limitations, know when to escalate, and can document their final decision.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workflow usability test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workflow usability test plan.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workflow usability test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human factors, workflow integration, and usability testing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AHRQ human factors and usability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Human Factors, Workflow Integration, and Usability Testing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succeed or fail inside real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factors and usability testing help agencies understand how staff actually use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evaluate workflow fit, interface design, alert burden,.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human factors, workflow integration, and usability testing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human factors, workflow integration,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workflow usability test plan that can support readiness assessment,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workflow usability test plan that can support readiness.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succeed or fail inside real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factors and usability testing help agencies understand how staff actually use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evaluate workflow fit, interface design, alert burden,.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tools succeed or fail inside real public health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factors and usability testing help agencies understand how.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to evaluate workflow fit, interface.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Factors, Workflow Integration, and Usability Testing matters because AI systems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Factors, Workflow Integration, and Usability Testing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factors is the discipline of designing systems around human abilities, limits,.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AI-supported public health work, human factors help agencies ensure that AI outputs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Usability testing is structured observation of how users interact with a tool or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factors is the discipline of designing systems around human.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AI-supported public health work, human factors help agencies.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can reveal confusion, workarounds, over-trust, alert fatigue,.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disease investigator may receive an AI-generated case summary in the surveillance system.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summary hides uncertainty or makes unsupported claims look official, the investigator.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summary is too long, poorly organized, or disconnected from source fields, it may not.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the summary hides uncertainty or makes unsupported claims look.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summary is too long, poorly organized, or disconnected from.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Usability testing would observe investigators using the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Workflow integration begins with current-state mapping.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document how work happens today, including informal workarounds, duplicate.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should be introduced only after the team understands which step is being improved and how.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Workflow integration begins with current-state mapping.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should document how work happens today, including.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should be introduced only after the team understands which step.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Future-state design should define how staff will see,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workflow usability test plan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workflow usability test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workflow usability test plan.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human factors, workflow integration, and usability.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human factors,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AHRQ human factors and usability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Factors, Workflow Integration, and Usability Testing</dc:title>
  <dc:subject>Human Factors, Workflow Integration, and Usability Testing learning module</dc:subject>
  <dc:creator>Paula Soper</dc:creator>
  <cp:lastModifiedBy>Paula Soper</cp:lastModifiedBy>
  <cp:revision>1</cp:revision>
  <dcterms:created xsi:type="dcterms:W3CDTF">2026-07-13T02:24:10Z</dcterms:created>
  <dcterms:modified xsi:type="dcterms:W3CDTF">2026-07-13T02:24:10Z</dcterms:modified>
</cp:coreProperties>
</file>