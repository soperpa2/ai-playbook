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350 Identity, Access, and Permissions for AI Workflows
Identity, access, and permissions determine who or what can use data, systems, tools, and actions in an AI-supported workflow. Public health AI workflows may involve staff users, service accounts, APIs, vendors, plugins, agents, dashboards, and systems of record. Without clear access controls, an AI tool may retrieve sensitive data, expose information to unauthorized users, or take actions beyond the approved workflow. This module teaches technical, governance, and operational staff how to think about access control for AI. It goes beyond general cybersecurity by focusing on how permissions should be designed for AI-supported tasks, especially when tools retrieve data, summarize records, generate outputs, or write back to systems. Access design should follow least privilege, role-based permissions, auditability, and separation of duties. The goal is to give users and AI services enough access to perform approved tasks while preventing unnecessary exposure, unauthorized action, and hidden data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technical-architecture, governance-and-security, operations-and-data-quality
Identity, access, and permissions determine who or what can use data, systems, tools, and actions in an AI-supported workflow. Public health AI workflows may involve staff users, service accounts, APIs, vendors, plugins, agents, dashboards, and systems of record. Without clear access controls, an AI tool may retrieve sensitive data, expose information to unauthorized users, or take actions beyond the approved workflow. This module teaches technical, governance, and operational staff how to think about access control for AI. It goes beyond general cybersecurity by focusing on how permissions should be designed for AI-supported tasks, especially when tools retrieve data, summarize records, generate outputs, or write back to systems. Access design should follow least privilege, role-based permissions, auditability, and separation of duties. The goal is to give users and AI services enough access to perform approved tasks while preventing unnecessary exposure, unauthorized action, and hidden data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difference between user identity, service identity, authentication, authorization, and permissions.
Apply least-privilege principles to AI-supported public health workflows.
Identify access risks for read-only, retrieval, summarization, and write-back AI functions.
Define audit log and approval requirements for AI tools that access sensitive systems or data.
Create an access and permissions review for an AI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Identity, access, and permissions determine who or what can use data, systems, tools, and actions in an AI-supported workflow. Public health AI workflows may involve staff users, service accounts, APIs, vendors, plugins, agents, dashboards, and systems of record. Without clear access controls, an AI tool may retrieve sensitive data, expose information to unauthorized users, or take actions beyond the approved workflow.
This module teaches technical, governance, and operational staff how to think about access control for AI. It goes beyond general cybersecurity by focusing on how permissions should be designed for AI-supported tasks, especially when tools retrieve data, summarize records, generate outputs, or write back to systems.
Access design should follow least privilege, role-based permissions, auditability, and separation of duties. The goal is to give users and AI services enough access to perform approved tasks while preventing unnecessary exposure, unauthorized action, and hidden data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AI assistant is approved to summarize case records for authorized disease investigators. The access review determines that the assistant may retrieve only records assigned to the investigator’s program, may not access unrelated program data, may not export records to unapproved systems, and may not write final case notes without human approval. Logs must show which user requested the summary, which record was accessed, and whether the output was saved or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AI workflows may involve multiple identities. A staff member may log in through single sign-on, an AI service may use a service account to retrieve data, and a vendor system may process a request through an API. Each identity should be documented and tied to specific permissions. Agencies should avoid shared accounts or overly broad service accounts because they make accountability and incident investigation difficult.
Authentication verifies who or what is using the system, but authorization defines what that identity can do. For AI workflows, authorization should be granular enough to distinguish reading data, retrieving documents, generating summaries, creating tasks, sending notifications, and updating records. Write-back permissions should receive stronger review than read-only functions because they can change official records or trigger action.
Least privilege is especially important for AI because tools may process data at scale. A human user may look at one record at a time, but an AI integration may retrieve many records quickly. Permissions should limit data by role, program, jurisdiction, purpose, and workflow where possible. Sensitive data should not be accessible simply because it is technically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Audit logs should make AI access visible. Logs should capture user identity, service identity, data accessed, action taken, time, output generated, approval status, and errors or exceptions. For agentic workflows, logs should also show tool calls, attempted actions, blocked actions, and human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Service accounts with broad access to sensitive data.
AI tools retrieving data unrelated to the approved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Write-back actions occurring without human approval.
Shared accounts preventing accountability.
Insufficient logs to investigate data access or output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Use role-based and purpose-based access controls.
Apply least privilege to users, service accounts, APIs, and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Require stronger approval for write-back, external transmission, and automated actions.
Avoid shared accounts and undocumented service identities.
Maintain detailed audit logs for AI access and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identity, access, and permissions review for one AI-supported workflow. Identify users, service accounts, systems, data accessed, read/write permissions, approval points, prohibited actions, audit log requirements, and escalation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Access and permissions review
List of user and service identities
Least-privilege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Write-back approval rules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Access and permissions review
List of user and service identities
Least-privilege recommendation
Write-back approval rules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authorization?
2. Why are service accounts important in AI workflows?
3. What does least privilege mean?
4. Which AI function generally requires stronger safeguards?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Identity, Access, and Permissions for AI Workflows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Identity, access, and permissions determine who or what can use data, systems, tools, and actions in an.</a:t>
            </a:r>
            <a:endParaRPr lang="en-US" sz="2100" dirty="0"/>
          </a:p>
          <a:p>
            <a:r>
              <a:rPr lang="en-US" sz="2100" dirty="0">
                <a:solidFill>
                  <a:srgbClr val="17364A"/>
                </a:solidFill>
                <a:latin typeface="Aptos" pitchFamily="34" charset="0"/>
                <a:ea typeface="Aptos" pitchFamily="34" charset="-122"/>
                <a:cs typeface="Aptos" pitchFamily="34" charset="-120"/>
              </a:rPr>
              <a:t>Public health AI workflows may involve staff users, service accounts, APIs, vendors, plugins, agents, dashboards,.</a:t>
            </a:r>
            <a:endParaRPr lang="en-US" sz="2100" dirty="0"/>
          </a:p>
          <a:p>
            <a:r>
              <a:rPr lang="en-US" sz="2100" dirty="0">
                <a:solidFill>
                  <a:srgbClr val="17364A"/>
                </a:solidFill>
                <a:latin typeface="Aptos" pitchFamily="34" charset="0"/>
                <a:ea typeface="Aptos" pitchFamily="34" charset="-122"/>
                <a:cs typeface="Aptos" pitchFamily="34" charset="-120"/>
              </a:rPr>
              <a:t>Without clear access controls, an AI tool may retrieve sensitive data, expose information to unauthorized users,.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 governance-and-security, operations-and-data-quality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difference between user identity, service identity, authentication, authorization, and.</a:t>
            </a:r>
            <a:endParaRPr lang="en-US" sz="2100" dirty="0"/>
          </a:p>
          <a:p>
            <a:r>
              <a:rPr lang="en-US" sz="2100" dirty="0">
                <a:solidFill>
                  <a:srgbClr val="17364A"/>
                </a:solidFill>
                <a:latin typeface="Aptos" pitchFamily="34" charset="0"/>
                <a:ea typeface="Aptos" pitchFamily="34" charset="-122"/>
                <a:cs typeface="Aptos" pitchFamily="34" charset="-120"/>
              </a:rPr>
              <a:t>Apply least-privilege principles to AI-supported public health workflows.</a:t>
            </a:r>
            <a:endParaRPr lang="en-US" sz="2100" dirty="0"/>
          </a:p>
          <a:p>
            <a:r>
              <a:rPr lang="en-US" sz="2100" dirty="0">
                <a:solidFill>
                  <a:srgbClr val="17364A"/>
                </a:solidFill>
                <a:latin typeface="Aptos" pitchFamily="34" charset="0"/>
                <a:ea typeface="Aptos" pitchFamily="34" charset="-122"/>
                <a:cs typeface="Aptos" pitchFamily="34" charset="-120"/>
              </a:rPr>
              <a:t>Identify access risks for read-only, retrieval, summarization, and write-back AI functions.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difference between user identity, service identity, authentication, authorization,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Identity, access, and permissions determine who or what can use data, systems, tools, and actions in an.</a:t>
            </a:r>
            <a:endParaRPr lang="en-US" sz="2100" dirty="0"/>
          </a:p>
          <a:p>
            <a:r>
              <a:rPr lang="en-US" sz="2100" dirty="0">
                <a:solidFill>
                  <a:srgbClr val="17364A"/>
                </a:solidFill>
                <a:latin typeface="Aptos" pitchFamily="34" charset="0"/>
                <a:ea typeface="Aptos" pitchFamily="34" charset="-122"/>
                <a:cs typeface="Aptos" pitchFamily="34" charset="-120"/>
              </a:rPr>
              <a:t>Public health AI workflows may involve staff users, service accounts, APIs, vendors, plugins, agents,.</a:t>
            </a:r>
            <a:endParaRPr lang="en-US" sz="2100" dirty="0"/>
          </a:p>
          <a:p>
            <a:r>
              <a:rPr lang="en-US" sz="2100" dirty="0">
                <a:solidFill>
                  <a:srgbClr val="17364A"/>
                </a:solidFill>
                <a:latin typeface="Aptos" pitchFamily="34" charset="0"/>
                <a:ea typeface="Aptos" pitchFamily="34" charset="-122"/>
                <a:cs typeface="Aptos" pitchFamily="34" charset="-120"/>
              </a:rPr>
              <a:t>Without clear access controls, an AI tool may retrieve sensitive data, expose information to.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Identity, access, and permissions determine who or what can use data, systems, tools, and actions in 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assistant is approved to summarize case records for authorized disease investigators.</a:t>
            </a:r>
            <a:endParaRPr lang="en-US" sz="2100" dirty="0"/>
          </a:p>
          <a:p>
            <a:r>
              <a:rPr lang="en-US" sz="2100" dirty="0">
                <a:solidFill>
                  <a:srgbClr val="17364A"/>
                </a:solidFill>
                <a:latin typeface="Aptos" pitchFamily="34" charset="0"/>
                <a:ea typeface="Aptos" pitchFamily="34" charset="-122"/>
                <a:cs typeface="Aptos" pitchFamily="34" charset="-120"/>
              </a:rPr>
              <a:t>The access review determines that the assistant may retrieve only records assigned to the.</a:t>
            </a:r>
            <a:endParaRPr lang="en-US" sz="2100" dirty="0"/>
          </a:p>
          <a:p>
            <a:r>
              <a:rPr lang="en-US" sz="2100" dirty="0">
                <a:solidFill>
                  <a:srgbClr val="17364A"/>
                </a:solidFill>
                <a:latin typeface="Aptos" pitchFamily="34" charset="0"/>
                <a:ea typeface="Aptos" pitchFamily="34" charset="-122"/>
                <a:cs typeface="Aptos" pitchFamily="34" charset="-120"/>
              </a:rPr>
              <a:t>Logs must show which user requested the summary, which record was accessed, and whether the output was.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 assistant is approved to summarize case records for authorized disease investigators.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workflows may involve multiple identities.</a:t>
            </a:r>
            <a:endParaRPr lang="en-US" sz="2100" dirty="0"/>
          </a:p>
          <a:p>
            <a:r>
              <a:rPr lang="en-US" sz="2100" dirty="0">
                <a:solidFill>
                  <a:srgbClr val="17364A"/>
                </a:solidFill>
                <a:latin typeface="Aptos" pitchFamily="34" charset="0"/>
                <a:ea typeface="Aptos" pitchFamily="34" charset="-122"/>
                <a:cs typeface="Aptos" pitchFamily="34" charset="-120"/>
              </a:rPr>
              <a:t>A staff member may log in through single sign-on, an AI service may use a service account to retrieve.</a:t>
            </a:r>
            <a:endParaRPr lang="en-US" sz="2100" dirty="0"/>
          </a:p>
          <a:p>
            <a:r>
              <a:rPr lang="en-US" sz="2100" dirty="0">
                <a:solidFill>
                  <a:srgbClr val="17364A"/>
                </a:solidFill>
                <a:latin typeface="Aptos" pitchFamily="34" charset="0"/>
                <a:ea typeface="Aptos" pitchFamily="34" charset="-122"/>
                <a:cs typeface="Aptos" pitchFamily="34" charset="-120"/>
              </a:rPr>
              <a:t>Each identity should be documented and tied to specific permissions.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workflows may involve multiple identities.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Audit logs should make AI access visible.</a:t>
            </a:r>
            <a:endParaRPr lang="en-US" sz="2100" dirty="0"/>
          </a:p>
          <a:p>
            <a:r>
              <a:rPr lang="en-US" sz="2100" dirty="0">
                <a:solidFill>
                  <a:srgbClr val="17364A"/>
                </a:solidFill>
                <a:latin typeface="Aptos" pitchFamily="34" charset="0"/>
                <a:ea typeface="Aptos" pitchFamily="34" charset="-122"/>
                <a:cs typeface="Aptos" pitchFamily="34" charset="-120"/>
              </a:rPr>
              <a:t>Logs should capture user identity, service identity, data accessed, action taken, time, output.</a:t>
            </a:r>
            <a:endParaRPr lang="en-US" sz="2100" dirty="0"/>
          </a:p>
          <a:p>
            <a:r>
              <a:rPr lang="en-US" sz="2100" dirty="0">
                <a:solidFill>
                  <a:srgbClr val="17364A"/>
                </a:solidFill>
                <a:latin typeface="Aptos" pitchFamily="34" charset="0"/>
                <a:ea typeface="Aptos" pitchFamily="34" charset="-122"/>
                <a:cs typeface="Aptos" pitchFamily="34" charset="-120"/>
              </a:rPr>
              <a:t>For agentic workflows, logs should also show tool calls, attempted actions, blocked actions, and human.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Audit logs should make AI access visible.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Service accounts with broad access to sensitive data.</a:t>
            </a:r>
            <a:endParaRPr lang="en-US" sz="2100" dirty="0"/>
          </a:p>
          <a:p>
            <a:r>
              <a:rPr lang="en-US" sz="2100" dirty="0">
                <a:solidFill>
                  <a:srgbClr val="17364A"/>
                </a:solidFill>
                <a:latin typeface="Aptos" pitchFamily="34" charset="0"/>
                <a:ea typeface="Aptos" pitchFamily="34" charset="-122"/>
                <a:cs typeface="Aptos" pitchFamily="34" charset="-120"/>
              </a:rPr>
              <a:t>AI tools retrieving data unrelated to the approved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Write-back actions occurring without human approval.</a:t>
            </a:r>
            <a:endParaRPr lang="en-US" sz="2100" dirty="0"/>
          </a:p>
          <a:p>
            <a:r>
              <a:rPr lang="en-US" sz="2100" dirty="0">
                <a:solidFill>
                  <a:srgbClr val="17364A"/>
                </a:solidFill>
                <a:latin typeface="Aptos" pitchFamily="34" charset="0"/>
                <a:ea typeface="Aptos" pitchFamily="34" charset="-122"/>
                <a:cs typeface="Aptos" pitchFamily="34" charset="-120"/>
              </a:rPr>
              <a:t>Shared accounts preventing accountability.</a:t>
            </a:r>
            <a:endParaRPr lang="en-US" sz="2100" dirty="0"/>
          </a:p>
          <a:p>
            <a:r>
              <a:rPr lang="en-US" sz="2100" dirty="0">
                <a:solidFill>
                  <a:srgbClr val="17364A"/>
                </a:solidFill>
                <a:latin typeface="Aptos" pitchFamily="34" charset="0"/>
                <a:ea typeface="Aptos" pitchFamily="34" charset="-122"/>
                <a:cs typeface="Aptos" pitchFamily="34" charset="-120"/>
              </a:rPr>
              <a:t>Insufficient logs to investigate data access or output generation.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Write-back actions occurring without human approval.</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Use role-based and purpose-based access controls.</a:t>
            </a:r>
            <a:endParaRPr lang="en-US" sz="2100" dirty="0"/>
          </a:p>
          <a:p>
            <a:r>
              <a:rPr lang="en-US" sz="2100" dirty="0">
                <a:solidFill>
                  <a:srgbClr val="17364A"/>
                </a:solidFill>
                <a:latin typeface="Aptos" pitchFamily="34" charset="0"/>
                <a:ea typeface="Aptos" pitchFamily="34" charset="-122"/>
                <a:cs typeface="Aptos" pitchFamily="34" charset="-120"/>
              </a:rPr>
              <a:t>Apply least privilege to users, service accounts, APIs, and agents.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Require stronger approval for write-back, external transmission, and automated actions.</a:t>
            </a:r>
            <a:endParaRPr lang="en-US" sz="2100" dirty="0"/>
          </a:p>
          <a:p>
            <a:r>
              <a:rPr lang="en-US" sz="2100" dirty="0">
                <a:solidFill>
                  <a:srgbClr val="17364A"/>
                </a:solidFill>
                <a:latin typeface="Aptos" pitchFamily="34" charset="0"/>
                <a:ea typeface="Aptos" pitchFamily="34" charset="-122"/>
                <a:cs typeface="Aptos" pitchFamily="34" charset="-120"/>
              </a:rPr>
              <a:t>Avoid shared accounts and undocumented service identities.</a:t>
            </a:r>
            <a:endParaRPr lang="en-US" sz="2100" dirty="0"/>
          </a:p>
          <a:p>
            <a:r>
              <a:rPr lang="en-US" sz="2100" dirty="0">
                <a:solidFill>
                  <a:srgbClr val="17364A"/>
                </a:solidFill>
                <a:latin typeface="Aptos" pitchFamily="34" charset="0"/>
                <a:ea typeface="Aptos" pitchFamily="34" charset="-122"/>
                <a:cs typeface="Aptos" pitchFamily="34" charset="-120"/>
              </a:rPr>
              <a:t>Maintain detailed audit logs for AI access and actions.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Require stronger approval for write-back, external transmission, and automated actions.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identity, access, and permissions review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Identify users, service accounts, systems, data accessed, read/write permissions, approval points,.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identity, access, and permissions review for one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Access and permissions review</a:t>
            </a:r>
            <a:endParaRPr lang="en-US" sz="2100" dirty="0"/>
          </a:p>
          <a:p>
            <a:r>
              <a:rPr lang="en-US" sz="2100" dirty="0">
                <a:solidFill>
                  <a:srgbClr val="17364A"/>
                </a:solidFill>
                <a:latin typeface="Aptos" pitchFamily="34" charset="0"/>
                <a:ea typeface="Aptos" pitchFamily="34" charset="-122"/>
                <a:cs typeface="Aptos" pitchFamily="34" charset="-120"/>
              </a:rPr>
              <a:t>List of user and service identities</a:t>
            </a:r>
            <a:endParaRPr lang="en-US" sz="2100" dirty="0"/>
          </a:p>
          <a:p>
            <a:r>
              <a:rPr lang="en-US" sz="2100" dirty="0">
                <a:solidFill>
                  <a:srgbClr val="17364A"/>
                </a:solidFill>
                <a:latin typeface="Aptos" pitchFamily="34" charset="0"/>
                <a:ea typeface="Aptos" pitchFamily="34" charset="-122"/>
                <a:cs typeface="Aptos" pitchFamily="34" charset="-120"/>
              </a:rPr>
              <a:t>Least-privilege recommendation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Access and permissions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Write-back approval rules</a:t>
            </a:r>
            <a:endParaRPr lang="en-US" sz="2100" dirty="0"/>
          </a:p>
          <a:p>
            <a:r>
              <a:rPr lang="en-US" sz="2100" dirty="0">
                <a:solidFill>
                  <a:srgbClr val="17364A"/>
                </a:solidFill>
                <a:latin typeface="Aptos" pitchFamily="34" charset="0"/>
                <a:ea typeface="Aptos" pitchFamily="34" charset="-122"/>
                <a:cs typeface="Aptos" pitchFamily="34" charset="-120"/>
              </a:rPr>
              <a:t>Audit log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Write-back approval rules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Access and permissions review</a:t>
            </a:r>
            <a:endParaRPr lang="en-US" sz="2100" dirty="0"/>
          </a:p>
          <a:p>
            <a:r>
              <a:rPr lang="en-US" sz="2100" dirty="0">
                <a:solidFill>
                  <a:srgbClr val="17364A"/>
                </a:solidFill>
                <a:latin typeface="Aptos" pitchFamily="34" charset="0"/>
                <a:ea typeface="Aptos" pitchFamily="34" charset="-122"/>
                <a:cs typeface="Aptos" pitchFamily="34" charset="-120"/>
              </a:rPr>
              <a:t>List of user and service identities</a:t>
            </a:r>
            <a:endParaRPr lang="en-US" sz="2100" dirty="0"/>
          </a:p>
          <a:p>
            <a:r>
              <a:rPr lang="en-US" sz="2100" dirty="0">
                <a:solidFill>
                  <a:srgbClr val="17364A"/>
                </a:solidFill>
                <a:latin typeface="Aptos" pitchFamily="34" charset="0"/>
                <a:ea typeface="Aptos" pitchFamily="34" charset="-122"/>
                <a:cs typeface="Aptos" pitchFamily="34" charset="-120"/>
              </a:rPr>
              <a:t>Least-privilege recommendation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Access and permissions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authorization?</a:t>
            </a:r>
            <a:endParaRPr lang="en-US" sz="2100" dirty="0"/>
          </a:p>
          <a:p>
            <a:r>
              <a:rPr lang="en-US" sz="2100" dirty="0">
                <a:solidFill>
                  <a:srgbClr val="17364A"/>
                </a:solidFill>
                <a:latin typeface="Aptos" pitchFamily="34" charset="0"/>
                <a:ea typeface="Aptos" pitchFamily="34" charset="-122"/>
                <a:cs typeface="Aptos" pitchFamily="34" charset="-120"/>
              </a:rPr>
              <a:t>2. Why are service accounts important in AI workflows?</a:t>
            </a:r>
            <a:endParaRPr lang="en-US" sz="2100" dirty="0"/>
          </a:p>
          <a:p>
            <a:r>
              <a:rPr lang="en-US" sz="2100" dirty="0">
                <a:solidFill>
                  <a:srgbClr val="17364A"/>
                </a:solidFill>
                <a:latin typeface="Aptos" pitchFamily="34" charset="0"/>
                <a:ea typeface="Aptos" pitchFamily="34" charset="-122"/>
                <a:cs typeface="Aptos" pitchFamily="34" charset="-120"/>
              </a:rPr>
              <a:t>3. What does least privilege mean?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authorization?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Identity, Access, and Permissions for AI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Identity, Access, and Permissions for AI Workflows</dc:title>
  <dc:subject>Identity, Access, and Permissions for AI Workflows learning module</dc:subject>
  <dc:creator>Paula Soper</dc:creator>
  <cp:lastModifiedBy>Paula Soper</cp:lastModifiedBy>
  <cp:revision>1</cp:revision>
  <dcterms:created xsi:type="dcterms:W3CDTF">2026-07-12T20:16:00Z</dcterms:created>
  <dcterms:modified xsi:type="dcterms:W3CDTF">2026-07-12T20:16:00Z</dcterms:modified>
</cp:coreProperties>
</file>