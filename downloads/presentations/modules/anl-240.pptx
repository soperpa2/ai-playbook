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analysis examines data collected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time patterns are central to surveillance,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identify unusual increases,.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time-series analysis and anomaly detection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baselines, seasonality, trends, reporting delays, and thresholds.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statistical signals from confirmed outbreaks or public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risks from alert fatigue, data artifacts,.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guardrails for AI-supported surveillance.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anomaly detection review plan for one public health data stream.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anomaly detection review plan for one.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analysis examines data collected over time.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time patterns are central to surveillance,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anomaly detection can help identify unusual increases,.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analysis examines data collected over time.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public health, time patterns are central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anomaly detection can help identify.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explains how time-series and anomaly.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methods matter because public health surveillance is often about.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single count may be difficult to interpret without knowing whether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anomaly detection can help staff review large volumes of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methods matter because public health surveillance is often about.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single count may be difficult to interpret.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anomaly detection can help staff.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However, public health time-series data are shaped.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anomaly detection to monitor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system may flag a county when visits exceed the expected range for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alert could prompt review of age groups, facilities, diagnosis text, lab.</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anomaly detection to monitor emergency.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syndromic surveillance team may use anomaly.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alert could prompt review of age groups,.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alert is valuable only if it enters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Baseline selection is one of the most important technical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baseline may use several prior weeks, several prior years, a regression.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baseline should match the public health question.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baseline may use several prior weeks, several.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short baseline may adapt quickly but miss.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long baseline may capture seasonality but fail.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methods vary in complexity.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Simple methods may compare counts to moving averages or standard deviations.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More advanced methods may use regression, Bayesian approaches, control.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methods vary in complexity.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More advanced methods may use regression, Bayesian.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More complex methods are not automatically better.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practice, interpretability,.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Reporting artifacts.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Feed failures, delayed batches, or coding changes can trigger false alerts.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data quality checks, feed monitoring, and partner change.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Reporting artifacts.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Missed emerging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Overly conservative thresholds may miss early signals.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multiple indicators, sensitivity review,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emerging events.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and anomaly detection methods can support predictive dashboards,.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summarize signal review, but it should include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may route alerts or create tasks, but those actions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and anomaly detection methods can support predictive dashboards,.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time-series data stream would benefit from automated signal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baseline is appropriate for the condition, data source, and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reporting artifacts could create false signals?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time-series data stream would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baseline is appropriate for the condition,.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reporting artifacts could create false.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threshold balances early detection and alert fatigue?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staff document review, decisions, and lessons learned?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threshold balances early detection and alert fatigue?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threshold balances early detection and alert.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staff document review, decisions,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anomaly detection review plan for one public health data stream.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monitored indicator, data source, update frequency, baseline.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identify how staff will distinguish statistical anomalies.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monitored indicator, data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identify how staff will.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Baseline and threshold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Alert review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Anomaly detection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Baseline and threshold rationale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Alert review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Signal documentation template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Signal documentation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Signal documentation template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Baseline and threshold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Alert review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Anomaly detection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Baseline and threshold rationale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Alert review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an anomaly in a public health time series?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does seasonality matter?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a common risk of too many low-value alerts?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an anomaly in a public health time series?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an anomaly in a public health time series?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National Syndromic Surveillance Program: https://www.cdc.gov/nssp/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National Syndromic Surveillance Program: https://www.cdc.gov/nssp/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2026-07-13T03:02:45Z</dcterms:created>
  <dcterms:modified xsi:type="dcterms:W3CDTF">2026-07-13T03:02:45Z</dcterms:modified>
</cp:coreProperties>
</file>