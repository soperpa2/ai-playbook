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831b12f6514e70" /><Relationship Type="http://schemas.openxmlformats.org/officeDocument/2006/relationships/extended-properties" Target="/docProps/app.xml" Id="Ra2866ad6d6e745b6" /><Relationship Type="http://schemas.openxmlformats.org/officeDocument/2006/relationships/officeDocument" Target="/ppt/presentation.xml" Id="Raaf13ca8c1774b58" /></Relationships>
</file>

<file path=ppt/presentation.xml><?xml version="1.0" encoding="utf-8"?>
<p:presentation xmlns:p="http://schemas.openxmlformats.org/presentationml/2006/main">
  <p:sldMasterIdLst>
    <p:sldMasterId xmlns:r="http://schemas.openxmlformats.org/officeDocument/2006/relationships" id="2147483648" r:id="R139f4590d90f4d2b"/>
  </p:sldMasterIdLst>
  <p:notesMasterIdLst>
    <p:notesMasterId xmlns:r="http://schemas.openxmlformats.org/officeDocument/2006/relationships" r:id="R9e9cd3044a0841df"/>
  </p:notesMasterIdLst>
  <p:sldIdLst>
    <p:sldId xmlns:r="http://schemas.openxmlformats.org/officeDocument/2006/relationships" id="256" r:id="Re0a7bbbbb2654e21"/>
    <p:sldId xmlns:r="http://schemas.openxmlformats.org/officeDocument/2006/relationships" id="257" r:id="R341b0af8cd5a4eb5"/>
    <p:sldId xmlns:r="http://schemas.openxmlformats.org/officeDocument/2006/relationships" id="258" r:id="R57b366a5f0cd4bb0"/>
    <p:sldId xmlns:r="http://schemas.openxmlformats.org/officeDocument/2006/relationships" id="259" r:id="R691854c0aacd4a98"/>
    <p:sldId xmlns:r="http://schemas.openxmlformats.org/officeDocument/2006/relationships" id="260" r:id="R0baf9344c2664825"/>
    <p:sldId xmlns:r="http://schemas.openxmlformats.org/officeDocument/2006/relationships" id="261" r:id="R0b9be399f0764a42"/>
    <p:sldId xmlns:r="http://schemas.openxmlformats.org/officeDocument/2006/relationships" id="262" r:id="R9b85c67980d546f2"/>
    <p:sldId xmlns:r="http://schemas.openxmlformats.org/officeDocument/2006/relationships" id="263" r:id="R454a5fa60df1434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2752175d70495b" /><Relationship Type="http://schemas.openxmlformats.org/officeDocument/2006/relationships/slideMaster" Target="/ppt/slideMasters/slideMaster1.xml" Id="R139f4590d90f4d2b" /><Relationship Type="http://schemas.openxmlformats.org/officeDocument/2006/relationships/notesMaster" Target="/ppt/notesMasters/notesMaster1.xml" Id="R9e9cd3044a0841df" /><Relationship Type="http://schemas.openxmlformats.org/officeDocument/2006/relationships/presProps" Target="/ppt/presProps.xml" Id="Ref56215899ef4abc" /><Relationship Type="http://schemas.openxmlformats.org/officeDocument/2006/relationships/tableStyles" Target="/ppt/tableStyles.xml" Id="Re1f05b96c4374362" /><Relationship Type="http://schemas.openxmlformats.org/officeDocument/2006/relationships/slide" Target="/ppt/slides/slide1.xml" Id="Re0a7bbbbb2654e21" /><Relationship Type="http://schemas.openxmlformats.org/officeDocument/2006/relationships/slide" Target="/ppt/slides/slide2.xml" Id="R341b0af8cd5a4eb5" /><Relationship Type="http://schemas.openxmlformats.org/officeDocument/2006/relationships/slide" Target="/ppt/slides/slide3.xml" Id="R57b366a5f0cd4bb0" /><Relationship Type="http://schemas.openxmlformats.org/officeDocument/2006/relationships/slide" Target="/ppt/slides/slide4.xml" Id="R691854c0aacd4a98" /><Relationship Type="http://schemas.openxmlformats.org/officeDocument/2006/relationships/slide" Target="/ppt/slides/slide5.xml" Id="R0baf9344c2664825" /><Relationship Type="http://schemas.openxmlformats.org/officeDocument/2006/relationships/slide" Target="/ppt/slides/slide6.xml" Id="R0b9be399f0764a42" /><Relationship Type="http://schemas.openxmlformats.org/officeDocument/2006/relationships/slide" Target="/ppt/slides/slide7.xml" Id="R9b85c67980d546f2" /><Relationship Type="http://schemas.openxmlformats.org/officeDocument/2006/relationships/slide" Target="/ppt/slides/slide8.xml" Id="R454a5fa60df143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85de9b712946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f9325e28df49b3" /><Relationship Type="http://schemas.openxmlformats.org/officeDocument/2006/relationships/notesMaster" Target="/ppt/notesMasters/notesMaster1.xml" Id="Rb5d5c05f5aa343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dcddf76f654b16" /><Relationship Type="http://schemas.openxmlformats.org/officeDocument/2006/relationships/notesMaster" Target="/ppt/notesMasters/notesMaster1.xml" Id="R59545d3a278442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77ebd971584ccf" /><Relationship Type="http://schemas.openxmlformats.org/officeDocument/2006/relationships/notesMaster" Target="/ppt/notesMasters/notesMaster1.xml" Id="Reb363cc3781e45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591a30fb1b4543" /><Relationship Type="http://schemas.openxmlformats.org/officeDocument/2006/relationships/notesMaster" Target="/ppt/notesMasters/notesMaster1.xml" Id="R5a39a75dc74941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4d4a5bd2e74040" /><Relationship Type="http://schemas.openxmlformats.org/officeDocument/2006/relationships/notesMaster" Target="/ppt/notesMasters/notesMaster1.xml" Id="R9f40c829ac6545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968cd400864141" /><Relationship Type="http://schemas.openxmlformats.org/officeDocument/2006/relationships/notesMaster" Target="/ppt/notesMasters/notesMaster1.xml" Id="R09e8624cb4dd49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21e4b601c345d6" /><Relationship Type="http://schemas.openxmlformats.org/officeDocument/2006/relationships/notesMaster" Target="/ppt/notesMasters/notesMaster1.xml" Id="Rc70ee569487243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033b4dc30749a5" /><Relationship Type="http://schemas.openxmlformats.org/officeDocument/2006/relationships/notesMaster" Target="/ppt/notesMasters/notesMaster1.xml" Id="R3b167cb381ac4d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The AI Bridge Professional Role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The bridge professional translates across public health programs, IT, legal/privacy, procurement, vendors, leadership, data teams, and community partners.</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The AI Bridge Professional Role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5, 6, 9, 11 and Tools 27, 23, 31.</a:t>
            </a:r>
          </a:p>
          <a:p xmlns:a="http://schemas.openxmlformats.org/drawingml/2006/main">
            <a:r>
              <a:t>Emphasize the core guardrail: Without translation capacity, AI efforts can stall between technical, operational, legal, and community expectations.</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The AI Bridge Professional Role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5, 6, 9, 11 and Tools 27, 23, 31.</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The AI Bridge Professional Role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5, 6, 9, 11 and Tools 27, 23, 31.</a:t>
            </a:r>
          </a:p>
          <a:p xmlns:a="http://schemas.openxmlformats.org/drawingml/2006/main">
            <a:r>
              <a:t>Reinforce this definition: Role Definition: The AI bridge professional is a public health translator: someone with enough technical understanding to work with IT and vendors, enough program knowledge to understand workflows, and enough communication skill to support leadership, governance, and community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The AI Bridge Professional Role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5, 6, 9, 11 and Tools 27, 23, 31.</a:t>
            </a:r>
          </a:p>
          <a:p xmlns:a="http://schemas.openxmlformats.org/drawingml/2006/main">
            <a:r>
              <a:t>Invite participants to identify where these practices would need to be documented in their own department.</a:t>
            </a:r>
          </a:p>
          <a:p xmlns:a="http://schemas.openxmlformats.org/drawingml/2006/main">
            <a:r>
              <a:t>Start with Core Responsibilities,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The AI Bridge Professional Role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5, 6, 9, 11 and Tools 27, 23, 31.</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The AI Bridge Professional Role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5, 6, 9, 11 and Tools 27, 23, 31.</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Bridge professional role description, Cross-functional coordination map, Implementation support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The AI Bridge Professional Role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5, 6, 9, 11 and Tools 27, 23, 31.</a:t>
            </a:r>
          </a:p>
          <a:p xmlns:a="http://schemas.openxmlformats.org/drawingml/2006/main">
            <a:r>
              <a:t>Point participants to the first resource: ASPPH AI Framework Report.</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e29269f67347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8436588bea4c91" /><Relationship Type="http://schemas.openxmlformats.org/officeDocument/2006/relationships/slideLayout" Target="/ppt/slideLayouts/slideLayout1.xml" Id="R8e428d9ce4d546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428d9ce4d546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7bd600d628c443a" /><Relationship Type="http://schemas.openxmlformats.org/officeDocument/2006/relationships/image" Target="/ppt/media/image.png" Id="Rdd6e7137a7c7460d" /><Relationship Type="http://schemas.openxmlformats.org/officeDocument/2006/relationships/notesSlide" Target="/ppt/notesSlides/notesSlide1.xml" Id="Ra5b398bddc1546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2f012d81c748a4" /><Relationship Type="http://schemas.openxmlformats.org/officeDocument/2006/relationships/notesSlide" Target="/ppt/notesSlides/notesSlide2.xml" Id="Ra8eae4e7447d41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dc1d60d69a4e23" /><Relationship Type="http://schemas.openxmlformats.org/officeDocument/2006/relationships/notesSlide" Target="/ppt/notesSlides/notesSlide3.xml" Id="Rce56bc0487a343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815f91c4b74b56" /><Relationship Type="http://schemas.openxmlformats.org/officeDocument/2006/relationships/notesSlide" Target="/ppt/notesSlides/notesSlide4.xml" Id="R8bdafc3cd04a4c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0860b901fff4e3b" /><Relationship Type="http://schemas.openxmlformats.org/officeDocument/2006/relationships/notesSlide" Target="/ppt/notesSlides/notesSlide5.xml" Id="R629f0da63ad84f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840e2500a214ae1" /><Relationship Type="http://schemas.openxmlformats.org/officeDocument/2006/relationships/notesSlide" Target="/ppt/notesSlides/notesSlide6.xml" Id="Re80022e29a5b48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00b17169aa94944" /><Relationship Type="http://schemas.openxmlformats.org/officeDocument/2006/relationships/notesSlide" Target="/ppt/notesSlides/notesSlide7.xml" Id="R0a1d323eaa1342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111fd0f4eee43a0" /><Relationship Type="http://schemas.openxmlformats.org/officeDocument/2006/relationships/notesSlide" Target="/ppt/notesSlides/notesSlide8.xml" Id="R360d71455f8a4fbc"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d6e7137a7c7460d"/>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0DB3F98-05BB-4AF7-9B27-B7B0CB278225}"/>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17</a:t>
            </a:r>
          </a:p>
        </p:txBody>
      </p:sp>
      <p:sp>
        <p:nvSpPr>
          <p:cNvPr id="3" name="">
            <a:extLst xmlns:a="http://schemas.openxmlformats.org/drawingml/2006/main">
              <a:ext uri="{FF2B5EF4-FFF2-40B4-BE49-F238E27FC236}">
                <a16:creationId xmlns:a16="http://schemas.microsoft.com/office/drawing/2014/main" id="{66C08F42-83EF-4AB1-89E5-0578377DA39A}"/>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The AI Bridge Professional Role</a:t>
            </a:r>
          </a:p>
        </p:txBody>
      </p:sp>
      <p:sp>
        <p:nvSpPr>
          <p:cNvPr id="4" name="">
            <a:extLst xmlns:a="http://schemas.openxmlformats.org/drawingml/2006/main">
              <a:ext uri="{FF2B5EF4-FFF2-40B4-BE49-F238E27FC236}">
                <a16:creationId xmlns:a16="http://schemas.microsoft.com/office/drawing/2014/main" id="{C024D867-2E3E-4C6F-AE09-AB3BA705D839}"/>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8E5335AD-2362-4032-81DC-6E224EDB3854}"/>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32BF6E2F-60AC-4E7C-B54A-B734CA67C8F0}"/>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9984488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9C15563-08C2-4D1D-9466-FCE3684F6C5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D6004BB-6555-4CE0-BB89-1272773CF33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9E81C7F7-1B0E-4ABA-B53A-0A3A7A8E2FF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566E875-9DDF-4928-BF80-E92E26132153}"/>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The bridge professional translates across public health programs, IT, legal/privacy, procurement, vendors, leadership, data teams, and community partners.</a:t>
            </a:r>
          </a:p>
        </p:txBody>
      </p:sp>
      <p:sp>
        <p:nvSpPr>
          <p:cNvPr id="5" name="">
            <a:extLst xmlns:a="http://schemas.openxmlformats.org/drawingml/2006/main">
              <a:ext uri="{FF2B5EF4-FFF2-40B4-BE49-F238E27FC236}">
                <a16:creationId xmlns:a16="http://schemas.microsoft.com/office/drawing/2014/main" id="{D21F1DDD-CE75-4A65-AC23-5DF66D094178}"/>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D64E07A-E0E8-4A22-97E1-5D31676D7A2C}"/>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126CE540-93C7-4DCC-8777-56BFA10A44F5}"/>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6BFCAAC5-262D-4689-8E88-D59CF78B6D1E}"/>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Many AI problems are translation problems: program needs do not automatically become technical requirements, and technical risks do not automatically become operational controls. Bridge professionals help keep AI implementation coherent across.</a:t>
            </a:r>
          </a:p>
        </p:txBody>
      </p:sp>
      <p:sp>
        <p:nvSpPr>
          <p:cNvPr id="9" name="">
            <a:extLst xmlns:a="http://schemas.openxmlformats.org/drawingml/2006/main">
              <a:ext uri="{FF2B5EF4-FFF2-40B4-BE49-F238E27FC236}">
                <a16:creationId xmlns:a16="http://schemas.microsoft.com/office/drawing/2014/main" id="{F6AC6447-AB87-49DD-ACF4-1309CD03F383}"/>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4069A243-C347-4469-8E28-CD1C93A01A3D}"/>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F41CD2C8-EB75-47DB-96C4-BDD208D532C3}"/>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3A3192E5-EFCE-40C6-BCB2-849675082184}"/>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Without translation capacity, AI efforts can stall between technical, operational, legal, and community expectations.</a:t>
            </a:r>
          </a:p>
        </p:txBody>
      </p:sp>
      <p:sp>
        <p:nvSpPr>
          <p:cNvPr id="13" name="">
            <a:extLst xmlns:a="http://schemas.openxmlformats.org/drawingml/2006/main">
              <a:ext uri="{FF2B5EF4-FFF2-40B4-BE49-F238E27FC236}">
                <a16:creationId xmlns:a16="http://schemas.microsoft.com/office/drawing/2014/main" id="{C44E47A8-96A2-4B7A-A3F0-140744C4F88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The AI Bridge Professional Role</a:t>
            </a:r>
          </a:p>
        </p:txBody>
      </p:sp>
      <p:sp>
        <p:nvSpPr>
          <p:cNvPr id="14" name="">
            <a:extLst xmlns:a="http://schemas.openxmlformats.org/drawingml/2006/main">
              <a:ext uri="{FF2B5EF4-FFF2-40B4-BE49-F238E27FC236}">
                <a16:creationId xmlns:a16="http://schemas.microsoft.com/office/drawing/2014/main" id="{27804801-6C10-431C-A181-70690D21DEA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571479561"/>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BB06F0-0B10-4181-A5F6-FB1AF4568FD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C0EAB7A-7E20-4B19-AEC0-780F4B405385}"/>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585808F1-6FEF-40AA-B428-95392AE9C41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761715CA-0E96-4A78-A670-5018A71A422E}"/>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CF23C89C-2696-4520-91AE-DE2CE3A37D08}"/>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The AI Bridge Professional Role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CDDFF65C-5306-4AC7-937C-BF956CFDC9BB}"/>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The AI Bridge Professional Role</a:t>
            </a:r>
          </a:p>
        </p:txBody>
      </p:sp>
      <p:sp>
        <p:nvSpPr>
          <p:cNvPr id="7" name="">
            <a:extLst xmlns:a="http://schemas.openxmlformats.org/drawingml/2006/main">
              <a:ext uri="{FF2B5EF4-FFF2-40B4-BE49-F238E27FC236}">
                <a16:creationId xmlns:a16="http://schemas.microsoft.com/office/drawing/2014/main" id="{5D234FF4-3794-44A6-AC8E-C11CCC82DEF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5572483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6D5AFDF-E4E7-4C06-A275-CBF85074364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CC5CA5C-DBAA-43E9-8EA2-B9F8C2431100}"/>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52FDBB36-C19F-42B3-9B4F-604D8402CAF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40405D2-7784-400B-8C71-768C9251B51B}"/>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The AI bridge professional is a role or function that connects public health programs, data teams, IT, privacy, legal, procurement, vendors, leadership, and community partners. This role helps translate public health needs into technical requirements and technical risks into practical governance and implementation decisions.</a:t>
            </a:r>
          </a:p>
        </p:txBody>
      </p:sp>
      <p:sp>
        <p:nvSpPr>
          <p:cNvPr id="5" name="">
            <a:extLst xmlns:a="http://schemas.openxmlformats.org/drawingml/2006/main">
              <a:ext uri="{FF2B5EF4-FFF2-40B4-BE49-F238E27FC236}">
                <a16:creationId xmlns:a16="http://schemas.microsoft.com/office/drawing/2014/main" id="{31897465-043A-4A69-A09F-55D7475C5B5C}"/>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A64C4523-92B9-44BB-A04C-F3B4C0E6852A}"/>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812C827F-3AEB-4771-9568-EB95299A539F}"/>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Key definition</a:t>
            </a:r>
          </a:p>
        </p:txBody>
      </p:sp>
      <p:sp>
        <p:nvSpPr>
          <p:cNvPr id="8" name="">
            <a:extLst xmlns:a="http://schemas.openxmlformats.org/drawingml/2006/main">
              <a:ext uri="{FF2B5EF4-FFF2-40B4-BE49-F238E27FC236}">
                <a16:creationId xmlns:a16="http://schemas.microsoft.com/office/drawing/2014/main" id="{C4E04C5F-F49C-4AA6-8849-761D212604F9}"/>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Role Definition: The AI bridge professional is a public health translator: someone with enough technical understanding to work with IT and vendors, enough program knowledge to understand workflows, and enough communication skill to support.</a:t>
            </a:r>
          </a:p>
        </p:txBody>
      </p:sp>
      <p:sp>
        <p:nvSpPr>
          <p:cNvPr id="9" name="">
            <a:extLst xmlns:a="http://schemas.openxmlformats.org/drawingml/2006/main">
              <a:ext uri="{FF2B5EF4-FFF2-40B4-BE49-F238E27FC236}">
                <a16:creationId xmlns:a16="http://schemas.microsoft.com/office/drawing/2014/main" id="{DCD9188D-19B8-4E4C-93F8-C41F168C649D}"/>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The AI Bridge Professional Role</a:t>
            </a:r>
          </a:p>
        </p:txBody>
      </p:sp>
      <p:sp>
        <p:nvSpPr>
          <p:cNvPr id="10" name="">
            <a:extLst xmlns:a="http://schemas.openxmlformats.org/drawingml/2006/main">
              <a:ext uri="{FF2B5EF4-FFF2-40B4-BE49-F238E27FC236}">
                <a16:creationId xmlns:a16="http://schemas.microsoft.com/office/drawing/2014/main" id="{9465D9D4-A700-4088-AD6F-530416A3B2C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580055227"/>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6E78816-AA95-4766-93B0-D759A8BF3C3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2EC34B5-5FA5-49BF-A96B-6A31386BC181}"/>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90F71672-1A50-4747-8DF0-469FBC3E6F3C}"/>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2DF5570-30F2-42F8-A4C8-028D81F3488D}"/>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CD2003F-C988-4164-8C40-84F711784226}"/>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9C33151B-0F5E-441E-A7B0-1D1383532CCF}"/>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Core Responsibilities</a:t>
            </a:r>
          </a:p>
        </p:txBody>
      </p:sp>
      <p:sp>
        <p:nvSpPr>
          <p:cNvPr id="7" name="">
            <a:extLst xmlns:a="http://schemas.openxmlformats.org/drawingml/2006/main">
              <a:ext uri="{FF2B5EF4-FFF2-40B4-BE49-F238E27FC236}">
                <a16:creationId xmlns:a16="http://schemas.microsoft.com/office/drawing/2014/main" id="{84C53AF1-3CBF-4A37-9AB7-665B095B7D33}"/>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Help programs define use cases, workflow needs, success measures, and documentation requirements. Coordinate governance submissions, risk review, stakeholder engagement, and procurement questions. Translate model limitations, data quality.</a:t>
            </a:r>
          </a:p>
        </p:txBody>
      </p:sp>
      <p:sp>
        <p:nvSpPr>
          <p:cNvPr id="8" name="">
            <a:extLst xmlns:a="http://schemas.openxmlformats.org/drawingml/2006/main">
              <a:ext uri="{FF2B5EF4-FFF2-40B4-BE49-F238E27FC236}">
                <a16:creationId xmlns:a16="http://schemas.microsoft.com/office/drawing/2014/main" id="{B834A561-E552-4A85-A3F2-FCE471568957}"/>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2DE017A3-42E8-4197-A97E-6139D4AEDA20}"/>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747BF238-33D2-4277-9BAD-AAE2D32D573C}"/>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Where the Role Fits</a:t>
            </a:r>
          </a:p>
        </p:txBody>
      </p:sp>
      <p:sp>
        <p:nvSpPr>
          <p:cNvPr id="11" name="">
            <a:extLst xmlns:a="http://schemas.openxmlformats.org/drawingml/2006/main">
              <a:ext uri="{FF2B5EF4-FFF2-40B4-BE49-F238E27FC236}">
                <a16:creationId xmlns:a16="http://schemas.microsoft.com/office/drawing/2014/main" id="{5BE17218-01F5-499F-8BA9-686E2F73FA1F}"/>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During readiness assessment to identify capacity gaps. During governance to prepare complete intake and review materials. During prioritization to compare public health value, feasibility, and risk. During deployment to coordinate training,.</a:t>
            </a:r>
          </a:p>
        </p:txBody>
      </p:sp>
      <p:sp>
        <p:nvSpPr>
          <p:cNvPr id="12" name="">
            <a:extLst xmlns:a="http://schemas.openxmlformats.org/drawingml/2006/main">
              <a:ext uri="{FF2B5EF4-FFF2-40B4-BE49-F238E27FC236}">
                <a16:creationId xmlns:a16="http://schemas.microsoft.com/office/drawing/2014/main" id="{277CEE3B-48FA-43D0-8836-17B4F770344A}"/>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804FCD41-ABEB-45C6-9DD8-A52B8A39379B}"/>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C6FFA293-2FB1-4990-85E8-6D42EB79F911}"/>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Staffing Models</a:t>
            </a:r>
          </a:p>
        </p:txBody>
      </p:sp>
      <p:sp>
        <p:nvSpPr>
          <p:cNvPr id="15" name="">
            <a:extLst xmlns:a="http://schemas.openxmlformats.org/drawingml/2006/main">
              <a:ext uri="{FF2B5EF4-FFF2-40B4-BE49-F238E27FC236}">
                <a16:creationId xmlns:a16="http://schemas.microsoft.com/office/drawing/2014/main" id="{549BB0B2-A6A1-4215-8B61-A205AD9A7872}"/>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 large department may create a dedicated role or small AI implementation office. A smaller department may assign bridge responsibilities to an informatics, quality improvement, data modernization, or program leader. Regional or shared-service.</a:t>
            </a:r>
          </a:p>
        </p:txBody>
      </p:sp>
      <p:sp>
        <p:nvSpPr>
          <p:cNvPr id="16" name="">
            <a:extLst xmlns:a="http://schemas.openxmlformats.org/drawingml/2006/main">
              <a:ext uri="{FF2B5EF4-FFF2-40B4-BE49-F238E27FC236}">
                <a16:creationId xmlns:a16="http://schemas.microsoft.com/office/drawing/2014/main" id="{922DBE8C-DEE9-47CC-8D18-CF5795B66867}"/>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The AI Bridge Professional Role</a:t>
            </a:r>
          </a:p>
        </p:txBody>
      </p:sp>
      <p:sp>
        <p:nvSpPr>
          <p:cNvPr id="17" name="">
            <a:extLst xmlns:a="http://schemas.openxmlformats.org/drawingml/2006/main">
              <a:ext uri="{FF2B5EF4-FFF2-40B4-BE49-F238E27FC236}">
                <a16:creationId xmlns:a16="http://schemas.microsoft.com/office/drawing/2014/main" id="{F74F77CE-2364-44A5-A597-9D676EC7FFF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8409538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7C4AAB2-B723-4B4F-9181-20F5F8D259F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0ED5148-175C-462B-A4D0-C539BCCE0CA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BC215F75-69F1-4C58-B3CE-0260AF872DB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3323F5F8-C209-469D-A0FF-822FF9DC51CA}"/>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1D9FBBDF-794C-469D-B3DB-E42B000F60C3}"/>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274A3818-21F7-47C8-9B86-877E78F2493F}"/>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6A9216F0-2FC0-46A7-9EAC-E21E4B361026}"/>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Coordinate governance submissions</a:t>
            </a:r>
          </a:p>
        </p:txBody>
      </p:sp>
      <p:sp>
        <p:nvSpPr>
          <p:cNvPr id="8" name="">
            <a:extLst xmlns:a="http://schemas.openxmlformats.org/drawingml/2006/main">
              <a:ext uri="{FF2B5EF4-FFF2-40B4-BE49-F238E27FC236}">
                <a16:creationId xmlns:a16="http://schemas.microsoft.com/office/drawing/2014/main" id="{76FD2582-227E-46D2-B359-82872D0E949A}"/>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31FA7801-90F7-4785-8F59-974FA4C6C249}"/>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67D227C-E095-4937-8C16-B4CE570FA168}"/>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CB50211A-67B8-4C67-B719-69F58BAB1645}"/>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Translate technical risk for leadership</a:t>
            </a:r>
          </a:p>
        </p:txBody>
      </p:sp>
      <p:sp>
        <p:nvSpPr>
          <p:cNvPr id="12" name="">
            <a:extLst xmlns:a="http://schemas.openxmlformats.org/drawingml/2006/main">
              <a:ext uri="{FF2B5EF4-FFF2-40B4-BE49-F238E27FC236}">
                <a16:creationId xmlns:a16="http://schemas.microsoft.com/office/drawing/2014/main" id="{79A26D33-0154-46DD-BFBF-6C8CDE0376FA}"/>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5071C3E3-8444-41E1-B02B-228D0C0EAAD7}"/>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00E18BAE-FA40-41C7-95FB-5B9ADB267B50}"/>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636BE2C0-A21B-4E73-9C11-F99943AD1EBE}"/>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Help program staff document AI workflows</a:t>
            </a:r>
          </a:p>
        </p:txBody>
      </p:sp>
      <p:sp>
        <p:nvSpPr>
          <p:cNvPr id="16" name="">
            <a:extLst xmlns:a="http://schemas.openxmlformats.org/drawingml/2006/main">
              <a:ext uri="{FF2B5EF4-FFF2-40B4-BE49-F238E27FC236}">
                <a16:creationId xmlns:a16="http://schemas.microsoft.com/office/drawing/2014/main" id="{099AB81A-72B1-4EC7-B397-29354C449C9B}"/>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5DB99EF1-ED79-4EBA-8E7E-10CA20AED92B}"/>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The AI Bridge Professional Role</a:t>
            </a:r>
          </a:p>
        </p:txBody>
      </p:sp>
      <p:sp>
        <p:nvSpPr>
          <p:cNvPr id="18" name="">
            <a:extLst xmlns:a="http://schemas.openxmlformats.org/drawingml/2006/main">
              <a:ext uri="{FF2B5EF4-FFF2-40B4-BE49-F238E27FC236}">
                <a16:creationId xmlns:a16="http://schemas.microsoft.com/office/drawing/2014/main" id="{BE1AA086-CCF0-43A2-A3FA-C0F31487942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862829119"/>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DC5761D-AAA6-4127-82F9-E26E425E93A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9AE700C8-8C72-4918-A18D-0C697DE9E845}"/>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F7676CA7-08E3-4A91-B557-5871D8D99704}"/>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16007DC4-0B4C-4767-AA44-0E2E68F0B91C}"/>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18C21808-B8E9-4A7D-A7C7-1F7B006FC06D}"/>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8212C88D-B338-4CF2-B5C1-A4FBD4A178DD}"/>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C358F9BA-CFA2-4CC7-91B2-EC49C4E13AFF}"/>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Who can translate between program, data, IT, privacy, procurement, legal, equity, communications, vendors, and leadership? What authority and protected time does the bridge role need? How will bridge work be sustained in smaller departments?</a:t>
            </a:r>
          </a:p>
        </p:txBody>
      </p:sp>
      <p:sp>
        <p:nvSpPr>
          <p:cNvPr id="8" name="">
            <a:extLst xmlns:a="http://schemas.openxmlformats.org/drawingml/2006/main">
              <a:ext uri="{FF2B5EF4-FFF2-40B4-BE49-F238E27FC236}">
                <a16:creationId xmlns:a16="http://schemas.microsoft.com/office/drawing/2014/main" id="{C60F8DBB-85C1-47D6-87CB-949C6E4D491E}"/>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1CD506A1-0200-4251-994D-403F465E51D3}"/>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F8284811-CF93-401E-A797-983D2772A30E}"/>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BD2C28E8-FA49-47C8-812B-E8B90DC82291}"/>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Define the bridge role for one AI project. Identify responsibilities during intake, governance review, procurement, implementation, staff training, monitoring, and issue escalation.</a:t>
            </a:r>
          </a:p>
        </p:txBody>
      </p:sp>
      <p:sp>
        <p:nvSpPr>
          <p:cNvPr id="12" name="">
            <a:extLst xmlns:a="http://schemas.openxmlformats.org/drawingml/2006/main">
              <a:ext uri="{FF2B5EF4-FFF2-40B4-BE49-F238E27FC236}">
                <a16:creationId xmlns:a16="http://schemas.microsoft.com/office/drawing/2014/main" id="{03D8A512-9E8D-4108-890C-E3FC63CCD73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The AI Bridge Professional Role</a:t>
            </a:r>
          </a:p>
        </p:txBody>
      </p:sp>
      <p:sp>
        <p:nvSpPr>
          <p:cNvPr id="13" name="">
            <a:extLst xmlns:a="http://schemas.openxmlformats.org/drawingml/2006/main">
              <a:ext uri="{FF2B5EF4-FFF2-40B4-BE49-F238E27FC236}">
                <a16:creationId xmlns:a16="http://schemas.microsoft.com/office/drawing/2014/main" id="{D57B5A64-B12A-4B12-8040-38258830F056}"/>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8091213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B64904-A390-4F97-8932-D923C3E6C0A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05C811B-BDD4-4D57-9FAA-A00C5B003C4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E4069F0C-CE5E-46FF-809F-58F5DC449F6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B7AF27D-400B-4729-A4C9-19B2AF1B4D43}"/>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6221943-9784-4D78-A87B-4497DA9A69D0}"/>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B7B132AC-BFF8-4556-9D58-C6A47C39545D}"/>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BD9B8920-B92F-49BF-BCBE-9E27EFC3F264}"/>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5, 6, 9, 11 and Tools 27, 23, 31.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D2C461F1-E2BF-48B5-8130-0700A1E2A840}"/>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CE0D643-E81E-403B-A103-EB11796E2332}"/>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01D16ED9-1975-4E91-B663-7317AFE948A8}"/>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FB57E855-6008-4C3F-B1F1-ED4AE876AB7D}"/>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ASPPH AI Framework Report: Bridge professional concept and AI workforce implications. Public Health Foundation TRAIN Learning Network: Training infrastructure for building cross-functional workforce capacity. CDC STLT Data Connection:.</a:t>
            </a:r>
          </a:p>
        </p:txBody>
      </p:sp>
      <p:sp>
        <p:nvSpPr>
          <p:cNvPr id="12" name="">
            <a:extLst xmlns:a="http://schemas.openxmlformats.org/drawingml/2006/main">
              <a:ext uri="{FF2B5EF4-FFF2-40B4-BE49-F238E27FC236}">
                <a16:creationId xmlns:a16="http://schemas.microsoft.com/office/drawing/2014/main" id="{AC4664D0-C20D-4BF6-A9B0-30937A2C14E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The AI Bridge Professional Role</a:t>
            </a:r>
          </a:p>
        </p:txBody>
      </p:sp>
      <p:sp>
        <p:nvSpPr>
          <p:cNvPr id="13" name="">
            <a:extLst xmlns:a="http://schemas.openxmlformats.org/drawingml/2006/main">
              <a:ext uri="{FF2B5EF4-FFF2-40B4-BE49-F238E27FC236}">
                <a16:creationId xmlns:a16="http://schemas.microsoft.com/office/drawing/2014/main" id="{FEA7B812-A16A-47C9-81C8-DA16467EF67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7635715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2026-07-02T16:03:05.1550000Z</dcterms:created>
  <dcterms:modified xsi:type="dcterms:W3CDTF">2026-07-02T16:03:05.1550000Z</dcterms:modified>
</coreProperties>
</file>