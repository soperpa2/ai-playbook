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Identity, Access, and Permissions for AI Workflows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user identity, service identity, authentication, authorization, and permissions.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least-privilege principles to AI-supported public health workflows.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access risks for read-only, retrieval, summarization, and write-back AI functions.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audit log and approval requirements for AI tools that access sensitive systems or data.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access and permissions review for an AI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Access and permissions review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gov-350-identity-access-and-permissions-for-ai-workflows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Identity: The person, system, service, or tool that is recognized and managed for access purposes.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Authentication: The process of verifying identity.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Authorization: The process of determining what an authenticated identity is allowed to access or 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privilege: The practice of granting only the access needed for an approved purpose.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account: A non-human account used by a system, application, API, or automated workflow to perform approved functions.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assistant is approved to summarize case records for authorized disease investigators.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access review determines that the assistant may retrieve only records assigned to the investigator’s program, may not access unrelated…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must show which user requested the summary, which record was accessed, and whether the output was saved or discarded.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what AI may support, what humans must decide, and how outputs should be reviewed.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workflows may involve multiple identities.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staff member may log in through single sign-on, an AI service may use a service account to retrieve data, and a vendor system may…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identity should be documented and tied to specific permissions.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avoid shared accounts or overly broad service accounts because they make accountability and incident investigation…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verifies who or what is using the system, but authorization defines what that identity can do.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AI workflows, authorization should be granular enough to distinguish reading data, retrieving documents, generating summaries,…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and failure modes include the following: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accounts with broad access to sensitive data.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retrieving data unrelated to the approved use case.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Write-back actions occurring without human approval.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accounts preventing accountability.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identity, access, and permissions review for one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users, service accounts, systems, data accessed, read/write permissions, approval points, prohibited actions, audit log requirements,…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and permissions review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of user and service identities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recommendation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Write-back approval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guidance for LLM application security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cybersecurity, records, procurement, accessibility, and…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public health program SOPs, data governance documentation, and implementation…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authorization?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are service accounts important in AI workflows?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least privilege mean?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AI function generally requires stronger safeguards?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350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350: Identity, Access, and Permissions for AI Workflows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