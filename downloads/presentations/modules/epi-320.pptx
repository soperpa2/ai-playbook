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320 Ethical Use of AI in Resource Prioritization and Field Response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policy, public-health-executive-leadership, ai-for-social-good, governance-security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ethical use of ai in resource prioritization and field response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Ethical Use of AI in Resource Prioritization and Field Response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AI-supported prioritization of field response, outreach, and scarce resources.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ethical use of ai in resource prioritization and field response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Ethical Use of AI in Resource Prioritization and Field Response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Ethical Use of AI in Resource Prioritization and Field Response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ethical use of ai in resource prioritization and field response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Ethical Use of AI in Resource Prioritization and Field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AI-supported prioritization of field response,.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Epidemiology Role-Based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ethical use of ai in resource prioritization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ethical use of ai in resource prioritization and field.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the purpose of ethical use of ai in.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AI-supported prioritization of field response,.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AI-supported prioritization of field response, outreach,.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It is designed for public health staff who must.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module helps learners move beyond general.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emphasizes paragraph-based reasoning, defined.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Ethical Use of AI in Resource Prioritization and Field Response matters.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Ethical Use of AI in Resource Prioritization and Field Response matters because.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Ethical Use of AI in Resource Prioritization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Without a structured approach, staff may rely 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agencies operate under legal.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ethical use of ai in resource prioritization and field.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ethical use of ai in resource prioritization and field.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ethical use of ai in resource.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Ethical Use of AI in Resource Prioritization and Field Response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Ethical Use of AI in Resource Prioritization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Ethical Use of AI in Resource Prioritization and Field Response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ethical use of ai in resource.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ethical use of ai in resource prioritization.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ethical use of.</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Ethical Use of AI in Resource Prioritization and Field Response</dc:title>
  <dc:subject>Ethical Use of AI in Resource Prioritization and Field Response learning module</dc:subject>
  <dc:creator>Paula Soper</dc:creator>
  <cp:lastModifiedBy>Paula Soper</cp:lastModifiedBy>
  <cp:revision>1</cp:revision>
  <dcterms:created xsi:type="dcterms:W3CDTF">2026-07-13T03:27:53Z</dcterms:created>
  <dcterms:modified xsi:type="dcterms:W3CDTF">2026-07-13T03:27:53Z</dcterms:modified>
</cp:coreProperties>
</file>