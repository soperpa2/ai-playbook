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workforce roles needed for responsible AI adoption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AI users, reviewers, implementers,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competency expectations for AI-supported 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AI users,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workforce risks such as deskilling,.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workforce readiness and role design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changes the skills, roles, and collaboration patterns needed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eliminate the need for public health expertise.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it increases the need for staff who can translate across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changes the skills, roles, and collaboration patterns needed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Instead, it increases the need for staff who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 need a workforce strategy that prepares.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leaders identify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depends on people who understand both technology and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generate a summary, but an epidemiologist must judge whether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vendor may describe a product, but an informatician must assess.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leader may approve a use case, but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Workforce strategy helps agencies move beyond ad.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defines which staff need baseline literacy,.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implements several AI tools: a document assistant,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quickly discover that no single role owns all the knowledge needed.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understand workflow, IT understands integration,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implements several AI tools: a document assistant, a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implements several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Program staff understand workflow, IT understands.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However, there is no role that connects these.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workforce strategy should define role groups.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General staff may need baseline AI literacy, approved-use guidance,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Frontline users need workflow-specific training and escalation expectations.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workforce strategy should define role groups.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assuming that AI reduces workforce needs.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practice, responsible AI often requires new review,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include workforce impact in every business case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assuming that AI reduces workforce needs.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requires staff who can review outputs and manage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requires staff who can interpret performance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require staff who can oversee permissions,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role-based AI workforce readiness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role groups, competencies, required training, responsibilities,.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role-based AI workforce readiness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role-based AI workforce readiness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role groups, competencies,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Workforce readiness plan; role-based competency matrix; training assignment.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 assignment.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Workforce readiness plan; role-based competency.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Workforce readiness plan; role-based competency matrix; training assignment.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 assignment.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Workforce readiness plan; role-based competency.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2026-07-13T03:27:53Z</dcterms:created>
  <dcterms:modified xsi:type="dcterms:W3CDTF">2026-07-13T03:27:53Z</dcterms:modified>
</cp:coreProperties>
</file>