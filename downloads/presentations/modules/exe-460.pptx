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governance board chair training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running governance meetings, documenting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running governance meetings, documenting decisions,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matters because AI adoption changes how.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running.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governance board chair training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governance board chair training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governance board chair.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Governance Board Chair Training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Board Chair Training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Board Chair Training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ai governance board chair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governance board chair training has been.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2026-07-13T03:27:53Z</dcterms:created>
  <dcterms:modified xsi:type="dcterms:W3CDTF">2026-07-13T03:27:53Z</dcterms:modified>
</cp:coreProperties>
</file>