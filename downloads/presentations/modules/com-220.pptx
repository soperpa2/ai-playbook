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220 Public Comment, Social Listening, and Community Feedback Analysis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policy, ai-for-social-good, governance-security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public comment, social listening, and community feedback analysis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Comment, Social Listening, and Community Feedback Analysis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ethical analysis of public comments, social listening data, and community feedback.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public comment, social listening, and community feedback analysis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Public Comment, Social Listening, and Community Feedback Analysis artifact
Role and responsibility table
Risk and safeguard summary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Public Comment, Social Listening, and Community Feedback Analysis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public comment, social listening, and community feedback analysis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Comment, Social Listening, and Community Feedback Analysis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ethical analysis of public comments, social listening.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Communications Role-Based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public comment, social listening, and community.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public comment, social listening, and community feedback.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the purpose of public comment, social.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ethical analysis of public comments, social listening.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ethical analysis of public comments, social listening.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Comment, Social Listening, and Community Feedback Analysis matters.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Comment, Social Listening, and Community Feedback Analysis matters.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ethical.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public comment, social listening, and community feedback.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public comment, social listening, and community feedback.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public comment, social.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Comment, Social Listening, and Community Feedback Analysis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Public Comment, Social Listening, and Community.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Comment, Social Listening, and Community Feedback Analysis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evidence that public comment, social listening,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public comment, social listening,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public.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Comment, Social Listening, and Community Feedback Analysis</dc:title>
  <dc:subject>Public Comment, Social Listening, and Community Feedback Analysis learning module</dc:subject>
  <dc:creator>Paula Soper</dc:creator>
  <cp:lastModifiedBy>Paula Soper</cp:lastModifiedBy>
  <cp:revision>1</cp:revision>
  <dcterms:created xsi:type="dcterms:W3CDTF">2026-07-14T04:35:31Z</dcterms:created>
  <dcterms:modified xsi:type="dcterms:W3CDTF">2026-07-14T04:35:31Z</dcterms:modified>
</cp:coreProperties>
</file>