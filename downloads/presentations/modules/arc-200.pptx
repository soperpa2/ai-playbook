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does not operate separately from the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Every AI-supported workflow depends on the quality, structure, timeliness,.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this means that AI readiness is inseparable from.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readiness depends on public health data modernization,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the major components of an AI-enabled public health architecture,.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systems of record, source systems, data flows, and human.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readiness depends on public health data modernization, not only.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components of an AI-enabled.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systems of record, source systems,.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where AI could support a workflow and where.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AI-enabled workflow architecture map and readiness memo that can.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AI-enabled workflow architecture map and readiness memo that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AI-enabled workflow architecture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Artificial intelligence does not operate separately from the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Every AI-supported workflow depends on the quality, structure, timeliness,.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public health agencies, this means that AI readiness is inseparable from.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Artificial intelligence does not operate separately from the public health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often feel pressure to adopt AI tools quickly,.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appear to offer immediate relief by summarizing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AI can create new risks when it is layered on top of fragmented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often feel pressure to adopt AI tools quickly, especially.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data modernization.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data modernization is the process of improving the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Modernization includes technical components such as APIs, cloud platforms,.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data modernization.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data modernization is the process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Modernization includes technical components such.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also includes operational components such as.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System of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system of record is the official system or process where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outputs should not automatically become the official record unless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System of record.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system of record is the official system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outputs should not automatically become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example, an AI tool may draft a case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Consider a health department that wants to use AI to summarize incoming.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AI tool may be able to produce a concise summary of symptoms, laboratory.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the safety of that workflow depends on the surrounding architecture.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 incoming.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Consider a health department that wants to use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AI tool may be able to produce a concise.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eCR data must be received correctly, routed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AI architecture usually begins with source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may include electronic health records, laboratories, immunization.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source system has its own data quality profile, update frequency,.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fourth layer is the AI service or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may be a predictive model, natural language processing tool,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should have a defined intended use and explicit limits.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fourth layer is the AI service or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may be a predictive model, natural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designed to summarize case notes should not.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designed to classify complaints should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Architectural invisibility.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staff cannot explain how data move through the system, they may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practical guardrail is to require a workflow and data flow map before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Architectural invisibility.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staff cannot explain how data move through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Unclear authority.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may produce recommendations, summaries,.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Poor monitoring and equity harm.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can degrade over time when data patterns, reporting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architecture relies on data sources that underrepresent some.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Poor monitoring and equity harm.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tools can degrade over time when data patterns,.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architecture relies on data sources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Practical guardrails include pre-deployment.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architecture determines what source material the tool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generative AI tool used to summarize policy documents has different.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or operational the use case, the stronger the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architecture determines what source material the tool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generative AI, architecture determines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generative AI tool used to summarize policy.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predictive analytics, architecture determines.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workflow in your agency would be most helpful to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are the source systems, systems of record, and downstream outputs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are data transformed, linked, summarized, interpreted, or manually.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 in your agency would be most helpful to map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workflow in your agency would.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are the source systems, systems of record,.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are data transformed, linked, summarized,.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parts of the workflow require legal, epidemiologic, clinical,.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AI were added without changing the architecture?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monitoring indicators would show whether the AI-supported workflow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parts of the workflow require legal, epidemiologic, clinical,.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parts of the workflow require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AI were added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monitoring indicators would show whether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AI-enabled workflow architecture map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Choose a workflow that is real or realistic for your agency, such as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Your map should include the source systems, data exchange methods,.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Choose a workflow that is real or realistic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Your map should include the source systems,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After completing the map, identify at least five.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an AI-enabled workflow architecture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evidence should also include a short readiness memo that identifies.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completion artifact should be specific enough to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evidence should also include a short readiness.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completion artifact should be specific.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not simply state that AI may be useful.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an AI-enabled workflow architecture map.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completion artifact should be specific enough to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an AI-enabled workflow architecture map. The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an AI-enabled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evidence should also include a short readiness.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completion artifact should be specific.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should AI planning begin with architecture and workflow mapping?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role of a system of record in an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risk is most likely when staff cannot explain how data move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should AI planning begin with architecture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Data Modernization Initiative materials:.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Generative AI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interoperability and health IT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data governance, privacy, cybersecurity, and enterprise architecture.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data governance, privacy, cybersecurity, and enterprise architecture.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data governance,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2026-07-13T03:02:46Z</dcterms:created>
  <dcterms:modified xsi:type="dcterms:W3CDTF">2026-07-13T03:02:46Z</dcterms:modified>
</cp:coreProperties>
</file>