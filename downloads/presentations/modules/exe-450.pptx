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450 AI Sustainability and Lifecycle Funding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AI sustainability must be planned before launch.
Identify lifecycle costs and responsibilities for AI tools and workflows.
Develop sustainability criteria for moving from pilot to operational use.
Define sunset, pause, and retirement criteria for AI use cases.
Produce an AI lifecycle funding and sustainability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Responsible AI does not end at launch. AI tools require ongoing funding, staff time, monitoring, updates, vendor management, training, incident response, documentation, and eventual retirement. Sustainability planning ensures that AI-supported workflows do not become unfunded, unmonitored, or outdated after the initial pilot or grant period ends.
This module helps leaders plan for the full AI lifecycle. It focuses on funding models, ownership, maintenance, monitoring, contract renewal, retraining, policy updates, user support, accessibility updates, cybersecurity review, and sunset criteria. The module emphasizes that a tool should not be approved if the agency cannot reasonably sustain the safeguards needed for responsible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Many AI efforts begin as pilots, innovation projects, or grant-funded experiments. These projects may succeed technically but fail operationally if there is no plan for ongoing support. Public health agencies may be left with a tool that staff rely on but no budget for validation updates, vendor support, data integration maintenance, monitoring, or training new users.
Sustainability is also a risk-control issue. AI tools can become unsafe when they are not maintained. Data sources change, regulations change, staff roles change, vendor models change, and public expectations change. A sustainability plan helps the agency decide whether the tool should continue, be modified, be replaced, or be retired.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grant funds a two-year AI pilot to help identify likely duplicate records in a public health system. The pilot improves efficiency, but the grant does not cover long-term hosting, monitoring, system upgrades, training, or validation after data sources change. When funding ends, staff continue relying on the tool even though no one is assigned to review performance.
A sustainability plan would have addressed this before launch. It would define operational ownership, long-term funding, monitoring indicators, update cadence, user support, vendor responsibilities, and criteria for continuing or retiring the tool. It would also define a manual fallback process if the tool is paused.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AI lifecycle planning should begin during intake and business case review. Leaders should ask whether the use case is a short-term experiment, a time-limited emergency support tool, or a long-term operational capability. Each category has different funding and governance needs. A time-limited tool may need clear end dates and data deletion rules. An operational tool needs sustained staffing, budget, contracts, monitoring, and training.
Lifecycle costs include more than licenses. Agencies must consider integration maintenance, data pipeline monitoring, model evaluation, cybersecurity review, privacy review, accessibility updates, user support, vendor management, documentation, incident response, retraining or reconfiguration, and future procurement. These costs should be tied to ownership. If no role or budget owns a lifecycle function, the function may not happen.
Sunset and retirement criteria are essential. A tool may be retired if it no longer aligns with agency priorities, if benefits are not realized, if risks outweigh value, if vendor terms change, if performance deteriorates, if data sources are no longer reliable, or if a better shared service becomes available. Retirement should be planned so staff know how to transition without disrupting public health operations.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One risk is pilot dependency. Staff may begin relying on a tool that was never funded or governed for long-term use. A guardrail is to define pilot duration, scale limits, success criteria, and continuation requirements before launch.
Another risk is silent degradation. A tool may continue operating after data, policies, user behavior, or vendor models change. A guardrail is to require periodic lifecycle review and clear pause or sunset criteria.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sustainability requires prompt and source updates, user training, output review, and policy alignment. Predictive analytics sustainability requires drift monitoring, recalibration, subgroup review, and documentation. Agentic AI sustainability requires continued security review, permission management, incident drills, and rollback testing. Lifecycle funding should match the safeguards required by the AI type.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lifecycle funding and sustainability plan for one AI use case. Include costs, owners, funding sources, monitoring, update cadence, vendor management, training, fallback process, and sunset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Sustainability plan; lifecycle cost list; ownership map; continuation and sunset criteria; rollback or fallback plan.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Sustainability plan; lifecycle cost list; ownership map; continuation and sunset criteria; rollback or fallback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Sustainability and Lifecycle Funding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Responsible AI does not end at launch.</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require ongoing funding, staff time, monitoring, updates, vendor.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Sustainability planning ensures that AI-supported workflows do not become.</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advanced/leadership Primary track: Public Health Executive Leadership.</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33: Funding Strategy Checklists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35: AI Total Cost of Ownership and Sustainability Worksheet (Worksheet).</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32: Vendor Evaluation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34: STLT AI Procurement and Vendor Addendum (Checklist)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AI sustainability must be planned before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lifecycle costs and responsibilities for AI tools and workflows.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Develop sustainability criteria for moving from pilot to operational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AI sustainability must be planned before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Define sunset, pause, and retirement criteria for.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an AI lifecycle funding and sustainability.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Responsible AI does not end at launch.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tools require ongoing funding, staff time, monitoring, updates, vendor.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Sustainability planning ensures that AI-supported workflows do not become.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Responsible AI does not end at launch.</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Many AI efforts begin as pilots, innovation projects, or grant-funded.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These projects may succeed technically but fail operationally if there is no.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may be left with a tool that staff rely on but no.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Many AI efforts begin as pilots, innovation projects, or grant-funded experiments.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grant funds a two-year AI pilot to help identify likely duplicate records.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pilot improves efficiency, but the grant does not cover long-term.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funding ends, staff continue relying on the tool even though no one 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grant funds a two-year AI pilot to help identify likely duplicate records in a.</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pilot improves efficiency, but the grant does.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funding ends, staff continue relying on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sustainability plan would have addressed this.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lifecycle planning should begin during intake and business case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Leaders should ask whether the use case is a short-term experiment, a.</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Each category has different funding and governance needs.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lifecycle planning should begin during intake and business case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Leaders should ask whether the use case is 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time-limited tool may need clear end dates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 operational tool needs sustained staffing,.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One risk is pilot dependency.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may begin relying on a tool that was never funded or governed for.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guardrail is to define pilot duration, scale limits, success criteria,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One risk is pilot dependency.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guardrail is to define pilot duration, scale.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Another risk is silent degradation.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tool may continue operating after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Generative AI sustainability requires prompt and source updates, user.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Predictive analytics sustainability requires drift monitoring,.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AI sustainability requires continued security review, permission.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sustainability requires prompt and source updates, user training,.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Generative AI sustainability requires prompt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Predictive analytics sustainability requires drift.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Agentic AI sustainability requires continued.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current or proposed AI use case in your agency raises this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Who currently has authority to make decisions about this issue, and is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evidence would governance or leadership need before approving the 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current or proposed AI use case in your agency raises this leadership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current or proposed AI use case in your.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currently has authority to make decisions.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evidence would governance or leadership need.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Which staff, partners, or communities would be affected if this issue were.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policy, process, or artifact should be created or updated after this.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staff, partners, or communities would be affected if this issue were.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Which staff, partners, or communities would be.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policy, process, or artifact should be.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lifecycle funding and sustainability plan for one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costs, owners, funding sources, monitoring, update cadence, vendor.</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lifecycle funding and sustainability plan for one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lifecycle funding and sustainability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costs, owners, funding sources,.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Choose a real or realistic public health AI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unresolved questions, and which agency roles would.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exercise should produce a work product that could support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Choose a real or realistic public health AI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Document assumptions, unresolved questions,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exercise should produce a work product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Sustainability plan; lifecycle cost list; ownership map; continuation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 continuation and sunset.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Sustainability plan; lifecycle cost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Sustainability plan; lifecycle cost list; ownership map; continuation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Sustainability plan; lifecycle cost list; ownership map; continuation and sunset.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Sustainability plan; lifecycle cost list;.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is the strongest reason this module topic belongs in AI leadership.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practice best supports accountable public health AI governance?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When should an AI use case be escalated for leadership or governance.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is the strongest reason this module topic belongs in AI leadership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is the strongest reason this module topic.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 (AI RMF 1.0):.</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Privacy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 and Data.</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Ethics and Governance of Artificial.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Sustainability and Lifecycle Funding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OMB Memorandum M-24-10 on federal AI governance, risk management,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Agency strategic plans, procurement policies, privacy policies,.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OMB Memorandum M-24-10 on federal AI governance, risk management,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OMB Memorandum M-24-10 on federal AI governance,.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strategic plans, procurement policies,.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Sustainability and Lifecycle Funding</dc:title>
  <dc:subject>AI Sustainability and Lifecycle Funding learning module</dc:subject>
  <dc:creator>Paula Soper</dc:creator>
  <cp:lastModifiedBy>Paula Soper</cp:lastModifiedBy>
  <cp:revision>1</cp:revision>
  <dcterms:created xsi:type="dcterms:W3CDTF">2026-07-13T03:02:47Z</dcterms:created>
  <dcterms:modified xsi:type="dcterms:W3CDTF">2026-07-13T03:02:47Z</dcterms:modified>
</cp:coreProperties>
</file>