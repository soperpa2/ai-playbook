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210 Requirements Writing for AI Procurement and Implementation
AI procurement requires stronger requirements than ordinary software purchasing because agencies must define not only features, but also data rights, validation, interoperability, security, privacy, monitoring, documentation, accessibility, and exit strategy. This module teaches learners how to write requirements that can be evaluated, tested, enforced, and monitored throughout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Program Management Role-Based Track
Appears in tracks: operations-data-quality
AI procurement requires stronger requirements than ordinary software purchasing because agencies must define not only features, but also data rights, validation, interoperability, security, privacy, monitoring, documentation, accessibility, and exit strategy. This module teaches learners how to write requirements that can be evaluated, tested, enforced, and monitored throughout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7: Prioritize Use Cases - This lesson informs Play 7 by helping learners connect the lesson topic to prioritize use cases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requirements writing for ai procurement and implementation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requirements matrix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procurement requires stronger requirements than ordinary software purchasing because agencies must define not only features, but also data rights, validation, interoperability, security, privacy, monitoring, documentation, accessibility, and exit strategy. This module teaches learners how to write requirements that can be evaluated, tested, enforced, and monitored throughout implementation.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Requirements Writing for AI Procurement and Implementation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 requirement is a clear statement of what a system must do or how it must perform. AI requirements must cover functional capabilities, nonfunctional expectations, data handling, validation, transparency, monitoring, security, accessibility, interoperability, and support.
Functional requirements describe what the tool must do, such as summarize a case report, classify a complaint, or generate a draft message. Nonfunctional requirements describe how the tool must perform, such as uptime, response time, security, auditability, explainability, and accessibility.
Procurement requirements must be testable. If a requirement cannot be evaluated during proposal review, implementation, or acceptance testing, it is unlikely to protect the agency. Requirements should avoid vague claims such as “uses responsible AI” unless they are translated into evidence, controls, and deliverables.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state health agency procuring an AI-supported case triage tool should require interoperability with the surveillance system, role-based access, source traceability, validation results, subgroup performance reporting, audit logs, human review controls, incident reporting, documentation, and data deletion at contract end. These requirements make vendor claims testable and enforceable.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Strong AI requirements begin with intended use. The agency should state the specific workflow, users, data sources, outputs, and decisions the system may support. It should also state prohibited uses. This prevents scope creep and reduces the chance that a tool will be used for decisions it was not designed or approved to support.
Data requirements should specify allowed data sources, minimum necessary fields, terminology standards, data quality expectations, retention, ownership, reuse limits, and deletion requirements. If vendors will use agency data to improve models, that use should be explicitly approved or prohibited.
Acceptance and monitoring requirements should specify what evidence the vendor must provide before launch and throughout operations. This may include validation reports, test cases, model cards, change logs, uptime reports, incident reports, bias assessments, security documentation, and user training materials.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requirements matrix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requirements matrix. It should be specific to a public health workflow and should include technical dependencies, governance questions, human review expectations, monitoring indicators, and unresolved risks.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requirements matrix.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requirements writing for ai procurement and implementation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ONC interoperability resources and agency procurement templates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Requirements Writing for AI Procurement and Implementation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procurement requires stronger requirements than ordinary software purchasing because.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how to write requirements that can be evaluated, tested,.</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Program Management Role-Based Track Appears in tracks: operations-data-quality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requirements writing for ai procurement and implementation in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technical, operational, privacy, security, equity, and governance issues.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system, or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requirements writing for ai procurement and implementation in public health AI.</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requirements writing for ai procurement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the technical, operational, privacy, security, equity,.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Recognize common failure modes that can affect safety, accuracy,.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 AI requirements matrix that can support readiness assessment,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 AI requirements matrix that can support readiness assessment, governance review, procurement,.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AI requirements matrix that can support readiness.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procurement requires stronger requirements than ordinary software purchasing because.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how to write requirements that can be evaluated, tested,.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procurement requires stronger requirements than ordinary software purchasing because agencies must.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procurement requires stronger requirements than ordinary.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teaches learners how to write requirements that can be.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is not legal advice and does not replace review by agency legal.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Requirements may vary by state, locality, territory, Tribe,.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use this module to identify the issues that.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Requirements Writing for AI Procurement and Implementation matters because AI systems are.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topic affects whether AI outputs are accurate, explainable, safe, equitable, secure,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that ignore this area may create tools that work in a demonstration but fail in.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Requirements Writing for AI Procurement and Implementation matters because AI systems are embedded in.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Requirements Writing for AI Procurement and Implementation matters.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topic also affects accountability.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must be able to explain how data are used,.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requirement is a clear statement of what a system must do or how it must perform.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requirements must cover functional capabilities, nonfunctional expectations, data handling,.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Functional requirements describe what the tool must do, such as summarize a case report,.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requirement is a clear statement of what a system must do or how it must perform.</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requirements must cover functional capabilities, nonfunctional.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Functional requirements describe what the tool must do, such as.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Nonfunctional requirements describe how the tool must perform,.</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state health agency procuring an AI-supported case triage tool should require.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These requirements make vendor claims testable and enforceable.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state health agency procuring an AI-supported case triage tool should require interoperability with.</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state health agency procuring an AI-supported case triage tool.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These requirements make vendor claims testable and enforceable.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Strong AI requirements begin with intended 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agency should state the specific workflow, users, data sources, outputs, and decisions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should also state prohibited uses.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Strong AI requirements begin with intended use.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agency should state the specific workflow, users,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prevents scope creep and reduces the chance that a tool will.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Data requirements should specify allowed data sources, minimum.</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technical detail rather than a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When staff do not connect technical decisions to authority, workflow, equity, privacy,.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Another risk is relying on vendor claims without agency-defined evidence.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When staff do not connect technical decisions to authority,.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Vendors may provide demonstrations, dashboards, or summary metrics.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require documentation, test results, acceptance.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predictive analytics, RAG, automation, and agentic workflows all depend on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controls should be scaled to the risk of the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tool that drafts internal training text may require lighter review than a tool that updates.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predictive analytics, RAG, automation, and agentic.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tool that drafts internal training text may require lighter.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module should be applied during readiness assessment,.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does this topic appear in one current or proposed AI workflow in your agency?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decisions, data sources, users, or partners would be affected if this area is poorly.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governance reviewers need before approving the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one current or proposed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decisions, data sources, users, or partners would be affected.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governance reviewers need before approving the.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safeguards should be required before pilot testing?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owns ongoing monitoring and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safeguards should be required before pilot testing?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safeguards should be required before pilot testing?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owns ongoing monitoring and review?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AI requirements matrix for one real or realistic public health AI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describe the use case, affected users, data sources, system dependencies,.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produce a work product that could be used in a governance meeting,.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AI requirements matrix for one real or realistic public health AI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artifact should describe the use case, affected users,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produce a work product that could be used in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document assumptions and identify which staff 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completed AI requirements matrix.</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should be specific to a public health workflow and should include technical dependencies,.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completed AI requirements matrix.</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requirements matrix.</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be specific to a public health workflow and should.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completed AI requirements matrix. It should be specific to a public.</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completed AI requirements matrix. It should be specific to a public health.</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requirements matrix.</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be specific to a public health workflow and should.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best reason to address requirements writing for ai procurement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practice best supports responsible implementation?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statement best describes a common failure mode?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best reason to address requirements writing for ai procurement and implementation before.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best reason to address requirements writing for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AI Risk Management Framework: https://www.nist.gov/itl/ai-risk-management-framework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ONC interoperability resources and agency procurement templates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OWASP Top 10 for LLM Applications, when security or AI.</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privacy, cybersecurity, data governance, procurement, and records management policies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privacy, cybersecurity, data governance, procurement,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Requirements Writing for AI Procurement and Implementation</dc:title>
  <dc:subject>Requirements Writing for AI Procurement and Implementation learning module</dc:subject>
  <dc:creator>Paula Soper</dc:creator>
  <cp:lastModifiedBy>Paula Soper</cp:lastModifiedBy>
  <cp:revision>1</cp:revision>
  <dcterms:created xsi:type="dcterms:W3CDTF">2026-07-13T02:24:10Z</dcterms:created>
  <dcterms:modified xsi:type="dcterms:W3CDTF">2026-07-13T02:24:10Z</dcterms:modified>
</cp:coreProperties>
</file>