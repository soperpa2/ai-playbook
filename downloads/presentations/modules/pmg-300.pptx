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managing vendor delivery, configuration, testing, issue resolution,.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Program Management Role-Based Track Appears in tracks: program-management, governance-security,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vendor implementation management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managing vendor delivery, configuration, testing, issue resolution,.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matters because AI adoption changes how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managing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vendor implementation management artifact for one AI-supported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vendor implementation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Vendor Implementation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Vendor Implementation Management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vendor implementation management has been applied.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vendor implementation.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2026-07-13T02:33:45Z</dcterms:created>
  <dcterms:modified xsi:type="dcterms:W3CDTF">2026-07-13T02:33:45Z</dcterms:modified>
</cp:coreProperties>
</file>