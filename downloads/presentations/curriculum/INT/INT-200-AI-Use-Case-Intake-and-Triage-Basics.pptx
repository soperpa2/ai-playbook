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Use Case Intake and Triage Basics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an AI use case in plain language using the public health workflow, users, data, intended output, and decision context.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low-risk, moderate-risk, and high-risk AI use cases based on data sensitivity, workflow impact,…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when a use case should be routed to privacy, legal, IT, cybersecurity, equity, procurement, communications, or…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use cases that should not proceed because AI is unnecessary, inappropriate, unsafe, or unsupported by available data.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use case intake and triage worksheet that can support governance review and portfolio prioritization.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Completed AI use case intake worksheet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Shared Foundational / Introductory Course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int-200-ai-use-case-intake-and-triage-basics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case: A defined situation in which AI may support a specific public health task, workflow, decision, or service.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Intake: The process of collecting standard information about a proposed AI use before review or approval.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Triage: The process of sorting use cases by risk, readiness, priority, and review pathway.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pathway: The set of reviewers and approvals required before a use case can proceed.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Prohibited use: A use of AI that an agency does not allow because it conflicts with policy, authority, ethics, privacy,…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communicable disease program wants to use generative AI to summarize case investigation notes and identify missing information.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would document the workflow, the staff who would use the output, the source data, whether protected health information is involved,…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 would likely route the use case to privacy, legal, IT, epidemiology, equity, and governance review before any pilot begins.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AI may support, what humans must decide, and how outputs should be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effective intake process begins by defining the problem before selecting the technology.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describe the current workflow, the pain point, the people affected, the desired improvement, and the reason AI is being…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technology-first proposals that begin with a tool and then search for a public health problem to justify it.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problem statement also helps reviewers decide whether AI is needed or whether a simpler change, such as a template, dashboard,…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to identify the data and output.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Reviewers need to know whether the use case involves protected health information, personally identifiable information, confidential…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failure modes include the following: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Informal AI experimentation with sensitive or confidential data before review.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Tool-first proposals that do not solve a real workflow problem.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 moving forward without ownership, validation, or monitoring plans.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public-facing or decision-support uses being treated as low-risk productivity tools.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a use case intake and triage worksheet for one real or realistic public health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problem statement, workflow, intended users, data sources, AI-supported task, output, potential benefit, risk level, required…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AI use case intake worksheet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readiness triage decision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of required reviewers and next steps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rationale for proceeding, deferring, redesigning, or rejecting the use case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guidance for LLM application security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cybersecurity, records, procurement, accessibility, and…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public health program SOPs, data governance documentation, and implementation…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F5F8B"/>
          </a:solidFill>
          <a:ln>
            <a:solidFill>
              <a:srgbClr val="1F5F8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Foundational / Introductory Course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main purpose of AI use case intake?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proposal should usually receive higher-risk triage?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should happen when a proposed workflow problem can be solved without AI?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item belongs in an intake worksheet?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evidence of completion?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200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 200: AI Use Case Intake and Triage Basics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