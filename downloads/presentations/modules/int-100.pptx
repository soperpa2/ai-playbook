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100 Introduction to AI for Public Health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Foundational Module
Appears in tracks: shared-foundational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2: Responsible AI Policy Template (Template) - Use Responsible AI Policy Template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Agency AI vocabulary 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or contribute to: Initial inventory of known or suspected AI use.
Produce or contribute to: Draft list of decisions that require human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Agentic AI: AI configured to pursue a goal through multiple steps, such as gathering information, drafting a brief, updating a task list, or routing work for review. Agentic AI requires clear boundaries, permissions, monitoring, audit logs, and human approval for consequential actions.
Artificial intelligence (AI): Computer-based methods that can recognize patterns, generate content, classify information, make predictions, or support action toward a defined goal. In public health, AI should support accountable human work rather than replace public health judgment.
Deep Research: An agentic research capability that can plan a multi-step search, gather and compare sources, and draft a citation-based synthesis. Deep Research can accelerate evidence scans, policy scans, funding reviews, and comparative program research, but sources and conclusions still require human verification.
Generative AI: AI that creates new content, such as text, summaries, images, code, translations, or synthetic examples. Generative AI can help draft or summarize materials, but its outputs can be incomplete, biased, fabricated, or out of date.
Human-in-the-loop: A workflow design in which a person reviews, approves, corrects, or overrides AI outputs before they affect decisions, services, communications, or public health action.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Large language model (LLM): A generative AI model trained on large bodies of text to produce, summarize, classify, translate, or transform language. LLM outputs should be reviewed by qualified humans before use in consequential public health work.
Machine learning: A type of AI that identifies patterns in data and uses those patterns to classify, predict, recommend, or detect unusual activity. Machine learning systems require careful validation because patterns in historical data may not hold in new settings.
Predictive AI: AI that uses data patterns to estimate future events, risks, needs, trends, or outcomes. Predictive AI can support forecasting, prioritization, anomaly detection, or planning, but its outputs should be validated, monitored, and reviewed by humans before affecting consequential public health actions.
Retrieval-augmented generation (RAG): A method that connects a generative AI system to selected source documents or databases so responses can be grounded in approved material. RAG can reduce unsupported answers, but users still need source review and quality checks.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Definitions
What AI Means for Public Health: Artificial intelligence is a family of methods that enable computer systems to learn from data, recognize patterns, generate new content, and support action toward defined goals. For public health agencies, the most consequential near-term branches are generative AI and agentic AI.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Context
Artificial intelligence should be introduced as a set of capabilities rather than a single product. In public health, AI may appear as predictive analytics, classification, natural-language summarization, generative drafting, document search, translation support, or workflow automation. You need to recognize these differences because each capability has different risks, data needs, and review requirements.
A shared foundation also helps departments avoid technology-first decisions. The central question is not whether an AI tool is impressive, but whether it fits a public health purpose, uses appropriate data, improves a workflow, and remains accountable to humans. This matters when AI is embedded in vendor products, offered through enterprise software, or used informally by staff.
By the end of this module, you should be able to describe an AI-supported workflow in plain language: what the system does, what data it uses, who reviews the output, what decision remains human, and what safeguards are required before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concepts
AI is not one technology or one product category. In public health, the word AI may refer to predictive models, classification tools, natural-language processing, generative drafting systems, retrieval tools, automation inside vendor platforms, or agentic workflows that coordinate several steps. Treating these as interchangeable can lead to poor procurement choices, weak safeguards, and confusion about who is accountable for decisions.
Generative AI produces new content from prompts and source material. It can draft, summarize, translate, rewrite, organize, or explain information, but it does not inherently know whether a statement is true, current, equitable, legally appropriate, or consistent with local policy. For public health use, generative outputs should be treated as drafts that require human review and, when possible, grounding in approved source material.
Agentic AI can coordinate a sequence of actions across systems under defined rules. This may include monitoring an inbox, retrieving documents, creating a task, routing a summary, or updating a dashboard. Because agentic systems can initiate steps rather than simply generate text, they require clearer boundaries, audit logs, role-based access, and human approval points before they are used in public health operations.
Public health use requires human review, privacy protections, equity monitoring, and governance. AI can affect trust, service access, surveillance, communications, and resource decisions even when the tool seems administrative. A responsible approach makes the workflow, data, human decision owner, review steps, escalation process, and monitoring expectations visible before the tool is used.
Deep Research tools can support evidence scans, policy scans, legal or procurement comparisons, and funding research by organizing sources into a structured draft. Treat the output as research support, not as final evidence, and verify every source before using the content in policy, governance, public communication, or funding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Application
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Check
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Comes First
Understanding what these systems can and cannot do is the starting point for responsible adoption. Agencies need a shared vocabulary before they can set guardrails, evaluate vendors, select use cases, or explain AI-supported workflows to staff and communities.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Research
Deep Research is an agentic research capability that can plan a multi-step search, gather source materials, compare information, and draft a citation-based synthesis. It can help with literature scans, policy scans, funding reviews, and comparative program analysis, but all sources, dates, claims, and conclusions still need human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Apply This Module
Use the linked plays to decide who should be involved, what decisions need to be made, and which safeguards should be documented. Use the linked tools to turn the concept into an agency artifact that can be saved, reviewed, updated, and used during governance or implementation meetings.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or Guardrail
Do not treat AI as a single tool or assume one model fits every public health task.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Your Practice
A shared AI vocabulary prevents agencies from approving tools before they understand the workflow, data, risk level, and accountability structure. This is especially important for STLT public health departments because AI may enter through many doors: staff productivity tools, vendor platforms, analytics systems, communications workflows, or grant-funded pilots.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tools or AI-enabled vendor products are already being used informally?
Which public health decisions should never be delegated to an AI system?
Who needs enough AI literacy to participate in governance, procurement, or implementation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Ask each program area to list one current task that involves searching, summarizing, drafting, routing, predicting, translating, or prioritizing. Classify each task by AI type and identify the human decision owner.
Expected assignment: Agency AI vocabulary list
Expected assignment: Initial inventory of known or suspected AI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Expected assignment: Draft list of decisions that require human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Introduction to AI for Public Health module?
2. Which practice best supports responsible AI use in public health?
3. Which statement best reflects the risk or guardrail for this module: Do not treat AI as a single tool or assume one model fits every public health task.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Foundational vocabulary for trustworthy AI risk management. https://www.nist.gov/itl/ai-risk-management-framework
ASPPH AI Framework Report: Public health framing for responsible AI education, research, practice, governance, and workforce preparation. https://aspph.org/initiatives/ai-for-public-health/ai-framework-report/
WHO: Ethics and governance of artificial intelligence for health: Health-sector principles for ethical and responsible AI use. https://www.who.int/publications/i/item/9789240029200
NIH PubMed: Primary source for biomedical and public health literature searches. https://pubmed.ncbi.nlm.nih.gov/
CDC Publications and Resources: Public health reports, guidance, and evidence sources for staff review. https://www.cdc.gov/publications/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ASPPH AI Framework Report: Framework language for responsible use of AI-supported research and synthesis. https://aspph.org/initiatives/ai-for-public-health/ai-framework-report/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Use this lesson to build a practical foundation in AI, including predictive.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goal is to understand what each capability can support, where it can.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Foundational Module Appears in tracks: shared-foundational</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2: Responsible AI Policy Template (Template) - Use Responsible AI.</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the concept in plain language for colleagues, leaders, partners,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where the concept affects AI planning, governance, procurement,.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concept to a concrete public health workflow using the linked.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the concept in plain language for colleagues, leaders, partners,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where the concept affects AI planning,.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Apply the concept to a concrete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a practical activity that produces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or contribute to: Initial inventory of known or suspected AI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Produce or contribute to: Draft list of decisions that require human.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or contribute to: Initial inventory of known or suspected AI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or contribute to: Initial inventory of.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or contribute to: Draft list of decisions.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You do not need to become a machine learning engineer to participate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helps you distinguish pattern recognition, predictive analytics,.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That distinction matters because a tool that drafts a message, a tool that.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You do not need to become a machine learning engineer to participate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You do not need to become a machine learning.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helps you distinguish pattern.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That distinction matters because a tool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Agentic AI: AI configured to pursue a goal through multiple steps, such as.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Artificial intelligence (AI): Computer-based methods that can recognize.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Deep Research: An agentic research capability that can plan a multi-step.</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Agentic AI: AI configured to pursue a goal through multiple steps, such as.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Agentic AI: AI configured to pursue a goal through.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requires clear boundaries, permissions,.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Artificial intelligence (AI): Computer-based.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Large language model (LLM): A generative AI model trained on large bodies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Machine learning: A type of AI that identifies patterns in data and uses.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AI: AI that uses data patterns to estimate future events, risks,.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Large language model (LLM): A generative AI model trained on large bodies of.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Large language model (LLM): A generative AI model.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LLM outputs should be reviewed by qualified humans.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Machine learning: A type of AI that identifies.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Additional 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AI Means for Public Health: Artificial intelligence is a family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For public health agencies, the most consequential near-term branches are.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AI Means for Public Health: Artificial intelligence is a family of methods.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AI Means for Public Health: Artificial.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For public health agencies, the most consequential.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Lesson Context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Artificial intelligence should be introduced as a set of capabilities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AI may appear as predictive analytics, classification,.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You need to recognize these differences because each capability has.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Artificial intelligence should be introduced as a set of capabilities rather.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 public health, AI may appear as predictive.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 need to recognize these differences because.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shared foundation also helps departments avoid.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Foundational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is not one technology or one product category. In public health, the word.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Generative AI produces new content from prompts and source material. It can.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AI can coordinate a sequence of actions across systems under defined.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is not one technology or one product category. In public health, the word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is not one technology or one product category.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 public health, the word AI may refer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Treating these as interchangeable can lead to poor.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Artificial intelligence is best understood as a family of capabilities.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Some AI systems classify records, some detect patterns, some predict.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distinction matters because each capability has different data.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Artificial intelligence is best understood as a family of capabilities rather.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Some AI systems classify records, some detect.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distinction matters because each capability.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responsible public health discussion starts by.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Retrieval-augmented generation combines generative AI with a defined set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Instead of relying only on a model's general training, the system retrieves.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approach can be useful for policy summaries, inspection documentation,.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Retrieval-augmented generation combines generative AI with a defined set of.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Instead of relying only on a model's general.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approach can be useful for policy summaries,.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still requires review because retrieval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Application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Use these AI concepts to identify where AI may already be present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Informal use can include staff drafting emails or public messages with.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early inventory does not need to be punitive.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these AI concepts to identify where AI may already be present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Informal use can include staff drafting emails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Its purpose is to understand what is already.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common vocabulary helps different roles evaluate.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Implementation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Before any AI project begins, confirm the purpose of the use, the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questions should be answered before procurement, pilot approval,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department cannot explain what the AI will do and how people will.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Before any AI project begins, confirm the purpose of the use, the data involved,.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Before any AI project begins, confirm the purpose.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department cannot explain what the AI will.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what the AI is allowed to do and what.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Comes First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Understanding what these systems can and cannot do is the starting point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need a shared vocabulary before they can set guardrails, evaluate.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Understanding what these systems can and cannot do is the starting point for.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Understanding what these systems can and cannot do.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Agencies need a shared vocabulary before they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Deep Research</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Deep Research is an agentic research capability that can plan a multi-step.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help with literature scans, policy scans, funding reviews,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Deep Research is an agentic research capability that can plan a multi-step.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Deep Research is an agentic research capability.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can help with literature scans, policy scans,.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to Apply This Module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Use the linked plays to decide who should be involved, what decisions need.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the linked tools to turn the concept into an agency artifact that can be.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linked plays to decide who should be involved, what decisions need to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the linked plays to decide who should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linked tools to turn the concept into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 or Guardrail</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Do not treat AI as a single tool or assume one model fits every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Do not treat AI as a single tool or assume one model fits every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 not treat AI as a single tool or assume one.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Matters for Your Practice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shared AI vocabulary prevents agencies from approving tools before they.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is especially important for STLT public health departments because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shared AI vocabulary prevents agencies from approving tools before they.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shared AI vocabulary prevents agencies from.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is especially important for STLT public.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AI tools or AI-enabled vendor products are already being used informally?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public health decisions should never be delegated to an AI system?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needs enough AI literacy to participate in governance, procurement,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AI tools or AI-enabled vendor products are already being used informally?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AI tools or AI-enabled vendor products are.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public health decisions should never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needs enough AI literacy to participate in.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Ask each program area to list one current task that involves searching,.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Classify each task by AI type and identify the human decision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Expected assignment: Agency AI vocabulary 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Ask each program area to list one current task that involves searching,.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Ask each program area to list one current task.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Expected assignment: Initial inventory of known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Expected assignment: Draft list of decisions that require human accountability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Expected assignment: Draft list of decisions that require human accountability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Expected assignment: Draft list of decisions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most important first step after completing the Introduction.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Which statement best reflects the risk or guardrail for this module: Do.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most important first step after completing the Introduction to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 Foundational vocabulary for trustworthy.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ASPPH AI Framework Report: Public health framing for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 Foundational vocabulary for trustworthy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ASPPH AI Framework Report: Public health framing.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NIH PubMed: Primary source for biomedical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ASPPH AI Framework Report: Framework language for responsible use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ASPPH AI Framework Report: Framework language for responsible use of.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ASPPH AI Framework Report: Framework language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for Public Health</dc:title>
  <dc:subject>Introduction to AI for Public Health learning module</dc:subject>
  <dc:creator>Paula Soper</dc:creator>
  <cp:lastModifiedBy>Paula Soper</cp:lastModifiedBy>
  <cp:revision>1</cp:revision>
  <dcterms:created xsi:type="dcterms:W3CDTF">2026-07-13T03:02:45Z</dcterms:created>
  <dcterms:modified xsi:type="dcterms:W3CDTF">2026-07-13T03:02:45Z</dcterms:modified>
</cp:coreProperties>
</file>