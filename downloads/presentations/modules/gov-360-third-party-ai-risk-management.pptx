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360 Third-Party AI Risk 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governance-security, technical-architecture, program-management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third-party ai risk management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ongoing oversight of vendors, subcontractors, data rights, model updates, and exit plans.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Third-Party AI Risk Management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ongoing oversight of vendors, subcontractors, data rights, model updates, and exit plans.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third-party ai risk management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Third-Party AI Risk Management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Third-Party AI Risk Management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third-party ai risk management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Third-Party AI Risk Management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 exit plans.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 technical-architecture,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third-party ai risk management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third-party ai risk management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ongoing oversight of vendors, subcontractors, data rights, model updates,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matters because AI adoption changes how public health agencies make,.</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matters because AI adoption changes how public health agencies make,.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ongoing oversight of vendors,.</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ongoing oversight of vendors,.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third-party ai risk management artifact for one AI-supported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third-party ai risk management artifact for one AI-supported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Third-Party AI Risk Management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Third-Party AI Risk Management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third-party ai risk management has been applied responsibly?</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third-party ai risk management has been applied responsibly?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Third-Party AI Risk Management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AI Risk Management</dc:title>
  <dc:subject>Third-Party AI Risk Management learning module</dc:subject>
  <dc:creator>Paula Soper</dc:creator>
  <cp:lastModifiedBy>Paula Soper</cp:lastModifiedBy>
  <cp:revision>1</cp:revision>
  <dcterms:created xsi:type="dcterms:W3CDTF">2026-07-12T19:55:21Z</dcterms:created>
  <dcterms:modified xsi:type="dcterms:W3CDTF">2026-07-12T19:55:21Z</dcterms:modified>
</cp:coreProperties>
</file>