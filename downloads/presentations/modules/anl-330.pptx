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330 Equity Evaluation for AI Models
Equity evaluation examines whether an AI model performs differently across populations, places, languages, programs, or service contexts in ways that could create or worsen public health inequities. Public health agencies have a responsibility to evaluate not only average model performance but also who benefits, who may be missed, and who may be harmed. This is especially important when AI is used to prioritize cases, allocate services, detect risk, summarize records, or guide outreach. This module teaches learners how to evaluate AI models and AI-supported outputs through an equity lens. It emphasizes subgroup performance, missingness, representativeness, access, language, disability, rurality, socioeconomic context, and public health impact. The goal is to help agencies identify equity risks before deployment and monitor them after launch. Equity evaluation is not a separate ethical add-on. It is a technical and operational requirement for responsible public health AI. A model that performs well overall may still fail for groups that are underrepresented, incorrectly coded, less connected to healthcare systems, or affected by structural barriers.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Analytics and Modeling Track
Appears in tracks: analytics-and-modeling, governance-and-security, epidemiology, policy, communications
Equity evaluation examines whether an AI model performs differently across populations, places, languages, programs, or service contexts in ways that could create or worsen public health inequities. Public health agencies have a responsibility to evaluate not only average model performance but also who benefits, who may be missed, and who may be harmed. This is especially important when AI is used to prioritize cases, allocate services, detect risk, summarize records, or guide outreach. This module teaches learners how to evaluate AI models and AI-supported outputs through an equity lens. It emphasizes subgroup performance, missingness, representativeness, access, language, disability, rurality, socioeconomic context, and public health impact. The goal is to help agencies identify equity risks before deployment and monitor them after launch. Equity evaluation is not a separate ethical add-on. It is a technical and operational requirement for responsible public health AI. A model that performs well overall may still fail for groups that are underrepresented, incorrectly coded, less connected to healthcare systems, or affected by structural barriers.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13: Monitor and Evaluate AI Systems - This lesson informs Play 13 by helping learners connect the lesson topic to monitor and evaluate ai systems work in the AI Playbook.
Play 11: Build and Deploy AI Solutions - This lesson informs Play 11 by helping learners connect the lesson topic to build and deploy ai solutions work in the AI Playbook.
Play 8: Develop a Funding Strategy - This lesson informs Play 8 by helping learners connect the lesson topic to develop a funding strategy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44: Performance Monitoring Dashboard (Dashboard) - Use this tool to complete or strengthen the practical exercise for the module using fictional, de-identified, or generalized.
Tool 45: Continuous Improvement Log (Log) - Use Continuous Improvement Log to translate this lesson into a documented public health AI planning, governance, implementation,.
Tool 48: AI Evaluation &amp; Outcomes Reporting (Template) - Use this tool to complete or strengthen the practical exercise for the module using fictional, de-identified, or generalized.
Tool 3: Equity Impact Assessment Checklist (Checklist) - Use this tool to complete or strengthen the practical exercise for the module using fictional, de-identified, or generalized.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overall model performance can mask inequitable performance.
Identify relevant subgroups and contextual factors for equity evaluation in public health.
Assess data representativeness, missingness, and measurement bias before model use.
Define subgroup performance measures and review thresholds for AI-supported workflows.
Produce an equity evaluation plan for a model or AI-supported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Equity evaluation examines whether an AI model performs differently across populations, places, languages, programs, or service contexts in ways that could create or worsen public health inequities. Public health agencies have a responsibility to evaluate not only average model performance but also who benefits, who may be missed, and who may be harmed. This is especially important when AI is used to prioritize cases, allocate services, detect risk, summarize records, or guide outreach.
This module teaches learners how to evaluate AI models and AI-supported outputs through an equity lens. It emphasizes subgroup performance, missingness, representativeness, access, language, disability, rurality, socioeconomic context, and public health impact. The goal is to help agencies identify equity risks before deployment and monitor them after launch.
Equity evaluation is not a separate ethical add-on. It is a technical and operational requirement for responsible public health AI. A model that performs well overall may still fail for groups that are underrepresented, incorrectly coded, less connected to healthcare systems, or affected by structural barriers.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model predicts which clients are most likely to miss follow-up care after a public health referral. Overall performance appears acceptable, but subgroup review shows lower sensitivity for rural clients and people with missing phone numbers. The model may under-prioritize people who face transportation, broadband, housing, or communication barriers. Equity evaluation would require additional analysis, workflow changes, and monitoring before the tool is used for outreach prioritization.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Equity evaluation begins with the intended use. A model used for internal workload planning has different equity implications than a model used to prioritize field response or determine which communities receive outreach. Evaluators should identify who is affected by the model output, what action follows, and what harms may occur from false positives, false negatives, or delayed review.
Data assessment is the next step. Public health datasets often reflect uneven healthcare access, reporting patterns, documentation practices, language access, and program reach. Missing race, ethnicity, language, disability, address, housing, or contact information may not be random. It may reflect structural barriers or data collection practices that affect some communities more than others.
Subgroup performance should be measured when data allow. This may include sensitivity, specificity, false positive rates, false negative rates, calibration, timeliness, or user override rates by race, ethnicity, age, sex, gender, geography, language, disability, rurality, payer, facility type, or other relevant factors. Subgroups should be chosen based on public health relevance, not simply data convenience.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Equity evaluation should lead to action. Mitigations may include changing thresholds, improving data collection, adding human review, limiting the intended use, creating separate workflows, improving language access, consulting community partners, adding uncertainty warnings, or declining to deploy the model. Equity monitoring should continue after launch because data patterns and workflow use can change.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Relying on average performance while ignoring subgroup harms.
Using datasets that underrepresent communities with limited healthcare access.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Treating missing data as neutral when missingness reflects structural inequities.
Using AI prioritization to allocate scarce resources without equity review.
Failing to monitor equity impacts after deployment.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Require equity evaluation for AI uses that affect prioritization, eligibility, outreach, response, or public communication.
Assess representativeness and missingness before model use.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Measure subgroup performance where feasible and document limitations where not feasible.
Include community, equity, and program reviewers in governance decisions.
Monitor equity indicators and user overrides after deployment.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equity evaluation plan for one AI model or AI-supported workflow. Include intended use, affected populations, relevant subgroups, data representativeness concerns, missingness concerns, subgroup performance measures, potential harms, mitigation options, monitoring indicators, and decision criteria.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Equity evaluation plan
Subgroup and data representativeness review
Potential harm and mitigation table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Equity monitoring indicators
Governance recommendation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Equity evaluation plan
Subgroup and data representativeness review
Potential harm and mitigation table
Equity monitoring indicators
Governance recommendation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is overall model performance insufficient for public health equity review?
2. What is measurement bias?
3. Which use most clearly requires equity evaluation?
4. What should happen if subgroup performance is poor for a population affected by the workflow?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330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Equity Evaluation for AI Models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Equity evaluation examines whether an AI model performs differently across populations,.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have a responsibility to evaluate not only average model performance.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is especially important when AI is used to prioritize cases, allocate services, detect.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intermediate/practitioner Primary track: Analytics and Modeling Track Appears in tracks: analytics-and-modeling, governance-and-security, epidemiology, policy, communications</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8: Develop a Funding Strategy - This lesson informs Play 8 by helping learners connect.</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44: Performance Monitoring Dashboard (Dashboard)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45: Continuous Improvement Log (Log) - Use Continuous Improvement Log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48: AI Evaluation &amp; Outcomes Reporting (Template)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 complete or.</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why overall model performance can mask inequitable performance.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relevant subgroups and contextual factors for equity evaluation in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Assess data representativeness, missingness, and measurement bias before model use.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why overall model performance can mask inequitable performance.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Define subgroup performance measures and review thresholds for.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an equity evaluation plan for a model or AI-supported.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Equity evaluation examines whether an AI model performs differently across populations, places,.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have a responsibility to evaluate not only average model performance.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is especially important when AI is used to prioritize cases, allocate services, detect.</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Equity evaluation examines whether an AI model performs differently across populations, places,.</a:t>
            </a:r>
            <a:endParaRPr lang="en-US" sz="1320" dirty="0"/>
          </a:p>
        </p:txBody>
      </p:sp>
      <p:sp>
        <p:nvSpPr>
          <p:cNvPr id="13" name="Shape 11"/>
          <p:cNvSpPr/>
          <p:nvPr/>
        </p:nvSpPr>
        <p:spPr>
          <a:xfrm>
            <a:off x="7635240" y="2718511"/>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Risk control loop</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854696" y="3742639"/>
            <a:ext cx="3035808" cy="365760"/>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Responsible use depends on finding risks early, applying safeguards, and watching for drift or harm over time.</a:t>
            </a:r>
            <a:endParaRPr lang="en-US" sz="1120" dirty="0"/>
          </a:p>
        </p:txBody>
      </p:sp>
      <p:sp>
        <p:nvSpPr>
          <p:cNvPr id="24" name="Shape 22"/>
          <p:cNvSpPr/>
          <p:nvPr/>
        </p:nvSpPr>
        <p:spPr>
          <a:xfrm>
            <a:off x="7635240" y="4391863"/>
            <a:ext cx="3474720" cy="1255471"/>
          </a:xfrm>
          <a:prstGeom prst="roundRect">
            <a:avLst>
              <a:gd name="adj" fmla="val 8740"/>
            </a:avLst>
          </a:prstGeom>
          <a:solidFill>
            <a:srgbClr val="EAF6F8"/>
          </a:solidFill>
          <a:ln w="12700">
            <a:solidFill>
              <a:srgbClr val="B9D7E6"/>
            </a:solidFill>
            <a:prstDash val="solid"/>
          </a:ln>
        </p:spPr>
      </p:sp>
      <p:sp>
        <p:nvSpPr>
          <p:cNvPr id="25" name="Text 23"/>
          <p:cNvSpPr/>
          <p:nvPr/>
        </p:nvSpPr>
        <p:spPr>
          <a:xfrm>
            <a:off x="7799832" y="4538167"/>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6" name="Text 24"/>
          <p:cNvSpPr/>
          <p:nvPr/>
        </p:nvSpPr>
        <p:spPr>
          <a:xfrm>
            <a:off x="7799832" y="4867351"/>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provides national-level training guidance for public health agencies and partners.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not legal advice and does not replace review by agency legal counsel, privacy officers,.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Requirements may vary by state, locality, territory, Tribe, agency, funding source,.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provides national-level training guidance for public health agencies and.</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Governance pathway</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 proposed AI use should move through documented review before it becomes an operational workflow.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model predicts which clients are most likely to miss follow-up care after a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Overall performance appears acceptable, but subgroup review shows lower sensitivity for rural.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model may under-prioritize people who face transportation, broadband, housing, or.</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model predicts which clients are most likely to miss follow-up care after a public health referral.</a:t>
            </a:r>
            <a:endParaRPr lang="en-US" sz="1320" dirty="0"/>
          </a:p>
        </p:txBody>
      </p:sp>
      <p:sp>
        <p:nvSpPr>
          <p:cNvPr id="13" name="Shape 11"/>
          <p:cNvSpPr/>
          <p:nvPr/>
        </p:nvSpPr>
        <p:spPr>
          <a:xfrm>
            <a:off x="7635240" y="2718511"/>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Overall performance appears acceptable, but subgroup review shows.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model may under-prioritize people who face transportation,.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Equity evaluation would require additional analysis, workflow.</a:t>
            </a:r>
            <a:endParaRPr lang="en-US" sz="1220" dirty="0"/>
          </a:p>
        </p:txBody>
      </p:sp>
      <p:sp>
        <p:nvSpPr>
          <p:cNvPr id="16" name="Shape 14"/>
          <p:cNvSpPr/>
          <p:nvPr/>
        </p:nvSpPr>
        <p:spPr>
          <a:xfrm>
            <a:off x="7635240" y="4391863"/>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538167"/>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67351"/>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Equity evaluation begins with the intended use.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model used for internal workload planning has different equity implications than a model.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Evaluators should identify who is affected by the model output, what action follows, and what.</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Equity evaluation begins with the intended use.</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Risk control loop</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854696" y="3694176"/>
            <a:ext cx="3035808" cy="365760"/>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Responsible use depends on finding risks early, applying safeguards, and watching for drift or harm over time.</a:t>
            </a:r>
            <a:endParaRPr lang="en-US" sz="1120" dirty="0"/>
          </a:p>
        </p:txBody>
      </p:sp>
      <p:sp>
        <p:nvSpPr>
          <p:cNvPr id="24" name="Shape 22"/>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25" name="Text 23"/>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6" name="Text 24"/>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Equity evaluation should lead to action.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Mitigations may include changing thresholds, improving data collection, adding human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Equity monitoring should continue after launch because data patterns and workflow use can.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Equity evaluation should lead to action.</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Equity evaluation should lead to action.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Mitigations may include changing thresholds, improving data.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Equity monitoring should continue after launch because data.</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Risks and failure modes include the following: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Relying on average performance while ignoring subgroup harms.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Using datasets that underrepresent communities with limited healthcare access.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Risks and failure modes include the following:</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Risks and failure modes include the following: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Relying on average performance while ignoring subgroup harms.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Using datasets that underrepresent communities with limited.</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Treating missing data as neutral when missingness reflects structural inequities.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Using AI prioritization to allocate scarce resources without equity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Failing to monitor equity impacts after deployment.</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Treating missing data as neutral when missingness reflects structural inequities.</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Treating missing data as neutral when missingness reflects.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Using AI prioritization to allocate scarce resources without.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Failing to monitor equity impacts after deployment.</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Recommended guardrails include the following: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 equity evaluation for AI uses that affect prioritization, eligibility, outreach,.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Assess representativeness and missingness before model use.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Recommended guardrails include the following:</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Recommended guardrails include the following: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Require equity evaluation for AI uses that affect prioritization,.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Assess representativeness and missingness before model use.</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Measure subgroup performance where feasible and document limitations where not feasible.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community, equity, and program reviewers in governance decisions.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Monitor equity indicators and user overrides after deployment.</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Measure subgroup performance where feasible and document limitations where not feasible.</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Measure subgroup performance where feasible and document.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Include community, equity, and program reviewers in governance.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Monitor equity indicators and user overrides after deployment.</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Where does this topic appear in your agency, program, or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staff roles would need to understand or apply this concept before AI use is approved?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could go wrong if this topic is not addressed before implementation?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staff roles would need to understand or apply this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could go wrong if this topic is not addressed before.</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evidence would governance, leadership, or operations staff need before moving forward?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policy, data, equity, privacy, security, or workflow questions remain unresolved?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evidence would governance, leadership, or operations staff need before moving.</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evidence would governance, leadership, or operations staff.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policy, data, equity, privacy, security, or workflow.</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an equity evaluation plan for one AI model or AI-supported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intended use, affected populations, relevant subgroups, data representativeness.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an equity evaluation plan for one AI model or AI-supported workflow.</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equity evaluation plan for one AI model or AI-supported.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Include intended use, affected populations, relevant subgroups,.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Equity evaluation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Subgroup and data representativeness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Potential harm and mitigation table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Equity evaluation plan</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Equity evaluation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Subgroup and data representativeness review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Potential harm and mitigation table</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Equity monitoring indicators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Governance recommendation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Equity monitoring indicators</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Equity monitoring indicators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Governance recommendation</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Equity evaluation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Subgroup and data representativeness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Potential harm and mitigation table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Equity evaluation plan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Equity monitoring indicators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Governance recommendation</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Why is overall model performance insufficient for public health equity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What is measurement bias?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Which use most clearly requires equity evaluation?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Why is overall model performance insufficient for public health equity review?</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Why is overall model performance insufficient for public health.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Artificial Intelligence Risk Management Framework:.</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OWASP guidance for LLM application security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Agency policies for privacy, cybersecurity, records, procurement,.</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Relevant public health program SOPs, data governance documentation, and implementation plans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Relevant public health program SOPs, data governance documentation, and implementation.</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Relevant public health program SOPs, data governance.</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Equity Evaluation for AI Models</dc:title>
  <dc:subject>Equity Evaluation for AI Models learning module</dc:subject>
  <dc:creator>Paula Soper</dc:creator>
  <cp:lastModifiedBy>Paula Soper</cp:lastModifiedBy>
  <cp:revision>1</cp:revision>
  <dcterms:created xsi:type="dcterms:W3CDTF">2026-07-13T02:33:43Z</dcterms:created>
  <dcterms:modified xsi:type="dcterms:W3CDTF">2026-07-13T02:33:43Z</dcterms:modified>
</cp:coreProperties>
</file>