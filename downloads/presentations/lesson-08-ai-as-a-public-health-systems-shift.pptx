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 a Public Health Systems Shift is designed for an individual learner using the AI Playbook and Toolkit for Public Health Departments.
AI changes public health infrastructure, workforce expectations, policy, data systems, procurement, public trust, communications, surveillance, and service delivery.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systems-change map.
Produce or contribute to: Cross-program implementation dependencies.
Produce or contribute to: Leadership decision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adoption is a systems change for public health departments. It affects data modernization, procurement, workforce roles, governance authority, legal review, community engagement, communications, emergency response, program operations, and evaluation. Treating AI as a one-time technology purchase leaves agencies with fragmented pilots and unmanaged risk.
AI adoption changes the operating system of a public health department. It affects data infrastructure, workforce expectations, procurement, governance, legal review, public communication, quality improvement, emergency response, and community trust.
When AI is treated as a one-off tool purchase, your department can end up with disconnected pilots, uneven safeguards, unclear ownership, and unsustainable costs. A systems-shift approach connects AI work to existing modernization, equity, workforce, and accountability priorities.
Your training should help leaders and staff see dependencies. A use case may require governance approval, data quality improvements, role-based learning, vendor review, funding, public notice, and monitoring before it can responsibly move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governance: The structures, policies, roles, review pathways, and oversight processes used to guide responsible AI use before, during, and after deployment.
Bridge role: A staff role that helps connect public health practice, data, technology, governance, communications, and program operations so AI work does not sit in a single silo.
Data modernization: Work to improve public health data systems, interoperability, quality, timeliness, analytics, governance, and workforce capacity. AI readiness should build on data modernization rather than bypass it.
Implementation playbook: A sequenced plan that connects approved use cases to governance gates, dependencies, staffing, procurement, funding, training, validation, deployment, monitoring, and sustainment.
Public accountability: The obligation to explain, document, justify, monitor, and correct AI use because public health agencies act under public authority and serve communities that may be affected by their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 map: A visual or structured map showing how an AI use affects connected parts of the agency, such as governance, data, technology, workforce, procurement, communications, equity, funding,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 map is a core concept for this lesson because it turns ai as a public health systems shift from an abstract AI topic into something you can recognize in daily public health work. A visual or structured map that shows how one AI use affects connected parts of the agency.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Dependency is a core concept for this lesson because it turns ai as a public health systems shift from an abstract AI topic into something you can recognize in daily public health work. Something that must be in place before another step can proceed.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Governance gate is a core concept for this lesson because it turns ai as a public health systems shift from an abstract AI topic into something you can recognize in daily public health work. A required decision point before moving forward.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agency-wide governance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Coordinate data modernization with workforce training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Align AI pilots with public accountability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2, Play 3, Play 9, Play 12) to identify the decisions, approvals, people, and timing needed for responsible implementation. Use the related tools (Tool 4, Tool 10, Tool 6) to create documentation that can be reviewed, saved, revised, and used as evidence of readiness. The practical exercise asks you to produce evidence that can feed into that work: Create a systems map showing how AI adoption affects governance, data, technology, workforce, procurement, communications, equity, and funding. Identify gaps that must be addressed before pilots scale.
The main guardrail for this lesson is that Treating AI as a one-off technology purchase can create fragmented adoption, uneven safeguards, and unowned risk.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changes public health infrastructure, not just individual tasks. Your department needs to align AI adoption with data modernization, workforce development, procurement, legal review, community engagement, funding, and evaluation so AI does not become a series of disconnected pilots.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systems map showing how AI adoption affects governance, data, technology, workforce, procurement, communications, equity, and funding. Identify gaps that must be addressed before pilots scale.
AI systems-change map
Cross-program implementation dependencies
Leadership decision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agency systems must change for AI to be governed and sustained?
Where do existing policies already apply, and where are AI-specific standards needed?
How will leadership coordinate AI work across programs rather than approving isolated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ASPPH AI Framework Report: Frames AI as a public health systems issue rather than a narrow technology purchase. https://aspph.org/initiatives/ai-for-public-health/ai-framework-report/
CDC STLT resources: State, tribal, local, and territorial public health implementation context. https://www.cdc.gov/public-health-gateway/php/index.html
Public Health Infrastructure Grant: Workforce, data systems, organizational capacity, and equity investments that can support responsible AI readiness. https://www.cdc.gov/infrastructure-phig/php/index.html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AI as a Public Health Systems Shift</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systems-change map.</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Cross-program implementation dependencies.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adoption is a systems change for public health departments. It affects data modernization, procurement, workforce roles, governance authority, legal review, community engagement, communications, emergency response, program operations, and evaluation. Treating AI as a one-time technology purchase leaves agencies with fragmented pilots and unmanaged risk.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AI governance: The structures, policies, roles, review pathways, and oversight processes used to guide responsible AI use before, during, and after deployment.</a:t>
            </a:r>
            <a:endParaRPr lang="en-US" sz="1320" dirty="0"/>
          </a:p>
          <a:p>
            <a:r>
              <a:rPr lang="en-US" sz="1320" dirty="0">
                <a:solidFill>
                  <a:srgbClr val="17364A"/>
                </a:solidFill>
                <a:latin typeface="Aptos" pitchFamily="34" charset="0"/>
                <a:ea typeface="Aptos" pitchFamily="34" charset="-122"/>
                <a:cs typeface="Aptos" pitchFamily="34" charset="-120"/>
              </a:rPr>
              <a:t>Bridge role: A staff role that helps connect public health practice, data, technology, governance, communications, and program operations so AI work does not sit in a single silo.</a:t>
            </a:r>
            <a:endParaRPr lang="en-US" sz="1320" dirty="0"/>
          </a:p>
          <a:p>
            <a:r>
              <a:rPr lang="en-US" sz="1320" dirty="0">
                <a:solidFill>
                  <a:srgbClr val="17364A"/>
                </a:solidFill>
                <a:latin typeface="Aptos" pitchFamily="34" charset="0"/>
                <a:ea typeface="Aptos" pitchFamily="34" charset="-122"/>
                <a:cs typeface="Aptos" pitchFamily="34" charset="-120"/>
              </a:rPr>
              <a:t>Data modernization: Work to improve public health data systems, interoperability, quality, timeliness, analytics, governance, and workforce capacity. AI readiness should build on data modernization rather than bypass it.</a:t>
            </a:r>
            <a:endParaRPr lang="en-US" sz="1320" dirty="0"/>
          </a:p>
          <a:p>
            <a:r>
              <a:rPr lang="en-US" sz="1320" dirty="0">
                <a:solidFill>
                  <a:srgbClr val="17364A"/>
                </a:solidFill>
                <a:latin typeface="Aptos" pitchFamily="34" charset="0"/>
                <a:ea typeface="Aptos" pitchFamily="34" charset="-122"/>
                <a:cs typeface="Aptos" pitchFamily="34" charset="-120"/>
              </a:rPr>
              <a:t>Implementation playbook: A sequenced plan that connects approved use cases to governance gates, dependencies, staffing, procurement, funding, training, validation, deployment, monitoring, and sustainment.</a:t>
            </a:r>
            <a:endParaRPr lang="en-US" sz="1320" dirty="0"/>
          </a:p>
          <a:p>
            <a:r>
              <a:rPr lang="en-US" sz="1320" dirty="0">
                <a:solidFill>
                  <a:srgbClr val="17364A"/>
                </a:solidFill>
                <a:latin typeface="Aptos" pitchFamily="34" charset="0"/>
                <a:ea typeface="Aptos" pitchFamily="34" charset="-122"/>
                <a:cs typeface="Aptos" pitchFamily="34" charset="-120"/>
              </a:rPr>
              <a:t>Public accountability: The obligation to explain, document, justify, monitor, and correct AI use because public health agencies act under public authority and serve communities that may be affected by their decisions.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Systems map: A visual or structured map showing how an AI use affects connected parts of the agency, such as governance, data, technology, workforce, procurement, communications, equity, funding, and evaluation.</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Systems map is a core concept for this lesson because it turns ai as a public health systems shift from an abstract AI topic into something you can recognize in daily public health work. A visual or structured map that shows how one AI use affects connected parts of the agency.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Dependency is a core concept for this lesson because it turns ai as a public health systems shift from an abstract AI topic into something you can recognize in daily public health work. Something that must be in place before another step can proceed.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Governance gate is a core concept for this lesson because it turns ai as a public health systems shift from an abstract AI topic into something you can recognize in daily public health work. A required decision point before moving forward.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Plan agency-wide governance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Coordinate data modernization with workforce training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Align AI pilots with public accountability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2, Play 3, Play 9, Play 12) to identify the decisions, approvals, people, and timing needed for responsible implementation. Use the related tools (Tool 4, Tool 10, Tool 6) to create documentation that can be reviewed, saved, revised, and used as evidence of readiness. The practical exercise asks you to produce evidence that can feed into that work: Create a systems map showing how AI adoption affects governance, data, technology, workforce, procurement, communications, equity, and funding. Identify gaps that must be addressed before pilots scale. The main guardrail for this lesson is that Treating AI as a one-off technology purchase can create fragmented adoption, uneven safeguards, and unowned risk.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changes public health infrastructure, not just individual tasks. Your department needs to align AI adoption with data modernization, workforce development, procurement, legal review, community engagement, funding, and evaluation so AI does not become a series of disconnected pilots.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Create a systems map showing how AI adoption affects governance, data, technology, workforce, procurement, communications, equity, and funding. Identify gaps that must be addressed before pilots scale.</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systems-change map</a:t>
            </a:r>
            <a:endParaRPr lang="en-US" sz="1400" dirty="0"/>
          </a:p>
          <a:p>
            <a:r>
              <a:rPr lang="en-US" sz="1400" dirty="0">
                <a:solidFill>
                  <a:srgbClr val="17364A"/>
                </a:solidFill>
                <a:latin typeface="Aptos" pitchFamily="34" charset="0"/>
                <a:ea typeface="Aptos" pitchFamily="34" charset="-122"/>
                <a:cs typeface="Aptos" pitchFamily="34" charset="-120"/>
              </a:rPr>
              <a:t>Expected artifact: Cross-program implementation dependencies</a:t>
            </a:r>
            <a:endParaRPr lang="en-US" sz="1400" dirty="0"/>
          </a:p>
          <a:p>
            <a:r>
              <a:rPr lang="en-US" sz="1400" dirty="0">
                <a:solidFill>
                  <a:srgbClr val="17364A"/>
                </a:solidFill>
                <a:latin typeface="Aptos" pitchFamily="34" charset="0"/>
                <a:ea typeface="Aptos" pitchFamily="34" charset="-122"/>
                <a:cs typeface="Aptos" pitchFamily="34" charset="-120"/>
              </a:rPr>
              <a:t>Expected artifact: Leadership decision agenda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agency systems must change for AI to be governed and sustained?</a:t>
            </a:r>
            <a:endParaRPr lang="en-US" sz="1500" dirty="0"/>
          </a:p>
          <a:p>
            <a:r>
              <a:rPr lang="en-US" sz="1500" dirty="0">
                <a:solidFill>
                  <a:srgbClr val="17364A"/>
                </a:solidFill>
                <a:latin typeface="Aptos" pitchFamily="34" charset="0"/>
                <a:ea typeface="Aptos" pitchFamily="34" charset="-122"/>
                <a:cs typeface="Aptos" pitchFamily="34" charset="-120"/>
              </a:rPr>
              <a:t>Where do existing policies already apply, and where are AI-specific standards needed?</a:t>
            </a:r>
            <a:endParaRPr lang="en-US" sz="1500" dirty="0"/>
          </a:p>
          <a:p>
            <a:r>
              <a:rPr lang="en-US" sz="1500" dirty="0">
                <a:solidFill>
                  <a:srgbClr val="17364A"/>
                </a:solidFill>
                <a:latin typeface="Aptos" pitchFamily="34" charset="0"/>
                <a:ea typeface="Aptos" pitchFamily="34" charset="-122"/>
                <a:cs typeface="Aptos" pitchFamily="34" charset="-120"/>
              </a:rPr>
              <a:t>How will leadership coordinate AI work across programs rather than approving isolated tools?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Public Health Systems Shift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ASPPH AI Framework Report: Frames AI as a public health systems issue rather than a narrow technology purchase.</a:t>
            </a:r>
            <a:endParaRPr lang="en-US" sz="1280" dirty="0"/>
          </a:p>
          <a:p>
            <a:r>
              <a:rPr lang="en-US" sz="1280" dirty="0">
                <a:solidFill>
                  <a:srgbClr val="17364A"/>
                </a:solidFill>
                <a:latin typeface="Aptos" pitchFamily="34" charset="0"/>
                <a:ea typeface="Aptos" pitchFamily="34" charset="-122"/>
                <a:cs typeface="Aptos" pitchFamily="34" charset="-120"/>
              </a:rPr>
              <a:t>CDC STLT resources: State, tribal, local, and territorial public health implementation context.</a:t>
            </a:r>
            <a:endParaRPr lang="en-US" sz="1280" dirty="0"/>
          </a:p>
          <a:p>
            <a:r>
              <a:rPr lang="en-US" sz="1280" dirty="0">
                <a:solidFill>
                  <a:srgbClr val="17364A"/>
                </a:solidFill>
                <a:latin typeface="Aptos" pitchFamily="34" charset="0"/>
                <a:ea typeface="Aptos" pitchFamily="34" charset="-122"/>
                <a:cs typeface="Aptos" pitchFamily="34" charset="-120"/>
              </a:rPr>
              <a:t>Public Health Infrastructure Grant: Workforce, data systems, organizational capacity, and equity investments that can support responsible AI readiness.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 a Public Health Systems Shift</dc:title>
  <dc:subject>AI as a Public Health Systems Shift learning module</dc:subject>
  <dc:creator>Paula Soper</dc:creator>
  <cp:lastModifiedBy>Paula Soper</cp:lastModifiedBy>
  <cp:revision>1</cp:revision>
  <dcterms:created xsi:type="dcterms:W3CDTF">2026-07-09T20:18:52Z</dcterms:created>
  <dcterms:modified xsi:type="dcterms:W3CDTF">2026-07-09T20:18:52Z</dcterms:modified>
</cp:coreProperties>
</file>