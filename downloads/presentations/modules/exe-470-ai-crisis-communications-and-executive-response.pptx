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470 AI Crisis Communications and Executive Response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communications, governance-security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crisis communications and executive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Crisis Communications and Executive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executive response to AI incidents, media scrutiny, public concern, and vendor failure.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crisis communications and executive response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Crisis Communications and Executive Response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Crisis Communications and Executive Response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crisis communications and executive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470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Crisis Communications and Executive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 failure.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public-health-executive-leadership, communications,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crisis communications and executive response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crisis communications and executive response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Crisis Communications and Executive Response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Crisis Communications and Executive Response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executive response to AI.</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executive response to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crisis communications and executive response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crisis communications and executive response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Crisis Communications and Executive Response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Crisis Communications and Executive Response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Crisis Communications and Executive Response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Crisis Communications and Executive Response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crisis communications and executive response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crisis communications and executive response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Crisis Communications and Executive Response</dc:title>
  <dc:subject>AI Crisis Communications and Executive Response learning module</dc:subject>
  <dc:creator>Paula Soper</dc:creator>
  <cp:lastModifiedBy>Paula Soper</cp:lastModifiedBy>
  <cp:revision>1</cp:revision>
  <dcterms:created xsi:type="dcterms:W3CDTF">2026-07-12T19:55:21Z</dcterms:created>
  <dcterms:modified xsi:type="dcterms:W3CDTF">2026-07-12T19:55:21Z</dcterms:modified>
</cp:coreProperties>
</file>