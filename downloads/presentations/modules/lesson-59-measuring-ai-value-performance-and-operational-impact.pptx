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OPS 310 Measuring AI Value, Performance, and Operational Impact
AI tools should be evaluated not only by model accuracy, but also by whether they improve public health operations and outcomes. This module teaches learners to define measures for timeliness, quality, equity, staff burden, cost, user satisfaction, safety, trust, and sustainability. It helps agencies avoid adopting AI because it is novel and instead assess whether it creates measurable public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Operations and Data Quality Track
Appears in tracks: operations-data-quality
AI tools should be evaluated not only by model accuracy, but also by whether they improve public health operations and outcomes. This module teaches learners to define measures for timeliness, quality, equity, staff burden, cost, user satisfaction, safety, trust, and sustainability. It helps agencies avoid adopting AI because it is novel and instead assess whether it creates measurable public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7: Prioritize Use Cases - This lesson informs Play 7 by helping learners connect the lesson topic to prioritize use cases work in the AI Playbook sequence.
Play 13: Monitor and Evaluate AI Systems - This lesson informs Play 13 by helping learners connect the lesson topic to monitor and evaluate ai systems work in the AI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measuring ai value, performance, and operational impact in public health AI work.
Identify the technical, operational, privacy, security, equity, and governance issues associated with the topic.
Apply the topic to a real or realistic public health workflow, system, or implementation scenario.
Recognize common failure modes that can affect safety, accuracy, trust, workflow fit, or sustainability.
Identify practical guardrails that should be documented before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AI value and impact measurement plan that can support readiness assessment, governance review, procurement, implementation, or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tools should be evaluated not only by model accuracy, but also by whether they improve public health operations and outcomes. This module teaches learners to define measures for timeliness, quality, equity, staff burden, cost, user satisfaction, safety, trust, and sustainability. It helps agencies avoid adopting AI because it is novel and instead assess whether it creates measurable public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Measuring AI Value, Performance, and Operational Impact matters because AI systems are embedded in public health programs, data systems, and decision processes rather than operating in isolation. The topic affects whether AI outputs are accurate, explainable, safe, equitable, secure, and sustainable. Agencies that ignore this area may create tools that work in a demonstration but fail in actual practice.
The topic also affects accountability. Public health agencies must be able to explain how data are used, why a tool was approved, what evidence supports the workflow, who reviews outputs, and what happens when the system fails. These responsibilities become more important as AI tools move from experimentation into operational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AI value is the benefit created by an AI-supported workflow relative to its costs, risks, and alternatives. Value may include faster response, improved quality, reduced burden, better access, stronger equity, improved documentation, or better use of limited resources.
Model performance measures how well the AI system performs a technical task. Operational impact measures whether the workflow actually improves public health practice. A model can have strong technical metrics and still fail to reduce burden, improve timeliness, or support equitable outcomes.
Evaluation should be planned before implementation. Agencies should define baseline measures, target outcomes, data sources, review frequency, and decision rules for continuation, modification, scaling, or retirement.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may deploy AI to summarize case reports with the goal of reducing investigator burden. Accuracy alone is not enough to prove value. The agency should also measure review time, editing burden, error types, investigator satisfaction, case completion timeliness, escalation frequency, subgroup performance, and whether staff continue to trust and use the tool appropriately.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Value measurement begins with a theory of change. The team should explain how the AI capability is expected to improve the workflow and which outcomes should change. For example, a summarization tool may reduce review time, improve completeness, and allow staff to focus on complex cases. These assumptions should be tested rather than assumed.
Measures should include technical, operational, equity, and governance indicators. Technical indicators may include accuracy, error rates, latency, and uptime. Operational indicators may include timeliness, backlog, staff burden, user adoption, and quality. Equity indicators may include subgroup performance, access, language, disability, and community impact. Governance indicators may include documentation completeness, incident reports, and monitoring review completion.
Agencies should define action thresholds. If the tool produces too many errors, increases burden, performs poorly for a subgroup, or creates trust concerns, the agency should know whether to retrain, revise, restrict, pause, or retire the tool. Value measurement should support decisions, not merely reporting.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technical detail rather than a public health control. When staff do not connect technical decisions to authority, workflow, equity, privacy, security, and accountability, the agency may adopt a tool that appears useful but cannot be sustained or defended.
Another risk is relying on vendor claims without agency-defined evidence. Vendors may provide demonstrations, dashboards, or summary metrics that do not match the agency workflow or data environment. A guardrail is to require documentation, test results, acceptance criteria, and agency-controlled review.
A third risk is failing to plan for change. Public health data, policies, systems, and emergencies change. Any technical approach must include monitoring, review, versioning, escalation, and retirement pathways so the agency can respond when assumptions no longer 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predictive analytics, RAG, automation, and agentic workflows all depend on the controls described in this module. The controls should be scaled to the risk of the use case. A tool that drafts internal training text may require lighter review than a tool that updates case records, prioritizes outreach, or supports public communication during an emergency.
The module should be applied during readiness assessment, procurement, implementation planning, pilot testing, and post-deployment monitoring. Learners should document how the topic affects data, systems, users, safeguards, and decision-making for the selected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one current or proposed AI workflow in your agency?
What decisions, data sources, users, or partners would be affected if this area is poorly designed?
What evidence would governance reviewers need before approving the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safeguards should be required before pilot testing?
Who owns ongoing monitoring and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AI value and impact measurement plan for one real or realistic public health AI workflow. The artifact should describe the use case, affected users, data sources, system dependencies, risks, guardrails, review points, and unresolved questions.
The exercise should produce a work product that could be used in a governance meeting, procurement review, implementation planning session, pilot evaluation, or monitoring review. Learners should document assumptions and identify which staff or partners need to be consulted.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completed AI value and impact measurement plan. It should be specific to a public health workflow and should include technical dependencies, governance questions, human review expectations, monitoring indicators, and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completed AI value and impact measurement plan. It should be specific to a public health workflow and should include technical dependencies, governance questions, human review expectations, monitoring indicators, and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address measuring ai value, performance, and operational impact before deployment?
2. Which practice best supports responsible implementation?
3. Which statement best describes a common failure mode?
4. What should be included in the practical artifact for this module?
5. When should the issue be escalated for governance or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Evaluation Framework: https://www.cdc.gov/evaluation/
CDC Public Health Data Strategy: https://www.cdc.gov/public-health-data-strategy/php/about/index.html
NIST Artificial Intelligence Risk Management Framework: https://www.nist.gov/itl/ai-risk-management-framework
NIST AI RMF Generative AI Profile: https://www.nist.gov/publications/artificial-intelligence-risk-management-framework-generative-artificial-intelligence
Agency performance management, quality improvement, equity, and evaluation policies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OPS 310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Measuring AI Value, Performance, and Operational Impact</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tools should be evaluated not only by model accuracy, but also by whether they improve public health.</a:t>
            </a:r>
            <a:endParaRPr lang="en-US" sz="2100" dirty="0"/>
          </a:p>
          <a:p>
            <a:r>
              <a:rPr lang="en-US" sz="2100" dirty="0">
                <a:solidFill>
                  <a:srgbClr val="17364A"/>
                </a:solidFill>
                <a:latin typeface="Aptos" pitchFamily="34" charset="0"/>
                <a:ea typeface="Aptos" pitchFamily="34" charset="-122"/>
                <a:cs typeface="Aptos" pitchFamily="34" charset="-120"/>
              </a:rPr>
              <a:t>This module teaches learners to define measures for timeliness, quality, equity, staff burden, cost, user.</a:t>
            </a:r>
            <a:endParaRPr lang="en-US" sz="2100" dirty="0"/>
          </a:p>
          <a:p>
            <a:r>
              <a:rPr lang="en-US" sz="2100" dirty="0">
                <a:solidFill>
                  <a:srgbClr val="17364A"/>
                </a:solidFill>
                <a:latin typeface="Aptos" pitchFamily="34" charset="0"/>
                <a:ea typeface="Aptos" pitchFamily="34" charset="-122"/>
                <a:cs typeface="Aptos" pitchFamily="34" charset="-120"/>
              </a:rPr>
              <a:t>It helps agencies avoid adopting AI because it is novel and instead assess whether it creates measurable public.</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Operations and Data Quality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operations-data-quality</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13: Monitor and Evaluate AI Systems - This lesson informs Play 13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this tool to complete or strengthen.</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purpose of measuring ai value, performance, and operational impact in public health AI work.</a:t>
            </a:r>
            <a:endParaRPr lang="en-US" sz="2100" dirty="0"/>
          </a:p>
          <a:p>
            <a:r>
              <a:rPr lang="en-US" sz="2100" dirty="0">
                <a:solidFill>
                  <a:srgbClr val="17364A"/>
                </a:solidFill>
                <a:latin typeface="Aptos" pitchFamily="34" charset="0"/>
                <a:ea typeface="Aptos" pitchFamily="34" charset="-122"/>
                <a:cs typeface="Aptos" pitchFamily="34" charset="-120"/>
              </a:rPr>
              <a:t>Identify the technical, operational, privacy, security, equity, and governance issues associated with.</a:t>
            </a:r>
            <a:endParaRPr lang="en-US" sz="2100" dirty="0"/>
          </a:p>
          <a:p>
            <a:r>
              <a:rPr lang="en-US" sz="2100" dirty="0">
                <a:solidFill>
                  <a:srgbClr val="17364A"/>
                </a:solidFill>
                <a:latin typeface="Aptos" pitchFamily="34" charset="0"/>
                <a:ea typeface="Aptos" pitchFamily="34" charset="-122"/>
                <a:cs typeface="Aptos" pitchFamily="34" charset="-120"/>
              </a:rPr>
              <a:t>Apply the topic to a real or realistic public health workflow, system, or implementation scenario.</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purpose of measuring ai value, performance, and operational impact in public health AI work.</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a AI value and impact measurement plan that can support readiness assessment, governance.</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a AI value and impact measurement plan that can support readiness assessment, governance.</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tools should be evaluated not only by model accuracy, but also by whether they improve public health.</a:t>
            </a:r>
            <a:endParaRPr lang="en-US" sz="2100" dirty="0"/>
          </a:p>
          <a:p>
            <a:r>
              <a:rPr lang="en-US" sz="2100" dirty="0">
                <a:solidFill>
                  <a:srgbClr val="17364A"/>
                </a:solidFill>
                <a:latin typeface="Aptos" pitchFamily="34" charset="0"/>
                <a:ea typeface="Aptos" pitchFamily="34" charset="-122"/>
                <a:cs typeface="Aptos" pitchFamily="34" charset="-120"/>
              </a:rPr>
              <a:t>This module teaches learners to define measures for timeliness, quality, equity, staff burden, cost,.</a:t>
            </a:r>
            <a:endParaRPr lang="en-US" sz="2100" dirty="0"/>
          </a:p>
          <a:p>
            <a:r>
              <a:rPr lang="en-US" sz="2100" dirty="0">
                <a:solidFill>
                  <a:srgbClr val="17364A"/>
                </a:solidFill>
                <a:latin typeface="Aptos" pitchFamily="34" charset="0"/>
                <a:ea typeface="Aptos" pitchFamily="34" charset="-122"/>
                <a:cs typeface="Aptos" pitchFamily="34" charset="-120"/>
              </a:rPr>
              <a:t>It helps agencies avoid adopting AI because it is novel and instead assess whether it creates.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tools should be evaluated not only by model accuracy, but also by whether they improve public health.</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Measuring AI Value, Performance, and Operational Impact matters because AI systems are embedded in.</a:t>
            </a:r>
            <a:endParaRPr lang="en-US" sz="2100" dirty="0"/>
          </a:p>
          <a:p>
            <a:r>
              <a:rPr lang="en-US" sz="2100" dirty="0">
                <a:solidFill>
                  <a:srgbClr val="17364A"/>
                </a:solidFill>
                <a:latin typeface="Aptos" pitchFamily="34" charset="0"/>
                <a:ea typeface="Aptos" pitchFamily="34" charset="-122"/>
                <a:cs typeface="Aptos" pitchFamily="34" charset="-120"/>
              </a:rPr>
              <a:t>The topic affects whether AI outputs are accurate, explainable, safe, equitable, secure, and sustainable.</a:t>
            </a:r>
            <a:endParaRPr lang="en-US" sz="2100" dirty="0"/>
          </a:p>
          <a:p>
            <a:r>
              <a:rPr lang="en-US" sz="2100" dirty="0">
                <a:solidFill>
                  <a:srgbClr val="17364A"/>
                </a:solidFill>
                <a:latin typeface="Aptos" pitchFamily="34" charset="0"/>
                <a:ea typeface="Aptos" pitchFamily="34" charset="-122"/>
                <a:cs typeface="Aptos" pitchFamily="34" charset="-120"/>
              </a:rPr>
              <a:t>Agencies that ignore this area may create tools that work in a demonstration but fail in actual practice.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Measuring AI Value, Performance, and Operational Impact matters because AI systems are embedded in.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value is the benefit created by an AI-supported workflow relative to its costs, risks, and.</a:t>
            </a:r>
            <a:endParaRPr lang="en-US" sz="2100" dirty="0"/>
          </a:p>
          <a:p>
            <a:r>
              <a:rPr lang="en-US" sz="2100" dirty="0">
                <a:solidFill>
                  <a:srgbClr val="17364A"/>
                </a:solidFill>
                <a:latin typeface="Aptos" pitchFamily="34" charset="0"/>
                <a:ea typeface="Aptos" pitchFamily="34" charset="-122"/>
                <a:cs typeface="Aptos" pitchFamily="34" charset="-120"/>
              </a:rPr>
              <a:t>Value may include faster response, improved quality, reduced burden, better access, stronger equity,.</a:t>
            </a:r>
            <a:endParaRPr lang="en-US" sz="2100" dirty="0"/>
          </a:p>
          <a:p>
            <a:r>
              <a:rPr lang="en-US" sz="2100" dirty="0">
                <a:solidFill>
                  <a:srgbClr val="17364A"/>
                </a:solidFill>
                <a:latin typeface="Aptos" pitchFamily="34" charset="0"/>
                <a:ea typeface="Aptos" pitchFamily="34" charset="-122"/>
                <a:cs typeface="Aptos" pitchFamily="34" charset="-120"/>
              </a:rPr>
              <a:t>Model performance measures how well the AI system performs a technical task.</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value is the benefit created by an AI-supported workflow relative to its costs, risks, and.</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health department may deploy AI to summarize case reports with the goal of reducing investigator.</a:t>
            </a:r>
            <a:endParaRPr lang="en-US" sz="2100" dirty="0"/>
          </a:p>
          <a:p>
            <a:r>
              <a:rPr lang="en-US" sz="2100" dirty="0">
                <a:solidFill>
                  <a:srgbClr val="17364A"/>
                </a:solidFill>
                <a:latin typeface="Aptos" pitchFamily="34" charset="0"/>
                <a:ea typeface="Aptos" pitchFamily="34" charset="-122"/>
                <a:cs typeface="Aptos" pitchFamily="34" charset="-120"/>
              </a:rPr>
              <a:t>Accuracy alone is not enough to prove value.</a:t>
            </a:r>
            <a:endParaRPr lang="en-US" sz="2100" dirty="0"/>
          </a:p>
          <a:p>
            <a:r>
              <a:rPr lang="en-US" sz="2100" dirty="0">
                <a:solidFill>
                  <a:srgbClr val="17364A"/>
                </a:solidFill>
                <a:latin typeface="Aptos" pitchFamily="34" charset="0"/>
                <a:ea typeface="Aptos" pitchFamily="34" charset="-122"/>
                <a:cs typeface="Aptos" pitchFamily="34" charset="-120"/>
              </a:rPr>
              <a:t>The agency should also measure review time, editing burden, error types, investigator satisfaction,.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health department may deploy AI to summarize case reports with the goal of reducing investigator.</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Value measurement begins with a theory of change.</a:t>
            </a:r>
            <a:endParaRPr lang="en-US" sz="2100" dirty="0"/>
          </a:p>
          <a:p>
            <a:r>
              <a:rPr lang="en-US" sz="2100" dirty="0">
                <a:solidFill>
                  <a:srgbClr val="17364A"/>
                </a:solidFill>
                <a:latin typeface="Aptos" pitchFamily="34" charset="0"/>
                <a:ea typeface="Aptos" pitchFamily="34" charset="-122"/>
                <a:cs typeface="Aptos" pitchFamily="34" charset="-120"/>
              </a:rPr>
              <a:t>The team should explain how the AI capability is expected to improve the workflow and which outcomes.</a:t>
            </a:r>
            <a:endParaRPr lang="en-US" sz="2100" dirty="0"/>
          </a:p>
          <a:p>
            <a:r>
              <a:rPr lang="en-US" sz="2100" dirty="0">
                <a:solidFill>
                  <a:srgbClr val="17364A"/>
                </a:solidFill>
                <a:latin typeface="Aptos" pitchFamily="34" charset="0"/>
                <a:ea typeface="Aptos" pitchFamily="34" charset="-122"/>
                <a:cs typeface="Aptos" pitchFamily="34" charset="-120"/>
              </a:rPr>
              <a:t>For example, a summarization tool may reduce review time, improve completeness, and allow staff to.</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Value measurement begins with a theory of change.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2100" dirty="0"/>
          </a:p>
          <a:p>
            <a:r>
              <a:rPr lang="en-US" sz="2100" dirty="0">
                <a:solidFill>
                  <a:srgbClr val="17364A"/>
                </a:solidFill>
                <a:latin typeface="Aptos" pitchFamily="34" charset="0"/>
                <a:ea typeface="Aptos" pitchFamily="34" charset="-122"/>
                <a:cs typeface="Aptos" pitchFamily="34" charset="-120"/>
              </a:rPr>
              <a:t>When staff do not connect technical decisions to authority, workflow, equity, privacy, security, and.</a:t>
            </a:r>
            <a:endParaRPr lang="en-US" sz="2100" dirty="0"/>
          </a:p>
          <a:p>
            <a:r>
              <a:rPr lang="en-US" sz="2100" dirty="0">
                <a:solidFill>
                  <a:srgbClr val="17364A"/>
                </a:solidFill>
                <a:latin typeface="Aptos" pitchFamily="34" charset="0"/>
                <a:ea typeface="Aptos" pitchFamily="34" charset="-122"/>
                <a:cs typeface="Aptos" pitchFamily="34" charset="-120"/>
              </a:rPr>
              <a:t>Another risk is relying on vendor claims without agency-defined evidence.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a:t>
            </a:r>
            <a:endParaRPr lang="en-US" sz="2100" dirty="0"/>
          </a:p>
          <a:p>
            <a:r>
              <a:rPr lang="en-US" sz="2100" dirty="0">
                <a:solidFill>
                  <a:srgbClr val="17364A"/>
                </a:solidFill>
                <a:latin typeface="Aptos" pitchFamily="34" charset="0"/>
                <a:ea typeface="Aptos" pitchFamily="34" charset="-122"/>
                <a:cs typeface="Aptos" pitchFamily="34" charset="-120"/>
              </a:rPr>
              <a:t>The controls should be scaled to the risk of the use case.</a:t>
            </a:r>
            <a:endParaRPr lang="en-US" sz="2100" dirty="0"/>
          </a:p>
          <a:p>
            <a:r>
              <a:rPr lang="en-US" sz="2100" dirty="0">
                <a:solidFill>
                  <a:srgbClr val="17364A"/>
                </a:solidFill>
                <a:latin typeface="Aptos" pitchFamily="34" charset="0"/>
                <a:ea typeface="Aptos" pitchFamily="34" charset="-122"/>
                <a:cs typeface="Aptos" pitchFamily="34" charset="-120"/>
              </a:rPr>
              <a:t>A tool that drafts internal training text may require lighter review than a tool that updates case.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2100" dirty="0"/>
          </a:p>
          <a:p>
            <a:r>
              <a:rPr lang="en-US" sz="2100" dirty="0">
                <a:solidFill>
                  <a:srgbClr val="17364A"/>
                </a:solidFill>
                <a:latin typeface="Aptos" pitchFamily="34" charset="0"/>
                <a:ea typeface="Aptos" pitchFamily="34" charset="-122"/>
                <a:cs typeface="Aptos" pitchFamily="34" charset="-120"/>
              </a:rPr>
              <a:t>What decisions, data sources, users, or partners would be affected if this area is poorly designed?</a:t>
            </a:r>
            <a:endParaRPr lang="en-US" sz="2100" dirty="0"/>
          </a:p>
          <a:p>
            <a:r>
              <a:rPr lang="en-US" sz="2100" dirty="0">
                <a:solidFill>
                  <a:srgbClr val="17364A"/>
                </a:solidFill>
                <a:latin typeface="Aptos" pitchFamily="34" charset="0"/>
                <a:ea typeface="Aptos" pitchFamily="34" charset="-122"/>
                <a:cs typeface="Aptos" pitchFamily="34" charset="-120"/>
              </a:rPr>
              <a:t>What evidence would governance reviewers need before approving the workflow?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safeguards should be required before pilot testing?</a:t>
            </a:r>
            <a:endParaRPr lang="en-US" sz="2100" dirty="0"/>
          </a:p>
          <a:p>
            <a:r>
              <a:rPr lang="en-US" sz="2100" dirty="0">
                <a:solidFill>
                  <a:srgbClr val="17364A"/>
                </a:solidFill>
                <a:latin typeface="Aptos" pitchFamily="34" charset="0"/>
                <a:ea typeface="Aptos" pitchFamily="34" charset="-122"/>
                <a:cs typeface="Aptos" pitchFamily="34" charset="-120"/>
              </a:rPr>
              <a:t>Who owns ongoing monitoring and review?</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safeguards should be required before pilot testing?</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AI value and impact measurement plan for one real or realistic public health AI workflow.</a:t>
            </a:r>
            <a:endParaRPr lang="en-US" sz="2100" dirty="0"/>
          </a:p>
          <a:p>
            <a:r>
              <a:rPr lang="en-US" sz="2100" dirty="0">
                <a:solidFill>
                  <a:srgbClr val="17364A"/>
                </a:solidFill>
                <a:latin typeface="Aptos" pitchFamily="34" charset="0"/>
                <a:ea typeface="Aptos" pitchFamily="34" charset="-122"/>
                <a:cs typeface="Aptos" pitchFamily="34" charset="-120"/>
              </a:rPr>
              <a:t>The artifact should describe the use case, affected users, data sources, system dependencies, risks,.</a:t>
            </a:r>
            <a:endParaRPr lang="en-US" sz="2100" dirty="0"/>
          </a:p>
          <a:p>
            <a:r>
              <a:rPr lang="en-US" sz="2100" dirty="0">
                <a:solidFill>
                  <a:srgbClr val="17364A"/>
                </a:solidFill>
                <a:latin typeface="Aptos" pitchFamily="34" charset="0"/>
                <a:ea typeface="Aptos" pitchFamily="34" charset="-122"/>
                <a:cs typeface="Aptos" pitchFamily="34" charset="-120"/>
              </a:rPr>
              <a:t>The exercise should produce a work product that could be used in a governance meeting, procurement.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AI value and impact measurement plan for one real or realistic public health AI workflow.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expected artifact is a completed AI value and impact measurement plan.</a:t>
            </a:r>
            <a:endParaRPr lang="en-US" sz="2100" dirty="0"/>
          </a:p>
          <a:p>
            <a:r>
              <a:rPr lang="en-US" sz="2100" dirty="0">
                <a:solidFill>
                  <a:srgbClr val="17364A"/>
                </a:solidFill>
                <a:latin typeface="Aptos" pitchFamily="34" charset="0"/>
                <a:ea typeface="Aptos" pitchFamily="34" charset="-122"/>
                <a:cs typeface="Aptos" pitchFamily="34" charset="-120"/>
              </a:rPr>
              <a:t>It should be specific to a public health workflow and should include technical dependencies, governance.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expected artifact is a completed AI value and impact measurement plan.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expected artifact is a completed AI value and impact measurement plan. It should be specific to a.</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expected artifact is a completed AI value and impact measurement plan. It should be specific to a.</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best reason to address measuring ai value, performance, and operational impact before.</a:t>
            </a:r>
            <a:endParaRPr lang="en-US" sz="2100" dirty="0"/>
          </a:p>
          <a:p>
            <a:r>
              <a:rPr lang="en-US" sz="2100" dirty="0">
                <a:solidFill>
                  <a:srgbClr val="17364A"/>
                </a:solidFill>
                <a:latin typeface="Aptos" pitchFamily="34" charset="0"/>
                <a:ea typeface="Aptos" pitchFamily="34" charset="-122"/>
                <a:cs typeface="Aptos" pitchFamily="34" charset="-120"/>
              </a:rPr>
              <a:t>2. Which practice best supports responsible implementation?</a:t>
            </a:r>
            <a:endParaRPr lang="en-US" sz="2100" dirty="0"/>
          </a:p>
          <a:p>
            <a:r>
              <a:rPr lang="en-US" sz="2100" dirty="0">
                <a:solidFill>
                  <a:srgbClr val="17364A"/>
                </a:solidFill>
                <a:latin typeface="Aptos" pitchFamily="34" charset="0"/>
                <a:ea typeface="Aptos" pitchFamily="34" charset="-122"/>
                <a:cs typeface="Aptos" pitchFamily="34" charset="-120"/>
              </a:rPr>
              <a:t>3. Which statement best describes a common failure mode?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best reason to address measuring ai value, performance, and operational impact before.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Evaluation Framework: https://www.cdc.gov/evaluation/</a:t>
            </a:r>
            <a:endParaRPr lang="en-US" sz="2100" dirty="0"/>
          </a:p>
          <a:p>
            <a:r>
              <a:rPr lang="en-US" sz="2100" dirty="0">
                <a:solidFill>
                  <a:srgbClr val="17364A"/>
                </a:solidFill>
                <a:latin typeface="Aptos" pitchFamily="34" charset="0"/>
                <a:ea typeface="Aptos" pitchFamily="34" charset="-122"/>
                <a:cs typeface="Aptos" pitchFamily="34" charset="-120"/>
              </a:rPr>
              <a:t>CDC Public Health Data Strategy: https://www.cdc.gov/public-health-data-strategy/php/about/index.html</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Evaluation Framework: https://www.cdc.gov/evaluation/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Measuring AI Value, Performance, and Operational Impact</dc:title>
  <dc:subject>Measuring AI Value, Performance, and Operational Impact learning module</dc:subject>
  <dc:creator>Paula Soper</dc:creator>
  <cp:lastModifiedBy>Paula Soper</cp:lastModifiedBy>
  <cp:revision>1</cp:revision>
  <dcterms:created xsi:type="dcterms:W3CDTF">2026-07-12T19:24:28Z</dcterms:created>
  <dcterms:modified xsi:type="dcterms:W3CDTF">2026-07-12T19:24:28Z</dcterms:modified>
</cp:coreProperties>
</file>