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for Case Investigation and Outbreak Response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case investigation and outbreak response tasks that AI may support.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between AI-supported triage, summarization, extraction, signal detection, and decision-making.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data quality, timeliness, source traceability, and equity risks in AI-supported response workflows.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human review, escalation, and documentation expectations for AI outputs.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 AI-supported case investigation or outbreak response workflow review.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Case investigation or outbreak response workflow review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Epidemiology Role-Based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epi-300-ai-for-case-investigation-and-outbreak-response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300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300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investigation: The process of collecting and interpreting information about a person or event relevant to a public health…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Outbreak signal: A pattern or alert that may indicate an unusual increase, cluster, or public health concern requiring review.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Exposure extraction: The identification of possible exposures, locations, dates, contacts, or risk factors from structured or…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Situation update: A summary of current information, actions, risks, and next steps during a response.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Epidemiologic judgment: Professional interpretation that considers data, context, uncertainty, bias, and public health significance.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300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a foodborne illness investigation, AI is used to summarize interview notes and extract possible exposures.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Investigators compare the extracted exposures to original notes, review uncertain or conflicting information, and document final interpretations.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 helps reduce manual review time, but it does not determine the outbreak source or issue public recommendations without epidemiologist…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what AI may support, what humans must decide, and how outputs should be reviewed.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300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support case investigation by reducing the burden of reviewing large volumes of information.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language processing and generative AI may help summarize case notes, identify missing fields, extract dates and exposures, or…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tasks are appropriate only when outputs are traceable to source material and investigators can correct errors before the information…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Outbreak response may involve signal detection, anomaly review, geospatial patterns, laboratory results, syndromic surveillance, community…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help identify patterns or organize information, but it can also generate false signals or miss subtle context.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signal should trigger epidemiologic review, not automatic public health action.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300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and failure modes include the following: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summaries omitting uncertainty or unsupported details.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outbreak signals creating unnecessary response or public concern.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Missed signals because some communities are underrepresented in data.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prioritization replacing epidemiologic judgment.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300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 AI-supported case investigation or outbreak response workflow review.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the supported task, data sources, AI output, source traceability, human review point, uncertainty documentation, equity risks,…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investigation or outbreak response workflow review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traceability checklist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and missing data documentation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and escalation review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guidance for LLM application security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cybersecurity, records, procurement, accessibility, and…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public health program SOPs, data governance documentation, and implementation…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300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should AI outputs do in case investigation?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an outbreak signal?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Why is uncertainty documentation important during response?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guardrail is appropriate for AI-extracted exposures?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completion evidence?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300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EPI 300: AI for Case Investigation and Outbreak Response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