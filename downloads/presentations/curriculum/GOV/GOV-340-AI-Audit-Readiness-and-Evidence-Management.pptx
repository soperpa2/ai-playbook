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Audit Readiness and Evidence Management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AI systems require lifecycle evidence management.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core records that support AI audit readiness.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between approval evidence, validation evidence, operational evidence, and incident evidence.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AI evidence inventory for an approved or proposed use case.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retention, ownership, and review expectations for AI governance artifacts.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evidence inventory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Governance and Security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gov-340-ai-audit-readiness-and-evidence-management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readiness: The ability to produce reliable evidence showing how decisions, controls, evaluations, and oversight were…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inventory: A structured list of documents, records, logs, and artifacts that support oversight of an AI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log: A record of major approvals, conditions, deferrals, rejections, and changes.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evidence: Records showing how a model, tool, workflow, or output was tested before and after deployment.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evidence: Records showing how a system is used, monitored, maintained, and corrected during routine operations.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uses an AI tool to help classify public inquiries.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months later, a concern is raised that the tool may be misclassifying language access requests.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Audit-ready evidence would include the approved use case, validation plan, subgroup review, SOP, training records, user override logs, incident…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evidence allows the agency to investigate the concern and decide whether to modify, pause, or retire the workflow.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what AI may support, what humans must decide, and how outputs should be reviewed.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evidence begins at intake.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should preserve the use case description, risk triage, required reviewers, approval conditions, and rationale for the decision.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use case is rejected or deferred, that decision should also be documented.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early records help explain why a tool exists and what limits were placed on its use.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evidence should show how the agency determined whether the AI-supported workflow was fit for purpose.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may include test datasets, evaluation rubrics, accuracy measures, subgroup performance, user acceptance testing, security review,…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and failure modes include the following: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 without records of conditions or rationale.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results stored informally or not retained.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documentation accepted without agency review or local evidence.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 that cannot be reconstructed because logs or decisions were not preserved.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AI audit readiness evidence inventory for one AI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required artifacts from intake through retirement, the owner of each artifact, storage location, retention expectation, update…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evidence inventory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log template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ownership and retention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list for missing evidence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guidance for LLM application security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cybersecurity, records, procurement, accessibility, and…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public health program SOPs, data governance documentation, and implementation…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AI audit readiness?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record should be preserved from AI governance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is validation evidence?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Why is operational evidence important?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340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 340: AI Audit Readiness and Evidence Management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