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staff often need to communicate AI or model results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explain model outputs, uncertainty,.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model results in plain language for nontechnical audiences.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uncertainty, variability, error, bias, and data limitations.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model results should include confidence intervals, prediction.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when model results should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Avoid overclaiming, causal overreach, and false.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model communication brief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staff often need to communicate AI or model results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to explain model outputs,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focuses on practical communication.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staff often need to communicate AI or model results to leaders,.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Uncertainty: The degree to which an estimate, prediction, or conclusion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Prediction interval: A range that estimates where a future observation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Confidence interval: A range that expresses uncertainty around an estimated.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Uncertainty: The degree to which an estimate, prediction, or conclusion may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Calibration: How closely predicted probabilities.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Caveat: A clear statement of limitation,.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outputs can influence urgent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forecast may affect staffing, a risk score may affect outreach, and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uncertainty is not explained clearly, decision-makers may treat estimates.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outputs can influence urgent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epidemiology team uses a time-series model to forecast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forecast shows a possible increase over the next two weeks, but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 communication brief would state that visits may rise, explain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epidemiology team uses a time-series model to forecast emergency department.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epidemiology team uses a time-series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forecast shows a possible increase over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communication brief would state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begins with the decision context.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same model output may be communicated differently to a technical team,.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Technical users may need details about metrics and data limitations, while.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begins with the decision context.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failure mode is false precision.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produce a number such as 82.4 percent risk, but the data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use appropriate rounding, risk categories, and uncertainty.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failure mode is false precision.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may produce a number such as 82.4 percent.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hiding limitations to make.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erode trust if the model later performs.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help draft summaries of model findings, but the draft must.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outbreak forecasts, risk stratification tools,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used for briefings should cite source reports and validation.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help draft summaries of model findings, but the draft must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can help draft summaries of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outbreak forecasts,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Who needs to understand this model result?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 will the result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uncertainty or limitation could change the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needs to understand this model result?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Who needs to understand this model result?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 will the result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uncertainty or limitation could change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Are there subgroup performance concerns?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wording would prevent overclaiming?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Are there subgroup performance concerns?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Are there subgroup performance concerns?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wording would prevent overclaiming?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one-page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decision question, model result, uncertainty, validation status,.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one-page 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one-page 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decision question, model result,.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Plain-language uncertainty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caveat if relevant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Plain-language uncertainty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caveat if relevant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Review sign-off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Review sign-off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Review sign-off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Plain-language uncertainty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caveat if relevant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Plain-language uncertainty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caveat if relevant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communicate uncertainty with model results?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communicate uncertainty.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2026-07-13T03:02:46Z</dcterms:created>
  <dcterms:modified xsi:type="dcterms:W3CDTF">2026-07-13T03:02:46Z</dcterms:modified>
</cp:coreProperties>
</file>