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Limitations, and Guardrails is designed for an individual learner using the AI Playbook and Toolkit for Public Health Departments.
Public health AI risks include hallucination, bias, privacy exposure, automation bias, model drift, and performance loss on complex tasks.
Use the notes in this deck as additional reading and context. They are not written as presenter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Risk register.
Produce or contribute to: Mitigation plan.
Produce or contribute to: Incident escalation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risks in public health are not limited to technical errors. They include privacy exposure, hallucinated guidance, biased prioritization, automation bias, model drift, vendor opacity, accessibility barriers, environmental burden, and loss of public trust. Risk management should begin before tool selection and continue through deployment and monitoring.
AI risk in public health is broader than technical model performance. A system can be accurate in a test setting but still create harm if it exposes sensitive data, increases inequity, produces unclear recommendations, encourages over-trust, or undermines community confidence.
Risk management should be practical and repeatable. You should learn to ask what harm could occur, who could be affected, how likely the harm is, how it would be detected, and who has authority to pause or correct the system.
This module prepares you to participate in risk review discussions. The goal is not to eliminate all risk, but to make risk visible, assign ownership, document mitigations, and monitor whether safeguards work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Automation bias: The tendency to over-trust an automated output because it appears objective, precise, or authoritative. Public health workflows should require deliberate review, documentation, and escalation when AI outputs are uncertain or consequential.
Bias: Systematic error or unfairness that can produce different results for different groups. Bias can arise from data gaps, measurement choices, model design, deployment context, or unequal access to services.
Equity impact assessment: A structured review of who may benefit, who may be burdened, whose data or experiences are missing, and what safeguards are needed before an AI-supported workflow is approved or scaled.
Hallucination: A fluent but false or unsupported AI output. Hallucinations can include fabricated citations, incorrect policy summaries, inaccurate clinical or epidemiologic statements, or confident answers outside the model's knowledge.
Model drift: A decline or change in AI performance over time because data, workflows, disease patterns, populations, vendor systems, or user behavior have changed. Drift is one reason monitoring must continue after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tiering: Classifying AI uses by potential harm, sensitivity, legal implications, public impact, and level of automation. Higher-risk uses require stronger documentation, review, monitoring, and approval before use.
Validation: The process of testing whether an AI system performs well enough for its intended public health use. Validation should include accuracy, reliability, subgroup performance, workflow fit, user review, and risk mitigation.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 register is a core concept for this lesson because it turns risks, limitations, and guardrails from an abstract AI topic into something you can recognize in daily public health work. A table that records possible harms, likelihood, severity, owner, mitigation, and monitoring plan.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Mitigation is a core concept for this lesson because it turns risks, limitations, and guardrails from an abstract AI topic into something you can recognize in daily public health work. An action that reduces the chance or impact of a risk.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Escalation criteria is a core concept for this lesson because it turns risks, limitations, and guardrails from an abstract AI topic into something you can recognize in daily public health work. Conditions that require review by a supervisor, privacy officer, security lead, legal counsel, or governance body.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Equity audit before scale is a useful way to apply this lesson because it gives you a concrete workflow to test against the concept. Review subgroup performance, access barriers, language needs, and potential disparate impacts before a pilot expands.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Hallucination audit for public-facing products is a useful way to apply this lesson because it gives you a concrete workflow to test against the concept. Test generated content against authoritative sources and require correction before public release.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Incident response for unsafe outputs is a useful way to apply this lesson because it gives you a concrete workflow to test against the concept. Document unsafe, biased, private, or inaccurate outputs and route them through escalation, containment, and corrective action.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apply this module, begin with a real or realistic public health workflow and describe the task in plain language before naming an AI tool. Use the related plays (Play 3, Play 11, Play 12, Play 13) to identify the decisions, approvals, people, and timing needed for responsible implementation. Use the related tools (Tool 3, Tool 16, Tool 14, Tool 47, Tool 17) to create documentation that can be reviewed, saved, revised, and used as evidence of readiness. The practical exercise asks you to produce evidence that can feed into that work: Select a proposed AI use case and identify risks across accuracy, privacy, security, equity, transparency, workforce burden, legal authority, and public trust. Define one mitigation for each risk.
The main guardrail for this lesson is that Governance, documentation, validation, and monitoring are mandatory, not optional. Treat that guardrail as an operational requirement, not a warning label at the end of the lesson. Before using AI in this area, identify what could go wrong, who would notice the problem, how the concern would be escalated, and what authority exists to pause or change the work. That approach makes risk management part of routine public health practice rather than a separate technical review.
If your department already has a relevant process, such as data governance, technology governance, quality improvement, procurement review, privacy review, emergency response planning, or workforce development, use that process as the starting point. The playbook tools are meant to fill gaps where a method or documentation process does not already exist. There is no need to recreate the wheel when an existing process can be extended to include AI-specific questions, evidence, approval points, and monitoring expectations. This keeps AI governance connected to normal public health operations instead of creating a parallel paperwork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related plays help you decide where this topic fits in the planning and implementation sequence. The related tools help you convert the lesson into a documented artifact, such as a review checklist, inventory record, policy scan, implementation note, communication plan, training assignment, risk register, or monitoring record. Use the assessment results as a starting recommendation, but adjust the path based on what your department has already completed and what is most useful for your public health goals. When a play or tool is not needed, document why it was deferred so future reviewers understand the decision.
This matters for your practice because Responsible AI risk management is not a one-time checklist. Public health risks change as data, models, vendors, disease patterns, staff behavior, and community needs change. Agencies need repeatable risk review methods that can be used before approval and after deployment. Use that purpose to decide how much documentation, governance review, stakeholder input, and monitoring are proportionate to the risk and public health impact of the work. A low-risk internal learning activity may need only basic documentation, while a public-facing or decision-support workflow may need formal review, validation, transparency, and ongoing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Select a proposed AI use case and identify risks across accuracy, privacy, security, equity, transparency, workforce burden, legal authority, and public trust. Define one mitigation for each risk.
Risk register
Mitigation plan
Incident escalation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harms could occur if the AI output is wrong, biased, delayed, misunderstood, or over-trusted?
What data, populations, or workflows are most vulnerable to error?
What conditions should trigger pause, review, correction, or retirement?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NIST AI Risk Management Framework: Core framework for identifying, measuring, managing, and governing AI risk. https://www.nist.gov/itl/ai-risk-management-framework
HHS Civil Rights and AI: Civil rights and nondiscrimination considerations for AI in health and human services. https://www.hhs.gov/civil-rights/for-individuals/special-topics/ai/index.html
WHO: Ethics and governance of artificial intelligence for health: Health AI risk, equity, transparency, and accountability guidance. https://www.who.int/publications/i/item/9789240029200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13232" y="2542032"/>
            <a:ext cx="10607040" cy="777240"/>
          </a:xfrm>
          <a:prstGeom prst="rect">
            <a:avLst/>
          </a:prstGeom>
          <a:noFill/>
          <a:ln/>
        </p:spPr>
        <p:txBody>
          <a:bodyPr wrap="square" lIns="0" tIns="0" rIns="0" bIns="0" rtlCol="0" anchor="ct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Limitations, and Guardrails</a:t>
            </a:r>
            <a:endParaRPr lang="en-US" sz="3400" dirty="0"/>
          </a:p>
        </p:txBody>
      </p:sp>
      <p:sp>
        <p:nvSpPr>
          <p:cNvPr id="6" name="Text 3"/>
          <p:cNvSpPr/>
          <p:nvPr/>
        </p:nvSpPr>
        <p:spPr>
          <a:xfrm>
            <a:off x="749808" y="3456432"/>
            <a:ext cx="365760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Learning Module</a:t>
            </a:r>
            <a:endParaRPr lang="en-US" sz="1400" dirty="0"/>
          </a:p>
        </p:txBody>
      </p:sp>
      <p:sp>
        <p:nvSpPr>
          <p:cNvPr id="7" name="Text 4"/>
          <p:cNvSpPr/>
          <p:nvPr/>
        </p:nvSpPr>
        <p:spPr>
          <a:xfrm>
            <a:off x="749808" y="3886200"/>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Risks, Limitations, and Guardrails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Learning Objectives</a:t>
            </a:r>
            <a:endParaRPr lang="en-US" sz="2800" dirty="0"/>
          </a:p>
        </p:txBody>
      </p:sp>
      <p:sp>
        <p:nvSpPr>
          <p:cNvPr id="7" name="Text 5"/>
          <p:cNvSpPr/>
          <p:nvPr/>
        </p:nvSpPr>
        <p:spPr>
          <a:xfrm>
            <a:off x="822960" y="1417320"/>
            <a:ext cx="10332720" cy="448056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600" dirty="0"/>
          </a:p>
          <a:p>
            <a:r>
              <a:rPr lang="en-US" sz="1600" dirty="0">
                <a:solidFill>
                  <a:srgbClr val="17364A"/>
                </a:solidFill>
                <a:latin typeface="Aptos" pitchFamily="34" charset="0"/>
                <a:ea typeface="Aptos" pitchFamily="34" charset="-122"/>
                <a:cs typeface="Aptos" pitchFamily="34" charset="-120"/>
              </a:rPr>
              <a:t>Identify where the concept affects AI planning, governance, procurement, implementation, monitoring, public trust, or public health decision-making.</a:t>
            </a:r>
            <a:endParaRPr lang="en-US" sz="1600" dirty="0"/>
          </a:p>
          <a:p>
            <a:r>
              <a:rPr lang="en-US" sz="1600" dirty="0">
                <a:solidFill>
                  <a:srgbClr val="17364A"/>
                </a:solidFill>
                <a:latin typeface="Aptos" pitchFamily="34" charset="0"/>
                <a:ea typeface="Aptos" pitchFamily="34" charset="-122"/>
                <a:cs typeface="Aptos" pitchFamily="34" charset="-120"/>
              </a:rPr>
              <a:t>Apply the concept to a concrete public health workflow using the linked plays, tools, safeguards, and documentation expectations.</a:t>
            </a:r>
            <a:endParaRPr lang="en-US" sz="1600" dirty="0"/>
          </a:p>
          <a:p>
            <a:r>
              <a:rPr lang="en-US" sz="1600" dirty="0">
                <a:solidFill>
                  <a:srgbClr val="17364A"/>
                </a:solidFill>
                <a:latin typeface="Aptos" pitchFamily="34" charset="0"/>
                <a:ea typeface="Aptos" pitchFamily="34" charset="-122"/>
                <a:cs typeface="Aptos" pitchFamily="34" charset="-120"/>
              </a:rPr>
              <a:t>Complete a practical activity that produces an artifact you can use in readiness assessment, governance review, implementation planning, or monitoring.</a:t>
            </a:r>
            <a:endParaRPr lang="en-US" sz="1600" dirty="0"/>
          </a:p>
          <a:p>
            <a:r>
              <a:rPr lang="en-US" sz="1600" dirty="0">
                <a:solidFill>
                  <a:srgbClr val="17364A"/>
                </a:solidFill>
                <a:latin typeface="Aptos" pitchFamily="34" charset="0"/>
                <a:ea typeface="Aptos" pitchFamily="34" charset="-122"/>
                <a:cs typeface="Aptos" pitchFamily="34" charset="-120"/>
              </a:rPr>
              <a:t>Produce or contribute to: Risk register.</a:t>
            </a:r>
            <a:endParaRPr lang="en-US" sz="1600" dirty="0"/>
          </a:p>
          <a:p>
            <a:r>
              <a:rPr lang="en-US" sz="1600" dirty="0">
                <a:solidFill>
                  <a:srgbClr val="17364A"/>
                </a:solidFill>
                <a:latin typeface="Aptos" pitchFamily="34" charset="0"/>
                <a:ea typeface="Aptos" pitchFamily="34" charset="-122"/>
                <a:cs typeface="Aptos" pitchFamily="34" charset="-120"/>
              </a:rPr>
              <a:t>Produce or contribute to: Mitigation plan.</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Risks, Limitations, and Guardrails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Module Overview</a:t>
            </a:r>
            <a:endParaRPr lang="en-US" sz="2800" dirty="0"/>
          </a:p>
        </p:txBody>
      </p:sp>
      <p:sp>
        <p:nvSpPr>
          <p:cNvPr id="7" name="Text 5"/>
          <p:cNvSpPr/>
          <p:nvPr/>
        </p:nvSpPr>
        <p:spPr>
          <a:xfrm>
            <a:off x="822960" y="1325880"/>
            <a:ext cx="10424160" cy="4434840"/>
          </a:xfrm>
          <a:prstGeom prst="rect">
            <a:avLst/>
          </a:prstGeom>
          <a:noFill/>
          <a:ln/>
        </p:spPr>
        <p:txBody>
          <a:bodyPr wrap="square" lIns="1016" tIns="1016" rIns="1016" bIns="1016" rtlCol="0" anchor="t">
            <a:normAutofit/>
          </a:bodyPr>
          <a:lstStyle/>
          <a:p>
            <a:pPr indent="0" marL="0">
              <a:buNone/>
            </a:pPr>
            <a:r>
              <a:rPr lang="en-US" sz="1600" dirty="0">
                <a:solidFill>
                  <a:srgbClr val="17364A"/>
                </a:solidFill>
                <a:latin typeface="Aptos" pitchFamily="34" charset="0"/>
                <a:ea typeface="Aptos" pitchFamily="34" charset="-122"/>
                <a:cs typeface="Aptos" pitchFamily="34" charset="-120"/>
              </a:rPr>
              <a:t>AI risks in public health are not limited to technical errors. They include privacy exposure, hallucinated guidance, biased prioritization, automation bias, model drift, vendor opacity, accessibility barriers, environmental burden, and loss of public trust. Risk management should begin before tool selection and continue through deployment and monitoring.</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Risks, Limitations, and Guardrails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Definitions</a:t>
            </a:r>
            <a:endParaRPr lang="en-US" sz="2800" dirty="0"/>
          </a:p>
        </p:txBody>
      </p:sp>
      <p:sp>
        <p:nvSpPr>
          <p:cNvPr id="7" name="Text 5"/>
          <p:cNvSpPr/>
          <p:nvPr/>
        </p:nvSpPr>
        <p:spPr>
          <a:xfrm>
            <a:off x="822960" y="1325880"/>
            <a:ext cx="10378440" cy="4754880"/>
          </a:xfrm>
          <a:prstGeom prst="rect">
            <a:avLst/>
          </a:prstGeom>
          <a:noFill/>
          <a:ln/>
        </p:spPr>
        <p:txBody>
          <a:bodyPr wrap="square" lIns="635" tIns="635" rIns="635" bIns="635" rtlCol="0" anchor="t">
            <a:normAutofit/>
          </a:bodyPr>
          <a:lstStyle/>
          <a:p>
            <a:r>
              <a:rPr lang="en-US" sz="1320" dirty="0">
                <a:solidFill>
                  <a:srgbClr val="17364A"/>
                </a:solidFill>
                <a:latin typeface="Aptos" pitchFamily="34" charset="0"/>
                <a:ea typeface="Aptos" pitchFamily="34" charset="-122"/>
                <a:cs typeface="Aptos" pitchFamily="34" charset="-120"/>
              </a:rPr>
              <a:t>Automation bias: The tendency to over-trust an automated output because it appears objective, precise, or authoritative. Public health workflows should require deliberate review, documentation, and escalation when AI outputs.</a:t>
            </a:r>
            <a:endParaRPr lang="en-US" sz="1320" dirty="0"/>
          </a:p>
          <a:p>
            <a:r>
              <a:rPr lang="en-US" sz="1320" dirty="0">
                <a:solidFill>
                  <a:srgbClr val="17364A"/>
                </a:solidFill>
                <a:latin typeface="Aptos" pitchFamily="34" charset="0"/>
                <a:ea typeface="Aptos" pitchFamily="34" charset="-122"/>
                <a:cs typeface="Aptos" pitchFamily="34" charset="-120"/>
              </a:rPr>
              <a:t>Bias: Systematic error or unfairness that can produce different results for different groups. Bias can arise from data gaps, measurement choices, model design, deployment context, or unequal access to services.</a:t>
            </a:r>
            <a:endParaRPr lang="en-US" sz="1320" dirty="0"/>
          </a:p>
          <a:p>
            <a:r>
              <a:rPr lang="en-US" sz="1320" dirty="0">
                <a:solidFill>
                  <a:srgbClr val="17364A"/>
                </a:solidFill>
                <a:latin typeface="Aptos" pitchFamily="34" charset="0"/>
                <a:ea typeface="Aptos" pitchFamily="34" charset="-122"/>
                <a:cs typeface="Aptos" pitchFamily="34" charset="-120"/>
              </a:rPr>
              <a:t>Equity impact assessment: A structured review of who may benefit, who may be burdened, whose data or experiences are missing, and what safeguards are needed before an AI-supported workflow is approved or scaled.</a:t>
            </a:r>
            <a:endParaRPr lang="en-US" sz="1320" dirty="0"/>
          </a:p>
          <a:p>
            <a:r>
              <a:rPr lang="en-US" sz="1320" dirty="0">
                <a:solidFill>
                  <a:srgbClr val="17364A"/>
                </a:solidFill>
                <a:latin typeface="Aptos" pitchFamily="34" charset="0"/>
                <a:ea typeface="Aptos" pitchFamily="34" charset="-122"/>
                <a:cs typeface="Aptos" pitchFamily="34" charset="-120"/>
              </a:rPr>
              <a:t>Hallucination: A fluent but false or unsupported AI output. Hallucinations can include fabricated citations, incorrect policy summaries, inaccurate clinical or epidemiologic statements, or confident answers outside the.</a:t>
            </a:r>
            <a:endParaRPr lang="en-US" sz="1320" dirty="0"/>
          </a:p>
          <a:p>
            <a:r>
              <a:rPr lang="en-US" sz="1320" dirty="0">
                <a:solidFill>
                  <a:srgbClr val="17364A"/>
                </a:solidFill>
                <a:latin typeface="Aptos" pitchFamily="34" charset="0"/>
                <a:ea typeface="Aptos" pitchFamily="34" charset="-122"/>
                <a:cs typeface="Aptos" pitchFamily="34" charset="-120"/>
              </a:rPr>
              <a:t>Model drift: A decline or change in AI performance over time because data, workflows, disease patterns, populations, vendor systems, or user behavior have changed. Drift is one reason monitoring must continue after.</a:t>
            </a:r>
            <a:endParaRPr lang="en-US" sz="13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Risks, Limitations, and Guardrails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Definitions Continued</a:t>
            </a:r>
            <a:endParaRPr lang="en-US" sz="2800" dirty="0"/>
          </a:p>
        </p:txBody>
      </p:sp>
      <p:sp>
        <p:nvSpPr>
          <p:cNvPr id="7" name="Text 5"/>
          <p:cNvSpPr/>
          <p:nvPr/>
        </p:nvSpPr>
        <p:spPr>
          <a:xfrm>
            <a:off x="822960" y="1325880"/>
            <a:ext cx="10378440" cy="4754880"/>
          </a:xfrm>
          <a:prstGeom prst="rect">
            <a:avLst/>
          </a:prstGeom>
          <a:noFill/>
          <a:ln/>
        </p:spPr>
        <p:txBody>
          <a:bodyPr wrap="square" lIns="635" tIns="635" rIns="635" bIns="635" rtlCol="0" anchor="t">
            <a:normAutofit/>
          </a:bodyPr>
          <a:lstStyle/>
          <a:p>
            <a:r>
              <a:rPr lang="en-US" sz="1320" dirty="0">
                <a:solidFill>
                  <a:srgbClr val="17364A"/>
                </a:solidFill>
                <a:latin typeface="Aptos" pitchFamily="34" charset="0"/>
                <a:ea typeface="Aptos" pitchFamily="34" charset="-122"/>
                <a:cs typeface="Aptos" pitchFamily="34" charset="-120"/>
              </a:rPr>
              <a:t>Risk tiering: Classifying AI uses by potential harm, sensitivity, legal implications, public impact, and level of automation. Higher-risk uses require stronger documentation, review, monitoring, and approval before use.</a:t>
            </a:r>
            <a:endParaRPr lang="en-US" sz="1320" dirty="0"/>
          </a:p>
          <a:p>
            <a:r>
              <a:rPr lang="en-US" sz="1320" dirty="0">
                <a:solidFill>
                  <a:srgbClr val="17364A"/>
                </a:solidFill>
                <a:latin typeface="Aptos" pitchFamily="34" charset="0"/>
                <a:ea typeface="Aptos" pitchFamily="34" charset="-122"/>
                <a:cs typeface="Aptos" pitchFamily="34" charset="-120"/>
              </a:rPr>
              <a:t>Validation: The process of testing whether an AI system performs well enough for its intended public health use. Validation should include accuracy, reliability, subgroup performance, workflow fit, user review, and risk.</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Risks, Limitations, and Guardrails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Core Concepts</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Risk register is a core concept for this lesson because it turns risks, limitations, and guardrails from an abstract AI topic into something you can recognize in daily public health work. A table that records possible harms, likelihood, severity, owner, mitigation, and monitoring plan.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Mitigation is a core concept for this lesson because it turns risks, limitations, and guardrails from an abstract AI topic into something you can recognize in daily public health work. An action that reduces the chance or impact of a risk.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Escalation criteria is a core concept for this lesson because it turns risks, limitations, and guardrails from an abstract AI topic into something you can recognize in daily public health work. Conditions that require review by a supervisor, privacy officer, security lead, legal counsel, or governance body.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a:t>
            </a:r>
            <a:endParaRPr lang="en-US" sz="13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Risks, Limitations, and Guardrails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Public Health Application</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Equity audit before scale is a useful way to apply this lesson because it gives you a concrete workflow to test against the concept. Review subgroup performance, access barriers, language needs, and potential disparate impacts before a pilot expands.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Hallucination audit for public-facing products is a useful way to apply this lesson because it gives you a concrete workflow to test against the concept. Test generated content against authoritative sources and require correction before public release.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Incident response for unsafe outputs is a useful way to apply this lesson because it gives you a concrete workflow to test against the concept. Document unsafe, biased, private, or inaccurate outputs and route them through escalation, containment, and corrective action.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a:t>
            </a:r>
            <a:endParaRPr lang="en-US" sz="13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Risks, Limitations, and Guardrails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Implementation Guidance</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To apply this module, begin with a real or realistic public health workflow and describe the task in plain language before naming an AI tool. Use the related plays (Play 3, Play 11, Play 12, Play 13) to identify the decisions, approvals, people, and timing needed for responsible implementation. Use the related tools (Tool 3, Tool 16, Tool 14, Tool 47, Tool 17) to create documentation that can be reviewed, saved, revised, and used as evidence of readiness. The practical exercise asks you to produce evidence that can feed into that work: Select a proposed AI use case and identify risks across accuracy, privacy, security, equity, transparency, workforce burden, legal authority, and public trust. Define one mitigation for each risk. The main guardrail for this lesson is that Governance, documentation, validation, and monitoring are mandatory, not optional. Treat that guardrail as an operational requirement, not a warning label at the end of the lesson. Before using AI in this area, identify what could go wrong, who would notice the problem, how the concern would be escalated, and what authority exists to pause or change the work. That approach makes risk management part of routine public health practice rather than a separate technical review. If your department already has a relevant process, such as data governance, technology governance, quality improvement, procurement review, privacy review, emergency response planning, or workforce development, use that process as the starting point. The playbook tools are meant to fill gaps where a method or documentation process does not already exist. There is no need to recreate the wheel when an existing process can be extended to include AI-specific questions, evidence, approval points, and monitoring expectations. This keeps AI governance connected to normal public health operations instead of creating a parallel paperwork system.</a:t>
            </a:r>
            <a:endParaRPr lang="en-US" sz="13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Risks, Limitations, and Guardrails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Using Plays and Tools</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The related plays help you decide where this topic fits in the planning and implementation sequence. The related tools help you convert the lesson into a documented artifact, such as a review checklist, inventory record, policy scan, implementation note, communication plan, training assignment, risk register, or monitoring record. Use the assessment results as a starting recommendation, but adjust the path based on what your department has already completed and what is most useful for your public health goals. When a play or tool is not needed, document why it was deferred so future reviewers understand the decision. This matters for your practice because Responsible AI risk management is not a one-time checklist. Public health risks change as data, models, vendors, disease patterns, staff behavior, and community needs change. Agencies need repeatable risk review methods that can be used before approval and after deployment. Use that purpose to decide how much documentation, governance review, stakeholder input, and monitoring are proportionate to the risk and public health impact of the work. A low-risk internal learning activity may need only basic documentation, while a public-facing or decision-support workflow may need formal review, validation, transparency, and ongoing oversight.</a:t>
            </a:r>
            <a:endParaRPr lang="en-US" sz="13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Risks, Limitations, and Guardrails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Practical Exercise</a:t>
            </a:r>
            <a:endParaRPr lang="en-US" sz="2800" dirty="0"/>
          </a:p>
        </p:txBody>
      </p:sp>
      <p:sp>
        <p:nvSpPr>
          <p:cNvPr id="7" name="Text 5"/>
          <p:cNvSpPr/>
          <p:nvPr/>
        </p:nvSpPr>
        <p:spPr>
          <a:xfrm>
            <a:off x="822960" y="1234440"/>
            <a:ext cx="10378440" cy="2011680"/>
          </a:xfrm>
          <a:prstGeom prst="rect">
            <a:avLst/>
          </a:prstGeom>
          <a:noFill/>
          <a:ln/>
        </p:spPr>
        <p:txBody>
          <a:bodyPr wrap="square" lIns="1016" tIns="1016" rIns="1016" bIns="1016" rtlCol="0" anchor="t">
            <a:normAutofit/>
          </a:bodyPr>
          <a:lstStyle/>
          <a:p>
            <a:pPr indent="0" marL="0">
              <a:buNone/>
            </a:pPr>
            <a:r>
              <a:rPr lang="en-US" sz="1520" dirty="0">
                <a:solidFill>
                  <a:srgbClr val="17364A"/>
                </a:solidFill>
                <a:latin typeface="Aptos" pitchFamily="34" charset="0"/>
                <a:ea typeface="Aptos" pitchFamily="34" charset="-122"/>
                <a:cs typeface="Aptos" pitchFamily="34" charset="-120"/>
              </a:rPr>
              <a:t>Select a proposed AI use case and identify risks across accuracy, privacy, security, equity, transparency, workforce burden, legal authority, and public trust. Define one mitigation for each risk.</a:t>
            </a:r>
            <a:endParaRPr lang="en-US" sz="1520" dirty="0"/>
          </a:p>
        </p:txBody>
      </p:sp>
      <p:sp>
        <p:nvSpPr>
          <p:cNvPr id="8" name="Text 6"/>
          <p:cNvSpPr/>
          <p:nvPr/>
        </p:nvSpPr>
        <p:spPr>
          <a:xfrm>
            <a:off x="822960" y="3520440"/>
            <a:ext cx="10378440" cy="1828800"/>
          </a:xfrm>
          <a:prstGeom prst="rect">
            <a:avLst/>
          </a:prstGeom>
          <a:noFill/>
          <a:ln/>
        </p:spPr>
        <p:txBody>
          <a:bodyPr wrap="square" lIns="635" tIns="635" rIns="635" bIns="635" rtlCol="0" anchor="t">
            <a:normAutofit/>
          </a:bodyPr>
          <a:lstStyle/>
          <a:p>
            <a:r>
              <a:rPr lang="en-US" sz="1400" dirty="0">
                <a:solidFill>
                  <a:srgbClr val="17364A"/>
                </a:solidFill>
                <a:latin typeface="Aptos" pitchFamily="34" charset="0"/>
                <a:ea typeface="Aptos" pitchFamily="34" charset="-122"/>
                <a:cs typeface="Aptos" pitchFamily="34" charset="-120"/>
              </a:rPr>
              <a:t>Expected artifact: Risk register</a:t>
            </a:r>
            <a:endParaRPr lang="en-US" sz="1400" dirty="0"/>
          </a:p>
          <a:p>
            <a:r>
              <a:rPr lang="en-US" sz="1400" dirty="0">
                <a:solidFill>
                  <a:srgbClr val="17364A"/>
                </a:solidFill>
                <a:latin typeface="Aptos" pitchFamily="34" charset="0"/>
                <a:ea typeface="Aptos" pitchFamily="34" charset="-122"/>
                <a:cs typeface="Aptos" pitchFamily="34" charset="-120"/>
              </a:rPr>
              <a:t>Expected artifact: Mitigation plan</a:t>
            </a:r>
            <a:endParaRPr lang="en-US" sz="1400" dirty="0"/>
          </a:p>
          <a:p>
            <a:r>
              <a:rPr lang="en-US" sz="1400" dirty="0">
                <a:solidFill>
                  <a:srgbClr val="17364A"/>
                </a:solidFill>
                <a:latin typeface="Aptos" pitchFamily="34" charset="0"/>
                <a:ea typeface="Aptos" pitchFamily="34" charset="-122"/>
                <a:cs typeface="Aptos" pitchFamily="34" charset="-120"/>
              </a:rPr>
              <a:t>Expected artifact: Incident escalation criteria</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Risks, Limitations, and Guardrails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Reflection Questions</a:t>
            </a:r>
            <a:endParaRPr lang="en-US" sz="2800" dirty="0"/>
          </a:p>
        </p:txBody>
      </p:sp>
      <p:sp>
        <p:nvSpPr>
          <p:cNvPr id="7" name="Text 5"/>
          <p:cNvSpPr/>
          <p:nvPr/>
        </p:nvSpPr>
        <p:spPr>
          <a:xfrm>
            <a:off x="822960" y="1325880"/>
            <a:ext cx="10378440" cy="4572000"/>
          </a:xfrm>
          <a:prstGeom prst="rect">
            <a:avLst/>
          </a:prstGeom>
          <a:noFill/>
          <a:ln/>
        </p:spPr>
        <p:txBody>
          <a:bodyPr wrap="square" lIns="635" tIns="635" rIns="635" bIns="635" rtlCol="0" anchor="t">
            <a:normAutofit/>
          </a:bodyPr>
          <a:lstStyle/>
          <a:p>
            <a:r>
              <a:rPr lang="en-US" sz="1500" dirty="0">
                <a:solidFill>
                  <a:srgbClr val="17364A"/>
                </a:solidFill>
                <a:latin typeface="Aptos" pitchFamily="34" charset="0"/>
                <a:ea typeface="Aptos" pitchFamily="34" charset="-122"/>
                <a:cs typeface="Aptos" pitchFamily="34" charset="-120"/>
              </a:rPr>
              <a:t>What harms could occur if the AI output is wrong, biased, delayed, misunderstood, or over-trusted?</a:t>
            </a:r>
            <a:endParaRPr lang="en-US" sz="1500" dirty="0"/>
          </a:p>
          <a:p>
            <a:r>
              <a:rPr lang="en-US" sz="1500" dirty="0">
                <a:solidFill>
                  <a:srgbClr val="17364A"/>
                </a:solidFill>
                <a:latin typeface="Aptos" pitchFamily="34" charset="0"/>
                <a:ea typeface="Aptos" pitchFamily="34" charset="-122"/>
                <a:cs typeface="Aptos" pitchFamily="34" charset="-120"/>
              </a:rPr>
              <a:t>What data, populations, or workflows are most vulnerable to error?</a:t>
            </a:r>
            <a:endParaRPr lang="en-US" sz="1500" dirty="0"/>
          </a:p>
          <a:p>
            <a:r>
              <a:rPr lang="en-US" sz="1500" dirty="0">
                <a:solidFill>
                  <a:srgbClr val="17364A"/>
                </a:solidFill>
                <a:latin typeface="Aptos" pitchFamily="34" charset="0"/>
                <a:ea typeface="Aptos" pitchFamily="34" charset="-122"/>
                <a:cs typeface="Aptos" pitchFamily="34" charset="-120"/>
              </a:rPr>
              <a:t>What conditions should trigger pause, review, correction, or retirement?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Risks, Limitations, and Guardrails</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References and Resources</a:t>
            </a:r>
            <a:endParaRPr lang="en-US" sz="2800" dirty="0"/>
          </a:p>
        </p:txBody>
      </p:sp>
      <p:sp>
        <p:nvSpPr>
          <p:cNvPr id="7" name="Text 5"/>
          <p:cNvSpPr/>
          <p:nvPr/>
        </p:nvSpPr>
        <p:spPr>
          <a:xfrm>
            <a:off x="822960" y="1280160"/>
            <a:ext cx="10378440" cy="4800600"/>
          </a:xfrm>
          <a:prstGeom prst="rect">
            <a:avLst/>
          </a:prstGeom>
          <a:noFill/>
          <a:ln/>
        </p:spPr>
        <p:txBody>
          <a:bodyPr wrap="square" lIns="635" tIns="635" rIns="635" bIns="635" rtlCol="0" anchor="t">
            <a:normAutofit/>
          </a:bodyPr>
          <a:lstStyle/>
          <a:p>
            <a:r>
              <a:rPr lang="en-US" sz="1280" dirty="0">
                <a:solidFill>
                  <a:srgbClr val="17364A"/>
                </a:solidFill>
                <a:latin typeface="Aptos" pitchFamily="34" charset="0"/>
                <a:ea typeface="Aptos" pitchFamily="34" charset="-122"/>
                <a:cs typeface="Aptos" pitchFamily="34" charset="-120"/>
              </a:rPr>
              <a:t>NIST AI Risk Management Framework: Core framework for identifying, measuring, managing, and governing AI risk.</a:t>
            </a:r>
            <a:endParaRPr lang="en-US" sz="1280" dirty="0"/>
          </a:p>
          <a:p>
            <a:r>
              <a:rPr lang="en-US" sz="1280" dirty="0">
                <a:solidFill>
                  <a:srgbClr val="17364A"/>
                </a:solidFill>
                <a:latin typeface="Aptos" pitchFamily="34" charset="0"/>
                <a:ea typeface="Aptos" pitchFamily="34" charset="-122"/>
                <a:cs typeface="Aptos" pitchFamily="34" charset="-120"/>
              </a:rPr>
              <a:t>HHS Civil Rights and AI: Civil rights and nondiscrimination considerations for AI in health and human services.</a:t>
            </a:r>
            <a:endParaRPr lang="en-US" sz="1280" dirty="0"/>
          </a:p>
          <a:p>
            <a:r>
              <a:rPr lang="en-US" sz="1280" dirty="0">
                <a:solidFill>
                  <a:srgbClr val="17364A"/>
                </a:solidFill>
                <a:latin typeface="Aptos" pitchFamily="34" charset="0"/>
                <a:ea typeface="Aptos" pitchFamily="34" charset="-122"/>
                <a:cs typeface="Aptos" pitchFamily="34" charset="-120"/>
              </a:rPr>
              <a:t>WHO: Ethics and governance of artificial intelligence for health: Health AI risk, equity, transparency, and accountability guidance.</a:t>
            </a:r>
            <a:endParaRPr lang="en-US" sz="12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Risks, Limitations, and Guardrails</dc:title>
  <dc:subject>Risks, Limitations, and Guardrails learning module</dc:subject>
  <dc:creator>Paula Soper</dc:creator>
  <cp:lastModifiedBy>Paula Soper</cp:lastModifiedBy>
  <cp:revision>1</cp:revision>
  <dcterms:created xsi:type="dcterms:W3CDTF">2026-07-09T20:18:52Z</dcterms:created>
  <dcterms:modified xsi:type="dcterms:W3CDTF">2026-07-09T20:18:52Z</dcterms:modified>
</cp:coreProperties>
</file>