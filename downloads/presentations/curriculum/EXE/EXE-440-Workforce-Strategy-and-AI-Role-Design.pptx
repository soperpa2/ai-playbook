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Workforce Strategy and AI Role Design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workforce roles needed for responsible AI adoption in public health.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AI users, reviewers, implementers, governance participants, and accountability owners.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role-based competency expectations for AI-supported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workforce risks such as deskilling, uneven access to training, and unclear role boundaries.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workforce readiness and role design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Workforce readiness plan; role-based competency matrix; training assignment matrix; AI bridge role description.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exe-440-workforce-strategy-and-ai-role-design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AI depends on people who understand both technology and context.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generate a summary, but an epidemiologist must judge whether the summary is meaningful.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vendor may describe a product, but an informatician must assess interoperability and data 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leader may approve a use case, but governance participants must ensure that privacy, equity, security, and legal concerns have been addressed.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strategy helps agencies move beyond ad hoc training.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workforce roles needed for responsible AI adoption in public health.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Distinguish between AI users, reviewers, implementers, governance participants, and accountability owners.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role-based competency expectations for AI-supported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Recognize workforce risks such as deskilling, uneven access to training, and unclear role boundaries.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 workforce readiness and role design plan.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implements several AI tools: a document assistant, a case summarization tool, a data quality monitor, and a predictive…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quickly discover that no single role owns all the knowledge needed.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staff understand workflow, IT understands integration, privacy understands data restrictions, and analysts understand validation.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there is no role that connects these perspectives consistently.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requires staff who can review outputs and manage source accuracy.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requires staff who can interpret performance and understand limitations.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require staff who can oversee permissions, actions, escalation, and rollback.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strategy should connect each AI type to the roles needed to use it safely.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workforce strategy should define role groups.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staff may need baseline AI literacy, approved-use guidance, and prompt safety.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Frontline users need workflow-specific training and escalation expectations.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Supervisors need to support review, feedback, and documentation.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owners need to understand accountability and performance monitoring.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staff need deeper knowledge of data, architecture, validation, and security.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assuming that AI reduces workforce needs.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practice, responsible AI often requires new review, training, documentation, and monitoring work.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include workforce impact in every business case and implementation plan.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uneven access to AI skills.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in better-resourced programs may receive training first, while others fall behind.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role-based AI workforce readiness plan.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 groups, competencies, required training, responsibilities, decision authority, and support needs.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 readiness plan; role-based competency matrix; training assignment matrix; AI bridge role description.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440: Workforce Strategy and AI Role Design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