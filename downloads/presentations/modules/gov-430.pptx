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47: Equity &amp; Disparity Impact Monitoring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community oversight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AI use cases that warrant community engagement or participatory.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Design a community engagement approach matched to risk, impact,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community oversight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risks of tokenism, extractive.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participatory governance plan for one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AI affects communities, services, surveillance, communication,.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Participatory governance creates structured ways for affected people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communities, often using.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intensify concerns about surveillance, bias, exclusion,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oversight helps agencies identify concerns that may not be visible.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communities, often using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city health department considers using an AI tool to help prioritize.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would use program, demographic, and service utilization data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Although the goal is supportive, communities may worry that the tool could.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city health department considers using an AI tool to help prioritize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city health department considers using an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would use program, demographic,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Although the goal is supportive, communities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should be matched to the impact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Internal productivity tools may not require community oversight, although.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Tools that influence public communication, service access, enforcement,.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Internal productivity tools may not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Tools that influence public communication,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higher the impact on communities, the stronger.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tokenistic engagement.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seek community input after key decisions have already been made.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engage before requirements, safeguards, and success.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tokenistic engagement.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technical opacity.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participants may be asked to respond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provide plain-language examples,.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tools that produce public messages may benefit from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used for outreach or allocation should include review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tools that trigger actions affecting residents should have clear.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tools that produce public messages may benefit from community.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tools that produce public messages.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models used for outreach or allocation.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tools that trigger actions affecting.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Develop a participatory governance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affected groups, engagement purpose, timing, materials,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participatory governance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 participatory governance plan for one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affected groups, engagement purpose,.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plan; community briefing outline; engagement.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 engagement questions;.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Participatory governance plan; community briefing.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plan; community briefing outline; engagement.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 engagement questions;.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Participatory governance plan; community briefing.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2026-07-13T03:02:47Z</dcterms:created>
  <dcterms:modified xsi:type="dcterms:W3CDTF">2026-07-13T03:02:47Z</dcterms:modified>
</cp:coreProperties>
</file>