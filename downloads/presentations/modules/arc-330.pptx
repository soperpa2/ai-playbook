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 understand.</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 sustainability.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2100" dirty="0"/>
          </a:p>
          <a:p>
            <a:r>
              <a:rPr lang="en-US" sz="2100" dirty="0">
                <a:solidFill>
                  <a:srgbClr val="17364A"/>
                </a:solidFill>
                <a:latin typeface="Aptos" pitchFamily="34" charset="0"/>
                <a:ea typeface="Aptos" pitchFamily="34" charset="-122"/>
                <a:cs typeface="Aptos" pitchFamily="34" charset="-120"/>
              </a:rPr>
              <a:t>Cloud deployment can improve scalability and resilience, but only when identity, access, logging,.</a:t>
            </a:r>
            <a:endParaRPr lang="en-US" sz="2100" dirty="0"/>
          </a:p>
          <a:p>
            <a:r>
              <a:rPr lang="en-US" sz="2100" dirty="0">
                <a:solidFill>
                  <a:srgbClr val="17364A"/>
                </a:solidFill>
                <a:latin typeface="Aptos" pitchFamily="34" charset="0"/>
                <a:ea typeface="Aptos" pitchFamily="34" charset="-122"/>
                <a:cs typeface="Aptos" pitchFamily="34" charset="-120"/>
              </a:rPr>
              <a:t>Containers package software and its dependencies so that it can run consistently across environments.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2100" dirty="0"/>
          </a:p>
          <a:p>
            <a:r>
              <a:rPr lang="en-US" sz="2100" dirty="0">
                <a:solidFill>
                  <a:srgbClr val="17364A"/>
                </a:solidFill>
                <a:latin typeface="Aptos" pitchFamily="34" charset="0"/>
                <a:ea typeface="Aptos" pitchFamily="34" charset="-122"/>
                <a:cs typeface="Aptos" pitchFamily="34" charset="-120"/>
              </a:rPr>
              <a:t>The tool may be low risk if it uses public documents, but it becomes higher risk if it retrieves.</a:t>
            </a:r>
            <a:endParaRPr lang="en-US" sz="2100" dirty="0"/>
          </a:p>
          <a:p>
            <a:r>
              <a:rPr lang="en-US" sz="2100" dirty="0">
                <a:solidFill>
                  <a:srgbClr val="17364A"/>
                </a:solidFill>
                <a:latin typeface="Aptos" pitchFamily="34" charset="0"/>
                <a:ea typeface="Aptos" pitchFamily="34" charset="-122"/>
                <a:cs typeface="Aptos" pitchFamily="34" charset="-120"/>
              </a:rPr>
              <a:t>Secure deployment requires access controls, document-level permissions, logging, monitoring, backup,.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deployment begins with environment separation.</a:t>
            </a:r>
            <a:endParaRPr lang="en-US" sz="2100" dirty="0"/>
          </a:p>
          <a:p>
            <a:r>
              <a:rPr lang="en-US" sz="2100" dirty="0">
                <a:solidFill>
                  <a:srgbClr val="17364A"/>
                </a:solidFill>
                <a:latin typeface="Aptos" pitchFamily="34" charset="0"/>
                <a:ea typeface="Aptos" pitchFamily="34" charset="-122"/>
                <a:cs typeface="Aptos" pitchFamily="34" charset="-120"/>
              </a:rPr>
              <a:t>Development, testing, staging, and production environments should be clearly separated so experimental.</a:t>
            </a:r>
            <a:endParaRPr lang="en-US" sz="2100" dirty="0"/>
          </a:p>
          <a:p>
            <a:r>
              <a:rPr lang="en-US" sz="2100" dirty="0">
                <a:solidFill>
                  <a:srgbClr val="17364A"/>
                </a:solidFill>
                <a:latin typeface="Aptos" pitchFamily="34" charset="0"/>
                <a:ea typeface="Aptos" pitchFamily="34" charset="-122"/>
                <a:cs typeface="Aptos" pitchFamily="34" charset="-120"/>
              </a:rPr>
              <a:t>Sensitive production data should not be copied into lower environments unless approved controls are in.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deployment begins with environment separation.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Cybersecurity Framework and cloud security guidance</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2026-07-12T20:15:59Z</dcterms:created>
  <dcterms:modified xsi:type="dcterms:W3CDTF">2026-07-12T20:15:59Z</dcterms:modified>
</cp:coreProperties>
</file>