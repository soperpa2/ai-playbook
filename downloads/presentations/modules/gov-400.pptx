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400 AI Governance Charter and Operating Model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and minimum contents of an AI governance charter.
Distinguish between a governance committee, technical review group, executive sponsor, and implementation team.
Identify which agency functions should participate in AI governance and when their review is required.
Develop operating procedures for intake, review, approval, monitoring, exceptions, escalation, and retirement of AI use cases.
Produce a draft AI governance charter or operating model that can be adapted by a public health agency.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operate under legal authorities, public accountability obligations, data-sharing agreements, privacy requirements, procurement rules, and equity commitments. AI governance must therefore be more than a technology review process. It must define how the agency decides which AI uses are acceptable, which safeguards are required, who has authority to approve use, and how concerns are escalated.
A governance operating model also helps avoid the problem of uneven adoption. One program may use a public AI tool informally, another may procure a vendor product, and a third may build an internal workflow using sensitive data. If these activities are not reviewed through a common process, the agency may create inconsistent privacy practices, duplicative investments, and uneven risk tolerance. Governance makes AI activity visible and manageable.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allow staff to use AI tools for program support, document review, code assistance, case summarization, and public-facing communications. Without a governance charter, each program may develop its own rules. The communications office may require human review, the surveillance program may prohibit sensitive data entry, IT may limit tool access, and procurement may approve a vendor product without a clear validation plan.
A governance operating model brings these decisions into one structured process. The agency can define low-risk uses that require staff training and supervisor approval, moderate-risk uses that require privacy and program review, and high-risk uses that require executive approval, validation evidence, monitoring, and incident response planning. The charter does not eliminate flexibility. It creates a consistent path for responsible flexibility.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strong governance charter begins with purpose and scope. Purpose explains why the governance body exists, such as protecting public trust, supporting responsible innovation, aligning AI investments with agency priorities, and managing risk across the AI lifecycle. Scope explains what falls under the governance process. For public health, scope should include internally developed AI tools, vendor AI products, generative AI tools, predictive models, agentic workflows, AI features embedded in existing software, and AI-supported uses of sensitive or operational data.
The operating model should define roles clearly. An executive sponsor provides authority and connects governance to agency strategy. A governance chair manages the review process. Privacy, legal, cybersecurity, equity, procurement, records, program, data, and informatics representatives bring specialized review perspectives. Technical reviewers assess architecture, validation, interoperability, security, and monitoring. Program owners remain responsible for the public health workflow and for ensuring that AI supports, rather than replaces, appropriate judgment.
The model should also define the life of an AI use case. Intake captures the proposed use, data involved, intended users, expected benefits, risks, and requested decision. Triage determines the review level. Governance review evaluates authority, data use, privacy, equity, security, accessibility, technical readiness, validation, procurement, and monitoring. Approval should include conditions, documentation requirements, and an owner. Post-approval oversight should review performance, incidents, changes, and whether the use case should continue.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governance that exists only on paper. A charter may sound strong, but if staff do not know when to submit use cases, who decides, or what evidence is required, AI decisions will still happen informally. A practical guardrail is to create a simple intake form, review rubric, meeting cadence, decision log, and escalation pathway.
Another failure mode is over-centralization. If every minor use requires extensive review, staff may avoid the process or use unapproved tools. Governance should be tiered so low-risk uses move quickly while high-impact uses receive deeper review. This balance helps the agency support innovation while protecting public health values and obligations.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governance should define approved tools, prohibited data, review expectations, and when outputs may be used externally. Predictive model governance should require validation, subgroup performance review, monitoring, and clear limits on decision use. Agentic AI governance should define allowed actions, approval checkpoints, logging, rollback procedures, and incident triggers. In each case, the charter gives the agency a repeatable way to make and document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one-page AI governance charter and a one-page operating model. Include scope, membership, review levels, decision rights, documentation, escalation, monitoring, and meeting cadence.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governance charter; governance operating model; intake and decision-flow diagram; list of unresolved policy questions.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governance charter; governance operating model; intake and decision-flow diagram; list of unresolved policy questions.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Charter and Operating Model</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needs a formal home before an agency begins approving tools,.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governance charter defines the purpose, scope, authority, membership,.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charter, AI decisions often become scattered across IT, program.</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Governance and Security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the purpose and minimum contents of an AI governance charter.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 governance committee, technical review group,.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which agency functions should participate in AI governance and when.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the purpose and minimum contents of an AI governance charter.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between a governance committee,.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operating procedures for intake,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draft AI governance charter or operating.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needs a formal home before an agency begins approving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governance charter defines the purpose, scope, authority, membership,.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charter, AI decisions often become scattered across IT,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needs a formal home before an agency begins approving tools,.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governance must therefore be more than a technology review process.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must define how the agency decides which AI uses are acceptable, which.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 accountability.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state health department wants to allow staff to use AI tools for program.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governance charter, each program may develop its own rules.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communications office may require human review, the surveillance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wants to allow staff to use AI tools for program.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state health department wants to allow staff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communications office may require human.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governance operating model brings these.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strong governance charter begins with purpose and scope.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Purpose explains why the governance body exists, such as protecting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Scope explains what falls under the governance process.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strong governance charter begins with purpose and scope.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Purpose explains why the governance body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public health, scope should include internally.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operating model should define roles clearly.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governance that exists only on paper.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charter may sound strong, but if staff do not know when to submit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practical guardrail is to create a simple intake form, review rubric,.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governance that exists only on paper.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charter may sound strong, but if staff do not.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practical guardrail is to create a simple intake.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failure mode is over-centralization.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governance should define approved tools, prohibited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 governance should require validation, subgroup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AI governance should define allowed actions, approval checkpoints,.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governance should define approved tools, prohibited data,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governance should define approved.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model governance should require.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governance should define allowed.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 one-page AI governance charter and a one-page operating model.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scope, membership, review levels, decision rights,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 one-page AI governance charter and a one-page operating model.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 one-page AI governance charter and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scope, membership, review levels, decision.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AI governance charter; governance operating model; intake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governance charter; governance operating model; intake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AI governance charter; governance operating.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AI governance charter; governance operating model; intake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governance charter; governance operating model; intake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AI governance charter; governance operating.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Charter and Operating Model</dc:title>
  <dc:subject>AI Governance Charter and Operating Model learning module</dc:subject>
  <dc:creator>Paula Soper</dc:creator>
  <cp:lastModifiedBy>Paula Soper</cp:lastModifiedBy>
  <cp:revision>1</cp:revision>
  <dcterms:created xsi:type="dcterms:W3CDTF">2026-07-14T04:35:32Z</dcterms:created>
  <dcterms:modified xsi:type="dcterms:W3CDTF">2026-07-14T04:35:32Z</dcterms:modified>
</cp:coreProperties>
</file>