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 understanding of.</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 workflows.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teams start with a tool rather than a well-defined public health need.</a:t>
            </a:r>
            <a:endParaRPr lang="en-US" sz="2100" dirty="0"/>
          </a:p>
          <a:p>
            <a:r>
              <a:rPr lang="en-US" sz="2100" dirty="0">
                <a:solidFill>
                  <a:srgbClr val="17364A"/>
                </a:solidFill>
                <a:latin typeface="Aptos" pitchFamily="34" charset="0"/>
                <a:ea typeface="Aptos" pitchFamily="34" charset="-122"/>
                <a:cs typeface="Aptos" pitchFamily="34" charset="-120"/>
              </a:rPr>
              <a:t>A user story describes what a user needs to do and why.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2100" dirty="0"/>
          </a:p>
          <a:p>
            <a:r>
              <a:rPr lang="en-US" sz="2100" dirty="0">
                <a:solidFill>
                  <a:srgbClr val="17364A"/>
                </a:solidFill>
                <a:latin typeface="Aptos" pitchFamily="34" charset="0"/>
                <a:ea typeface="Aptos" pitchFamily="34" charset="-122"/>
                <a:cs typeface="Aptos" pitchFamily="34" charset="-120"/>
              </a:rPr>
              <a:t>A business analyst would clarify whether the real problem is high complaint volume, inconsistent.</a:t>
            </a:r>
            <a:endParaRPr lang="en-US" sz="2100" dirty="0"/>
          </a:p>
          <a:p>
            <a:r>
              <a:rPr lang="en-US" sz="2100" dirty="0">
                <a:solidFill>
                  <a:srgbClr val="17364A"/>
                </a:solidFill>
                <a:latin typeface="Aptos" pitchFamily="34" charset="0"/>
                <a:ea typeface="Aptos" pitchFamily="34" charset="-122"/>
                <a:cs typeface="Aptos" pitchFamily="34" charset="-120"/>
              </a:rPr>
              <a:t>The resulting requirements may call for classification support with human review rather than fully.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Teams should document the public health objective, the operational pain point, the affected users, the.</a:t>
            </a:r>
            <a:endParaRPr lang="en-US" sz="2100" dirty="0"/>
          </a:p>
          <a:p>
            <a:r>
              <a:rPr lang="en-US" sz="2100" dirty="0">
                <a:solidFill>
                  <a:srgbClr val="17364A"/>
                </a:solidFill>
                <a:latin typeface="Aptos" pitchFamily="34" charset="0"/>
                <a:ea typeface="Aptos" pitchFamily="34" charset="-122"/>
                <a:cs typeface="Aptos" pitchFamily="34" charset="-120"/>
              </a:rPr>
              <a:t>A vague goal such as “use AI to improve efficiency” is not sufficient for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begins with problem definition.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2026-07-12T19:24:28Z</dcterms:created>
  <dcterms:modified xsi:type="dcterms:W3CDTF">2026-07-12T19:24:28Z</dcterms:modified>
</cp:coreProperties>
</file>