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Role-Based AI Use Guidelines is designed for an individual learner using the AI Playbook and Toolkit for Public Health Departments.
Different public health roles need different AI permissions, responsibilities, training expectations, review duties, and escalation pathways.
Use the notes in this deck as additional reading and context. They are not written as presenter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concept in plain language for colleagues, leaders, partners, and community-facing discussions.
Identify where the concept affects AI planning, governance, procurement, implementation, monitoring, public trust, or public health decision-making.
Apply the concept to a concrete public health workflow using the linked plays, tools, safeguards, and documentation expectations.
Complete a practical activity that produces an artifact you can use in readiness assessment, governance review, implementation planning, or monitoring.
Produce or contribute to: Role-based AI use matrix.
Produce or contribute to: Training assignment plan.
Produce or contribute to: Access and approval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Role-based AI guidelines translate policy into daily practice. Leaders, program colleagues, analysts, communications staff, IT/security, privacy/legal, procurement, equity staff, supervisors, and governance members each need practical guidance for their responsibilities.
AI policy becomes much easier to follow when you can see how it applies to their actual role. A communications specialist, epidemiologist, procurement officer, supervisor, and community engagement lead should not receive identical instructions and be expected to infer the rest.
Role-based guidance also supports security and accountability. You should only have access to the AI tools and data environments they need, and they should understand what documentation is required when they use AI for official work.
This module helps you move your department from broad AI literacy into operational readiness.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Allowed use: An AI use that is permitted for a role, workflow, or data type under defined conditions, safeguards, and documentation requirements.
Data classification: Sorting data into sensitivity levels, such as public, internal, confidential, protected, restricted, or sovereign, so staff know which AI environments and safeguards are appropriate.
Prohibited use: An AI use that is not allowed, such as entering protected data into a public tool, replacing required human judgment, or using AI for a purpose outside agency policy.
Responsible AI policy: An agency policy that defines expectations for transparency, privacy, security, equity, human oversight, safety, legal compliance, scientific integrity, accountability, and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Allowed use is a core concept for this lesson because it turns role-based ai use guidelines from an abstract AI topic into something you can recognize in daily public health work. An AI use that is approved for a role under defined conditions.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Prohibited use is a core concept for this lesson because it turns role-based ai use guidelines from an abstract AI topic into something you can recognize in daily public health work. An AI use that is not allowed, such as entering PHI into public tools or using AI to make an enforcement decision.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Documentation requirement is a core concept for this lesson because it turns role-based ai use guidelines from an abstract AI topic into something you can recognize in daily public health work. What staff must record when using AI for official work.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Leadership approval duties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Communications review rules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Analyst validation responsibilities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apply this module, begin with a real or realistic public health workflow and describe the task in plain language before naming an AI tool. Use the related plays (Play 3, Play 5, Play 6, Play 10, Play 12) to identify the decisions, approvals, people, and timing needed for responsible implementation. Use the related tools (Tool 2, Tool 23, Tool 24, Tool 26, Tool 27, Tool 28, Tool 29) to create documentation that can be reviewed, saved, revised, and used as evidence of readiness. The practical exercise asks you to produce evidence that can feed into that work: Build a role-based AI use matrix for one department, including allowed uses, prohibited uses, approval requirements, documentation, and escalation contacts.
The main guardrail for this lesson is that A one-size-fits-all AI policy can leave staff unclear about what they are allowed to do and what they must escalate.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Role clarity prevents inconsistent AI use, unsupported individual experimentation, unreviewed public communications, and unclear accountability.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a role-based AI use matrix for one department, including allowed uses, prohibited uses, approval requirements, documentation, and escalation contacts.
Role-based AI use matrix
Training assignment plan
Access and approval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roles need permission to use which AI tools?
Which roles must review outputs before they are used?
Which roles need advanced training before governance or procurement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ASPPH AI Framework Report: Public health workforce, AI literacy, and role preparation framing. https://aspph.org/initiatives/ai-for-public-health/ai-framework-report/
CDC Public Health Workforce Development: Public health workforce capability-building context. https://www.cdc.gov/workforce/
Public Health Foundation TRAIN Learning Network: Training platform for role-based public health workforce development. https://www.train.org/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13232" y="2542032"/>
            <a:ext cx="10607040" cy="777240"/>
          </a:xfrm>
          <a:prstGeom prst="rect">
            <a:avLst/>
          </a:prstGeom>
          <a:noFill/>
          <a:ln/>
        </p:spPr>
        <p:txBody>
          <a:bodyPr wrap="square" lIns="0" tIns="0" rIns="0" bIns="0" rtlCol="0" anchor="ct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Role-Based AI Use Guidelines</a:t>
            </a:r>
            <a:endParaRPr lang="en-US" sz="3400" dirty="0"/>
          </a:p>
        </p:txBody>
      </p:sp>
      <p:sp>
        <p:nvSpPr>
          <p:cNvPr id="6" name="Text 3"/>
          <p:cNvSpPr/>
          <p:nvPr/>
        </p:nvSpPr>
        <p:spPr>
          <a:xfrm>
            <a:off x="749808" y="3456432"/>
            <a:ext cx="365760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Learning Module</a:t>
            </a:r>
            <a:endParaRPr lang="en-US" sz="1400" dirty="0"/>
          </a:p>
        </p:txBody>
      </p:sp>
      <p:sp>
        <p:nvSpPr>
          <p:cNvPr id="7" name="Text 4"/>
          <p:cNvSpPr/>
          <p:nvPr/>
        </p:nvSpPr>
        <p:spPr>
          <a:xfrm>
            <a:off x="749808" y="3886200"/>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Role-Based AI Use Guidelines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Learning Objectives</a:t>
            </a:r>
            <a:endParaRPr lang="en-US" sz="2800" dirty="0"/>
          </a:p>
        </p:txBody>
      </p:sp>
      <p:sp>
        <p:nvSpPr>
          <p:cNvPr id="7" name="Text 5"/>
          <p:cNvSpPr/>
          <p:nvPr/>
        </p:nvSpPr>
        <p:spPr>
          <a:xfrm>
            <a:off x="822960" y="1417320"/>
            <a:ext cx="10332720" cy="448056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Define the concept in plain language for colleagues, leaders, partners, and community-facing discussions.</a:t>
            </a:r>
            <a:endParaRPr lang="en-US" sz="1600" dirty="0"/>
          </a:p>
          <a:p>
            <a:r>
              <a:rPr lang="en-US" sz="1600" dirty="0">
                <a:solidFill>
                  <a:srgbClr val="17364A"/>
                </a:solidFill>
                <a:latin typeface="Aptos" pitchFamily="34" charset="0"/>
                <a:ea typeface="Aptos" pitchFamily="34" charset="-122"/>
                <a:cs typeface="Aptos" pitchFamily="34" charset="-120"/>
              </a:rPr>
              <a:t>Identify where the concept affects AI planning, governance, procurement, implementation, monitoring, public trust, or public health decision-making.</a:t>
            </a:r>
            <a:endParaRPr lang="en-US" sz="1600" dirty="0"/>
          </a:p>
          <a:p>
            <a:r>
              <a:rPr lang="en-US" sz="1600" dirty="0">
                <a:solidFill>
                  <a:srgbClr val="17364A"/>
                </a:solidFill>
                <a:latin typeface="Aptos" pitchFamily="34" charset="0"/>
                <a:ea typeface="Aptos" pitchFamily="34" charset="-122"/>
                <a:cs typeface="Aptos" pitchFamily="34" charset="-120"/>
              </a:rPr>
              <a:t>Apply the concept to a concrete public health workflow using the linked plays, tools, safeguards, and documentation expectations.</a:t>
            </a:r>
            <a:endParaRPr lang="en-US" sz="1600" dirty="0"/>
          </a:p>
          <a:p>
            <a:r>
              <a:rPr lang="en-US" sz="1600" dirty="0">
                <a:solidFill>
                  <a:srgbClr val="17364A"/>
                </a:solidFill>
                <a:latin typeface="Aptos" pitchFamily="34" charset="0"/>
                <a:ea typeface="Aptos" pitchFamily="34" charset="-122"/>
                <a:cs typeface="Aptos" pitchFamily="34" charset="-120"/>
              </a:rPr>
              <a:t>Complete a practical activity that produces an artifact you can use in readiness assessment, governance review, implementation planning, or monitoring.</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Role-based AI use matrix.</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Training assignment plan.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Role-Based AI Use Guidelines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Module Overview</a:t>
            </a:r>
            <a:endParaRPr lang="en-US" sz="2800" dirty="0"/>
          </a:p>
        </p:txBody>
      </p:sp>
      <p:sp>
        <p:nvSpPr>
          <p:cNvPr id="7" name="Text 5"/>
          <p:cNvSpPr/>
          <p:nvPr/>
        </p:nvSpPr>
        <p:spPr>
          <a:xfrm>
            <a:off x="822960" y="1325880"/>
            <a:ext cx="10424160" cy="4434840"/>
          </a:xfrm>
          <a:prstGeom prst="rect">
            <a:avLst/>
          </a:prstGeom>
          <a:noFill/>
          <a:ln/>
        </p:spPr>
        <p:txBody>
          <a:bodyPr wrap="square" lIns="1016" tIns="1016" rIns="1016" bIns="1016" rtlCol="0" anchor="t">
            <a:normAutofit/>
          </a:bodyPr>
          <a:lstStyle/>
          <a:p>
            <a:pPr indent="0" marL="0">
              <a:buNone/>
            </a:pPr>
            <a:r>
              <a:rPr lang="en-US" sz="1600" dirty="0">
                <a:solidFill>
                  <a:srgbClr val="17364A"/>
                </a:solidFill>
                <a:latin typeface="Aptos" pitchFamily="34" charset="0"/>
                <a:ea typeface="Aptos" pitchFamily="34" charset="-122"/>
                <a:cs typeface="Aptos" pitchFamily="34" charset="-120"/>
              </a:rPr>
              <a:t>Role-based AI guidelines translate policy into daily practice. Leaders, program colleagues, analysts, communications staff, IT/security, privacy/legal, procurement, equity staff, supervisors, and governance members each need practical guidance for their responsibilities.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Role-Based AI Use Guidelines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Definitions</a:t>
            </a:r>
            <a:endParaRPr lang="en-US" sz="2800" dirty="0"/>
          </a:p>
        </p:txBody>
      </p:sp>
      <p:sp>
        <p:nvSpPr>
          <p:cNvPr id="7" name="Text 5"/>
          <p:cNvSpPr/>
          <p:nvPr/>
        </p:nvSpPr>
        <p:spPr>
          <a:xfrm>
            <a:off x="822960" y="1325880"/>
            <a:ext cx="10378440" cy="4754880"/>
          </a:xfrm>
          <a:prstGeom prst="rect">
            <a:avLst/>
          </a:prstGeom>
          <a:noFill/>
          <a:ln/>
        </p:spPr>
        <p:txBody>
          <a:bodyPr wrap="square" lIns="635" tIns="635" rIns="635" bIns="635" rtlCol="0" anchor="t">
            <a:normAutofit/>
          </a:bodyPr>
          <a:lstStyle/>
          <a:p>
            <a:r>
              <a:rPr lang="en-US" sz="1320" dirty="0">
                <a:solidFill>
                  <a:srgbClr val="17364A"/>
                </a:solidFill>
                <a:latin typeface="Aptos" pitchFamily="34" charset="0"/>
                <a:ea typeface="Aptos" pitchFamily="34" charset="-122"/>
                <a:cs typeface="Aptos" pitchFamily="34" charset="-120"/>
              </a:rPr>
              <a:t>Allowed use: An AI use that is permitted for a role, workflow, or data type under defined conditions, safeguards, and documentation requirements.</a:t>
            </a:r>
            <a:endParaRPr lang="en-US" sz="1320" dirty="0"/>
          </a:p>
          <a:p>
            <a:r>
              <a:rPr lang="en-US" sz="1320" dirty="0">
                <a:solidFill>
                  <a:srgbClr val="17364A"/>
                </a:solidFill>
                <a:latin typeface="Aptos" pitchFamily="34" charset="0"/>
                <a:ea typeface="Aptos" pitchFamily="34" charset="-122"/>
                <a:cs typeface="Aptos" pitchFamily="34" charset="-120"/>
              </a:rPr>
              <a:t>Data classification: Sorting data into sensitivity levels, such as public, internal, confidential, protected, restricted, or sovereign, so staff know which AI environments and safeguards are appropriate.</a:t>
            </a:r>
            <a:endParaRPr lang="en-US" sz="1320" dirty="0"/>
          </a:p>
          <a:p>
            <a:r>
              <a:rPr lang="en-US" sz="1320" dirty="0">
                <a:solidFill>
                  <a:srgbClr val="17364A"/>
                </a:solidFill>
                <a:latin typeface="Aptos" pitchFamily="34" charset="0"/>
                <a:ea typeface="Aptos" pitchFamily="34" charset="-122"/>
                <a:cs typeface="Aptos" pitchFamily="34" charset="-120"/>
              </a:rPr>
              <a:t>Prohibited use: An AI use that is not allowed, such as entering protected data into a public tool, replacing required human judgment, or using AI for a purpose outside agency policy.</a:t>
            </a:r>
            <a:endParaRPr lang="en-US" sz="1320" dirty="0"/>
          </a:p>
          <a:p>
            <a:r>
              <a:rPr lang="en-US" sz="1320" dirty="0">
                <a:solidFill>
                  <a:srgbClr val="17364A"/>
                </a:solidFill>
                <a:latin typeface="Aptos" pitchFamily="34" charset="0"/>
                <a:ea typeface="Aptos" pitchFamily="34" charset="-122"/>
                <a:cs typeface="Aptos" pitchFamily="34" charset="-120"/>
              </a:rPr>
              <a:t>Responsible AI policy: An agency policy that defines expectations for transparency, privacy, security, equity, human oversight, safety, legal compliance, scientific integrity, accountability, and monitoring.</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Role-Based AI Use Guidelines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Core Concepts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Allowed use is a core concept for this lesson because it turns role-based ai use guidelines from an abstract AI topic into something you can recognize in daily public health work. An AI use that is approved for a role under defined conditions.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Prohibited use is a core concept for this lesson because it turns role-based ai use guidelines from an abstract AI topic into something you can recognize in daily public health work. An AI use that is not allowed, such as entering PHI into public tools or using AI to make an enforcement decision.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Documentation requirement is a core concept for this lesson because it turns role-based ai use guidelines from an abstract AI topic into something you can recognize in daily public health work. What staff must record when using AI for official work.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sz="13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Role-Based AI Use Guidelines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Public Health Application</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Leadership approval duties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Communications review rules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Analyst validation responsibilities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sz="13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Role-Based AI Use Guidelines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Implementation Guidance</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To apply this module, begin with a real or realistic public health workflow and describe the task in plain language before naming an AI tool. Use the related plays (Play 3, Play 5, Play 6, Play 10, Play 12) to identify the decisions, approvals, people, and timing needed for responsible implementation. Use the related tools (Tool 2, Tool 23, Tool 24, Tool 26, Tool 27, Tool 28, Tool 29) to create documentation that can be reviewed, saved, revised, and used as evidence of readiness. The practical exercise asks you to produce evidence that can feed into that work: Build a role-based AI use matrix for one department, including allowed uses, prohibited uses, approval requirements, documentation, and escalation contacts. The main guardrail for this lesson is that A one-size-fits-all AI policy can leave staff unclear about what they are allowed to do and what they must escalate.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sz="13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Role-Based AI Use Guidelines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Using Plays and Tools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Role clarity prevents inconsistent AI use, unsupported individual experimentation, unreviewed public communications, and unclear accountability.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sz="13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Role-Based AI Use Guidelines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Practical Exercise</a:t>
            </a:r>
            <a:endParaRPr lang="en-US" sz="2800" dirty="0"/>
          </a:p>
        </p:txBody>
      </p:sp>
      <p:sp>
        <p:nvSpPr>
          <p:cNvPr id="7" name="Text 5"/>
          <p:cNvSpPr/>
          <p:nvPr/>
        </p:nvSpPr>
        <p:spPr>
          <a:xfrm>
            <a:off x="822960" y="1234440"/>
            <a:ext cx="10378440" cy="2011680"/>
          </a:xfrm>
          <a:prstGeom prst="rect">
            <a:avLst/>
          </a:prstGeom>
          <a:noFill/>
          <a:ln/>
        </p:spPr>
        <p:txBody>
          <a:bodyPr wrap="square" lIns="1016" tIns="1016" rIns="1016" bIns="1016" rtlCol="0" anchor="t">
            <a:normAutofit/>
          </a:bodyPr>
          <a:lstStyle/>
          <a:p>
            <a:pPr indent="0" marL="0">
              <a:buNone/>
            </a:pPr>
            <a:r>
              <a:rPr lang="en-US" sz="1520" dirty="0">
                <a:solidFill>
                  <a:srgbClr val="17364A"/>
                </a:solidFill>
                <a:latin typeface="Aptos" pitchFamily="34" charset="0"/>
                <a:ea typeface="Aptos" pitchFamily="34" charset="-122"/>
                <a:cs typeface="Aptos" pitchFamily="34" charset="-120"/>
              </a:rPr>
              <a:t>Build a role-based AI use matrix for one department, including allowed uses, prohibited uses, approval requirements, documentation, and escalation contacts.</a:t>
            </a:r>
            <a:endParaRPr lang="en-US" sz="1520" dirty="0"/>
          </a:p>
        </p:txBody>
      </p:sp>
      <p:sp>
        <p:nvSpPr>
          <p:cNvPr id="8" name="Text 6"/>
          <p:cNvSpPr/>
          <p:nvPr/>
        </p:nvSpPr>
        <p:spPr>
          <a:xfrm>
            <a:off x="822960" y="3520440"/>
            <a:ext cx="10378440" cy="1828800"/>
          </a:xfrm>
          <a:prstGeom prst="rect">
            <a:avLst/>
          </a:prstGeom>
          <a:noFill/>
          <a:ln/>
        </p:spPr>
        <p:txBody>
          <a:bodyPr wrap="square" lIns="635" tIns="635" rIns="635" bIns="635" rtlCol="0" anchor="t">
            <a:normAutofit/>
          </a:bodyPr>
          <a:lstStyle/>
          <a:p>
            <a:r>
              <a:rPr lang="en-US" sz="1400" dirty="0">
                <a:solidFill>
                  <a:srgbClr val="17364A"/>
                </a:solidFill>
                <a:latin typeface="Aptos" pitchFamily="34" charset="0"/>
                <a:ea typeface="Aptos" pitchFamily="34" charset="-122"/>
                <a:cs typeface="Aptos" pitchFamily="34" charset="-120"/>
              </a:rPr>
              <a:t>Expected artifact: Role-based AI use matrix</a:t>
            </a:r>
            <a:endParaRPr lang="en-US" sz="1400" dirty="0"/>
          </a:p>
          <a:p>
            <a:r>
              <a:rPr lang="en-US" sz="1400" dirty="0">
                <a:solidFill>
                  <a:srgbClr val="17364A"/>
                </a:solidFill>
                <a:latin typeface="Aptos" pitchFamily="34" charset="0"/>
                <a:ea typeface="Aptos" pitchFamily="34" charset="-122"/>
                <a:cs typeface="Aptos" pitchFamily="34" charset="-120"/>
              </a:rPr>
              <a:t>Expected artifact: Training assignment plan</a:t>
            </a:r>
            <a:endParaRPr lang="en-US" sz="1400" dirty="0"/>
          </a:p>
          <a:p>
            <a:r>
              <a:rPr lang="en-US" sz="1400" dirty="0">
                <a:solidFill>
                  <a:srgbClr val="17364A"/>
                </a:solidFill>
                <a:latin typeface="Aptos" pitchFamily="34" charset="0"/>
                <a:ea typeface="Aptos" pitchFamily="34" charset="-122"/>
                <a:cs typeface="Aptos" pitchFamily="34" charset="-120"/>
              </a:rPr>
              <a:t>Expected artifact: Access and approval rules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Role-Based AI Use Guidelines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Reflection Questions</a:t>
            </a:r>
            <a:endParaRPr lang="en-US" sz="2800" dirty="0"/>
          </a:p>
        </p:txBody>
      </p:sp>
      <p:sp>
        <p:nvSpPr>
          <p:cNvPr id="7" name="Text 5"/>
          <p:cNvSpPr/>
          <p:nvPr/>
        </p:nvSpPr>
        <p:spPr>
          <a:xfrm>
            <a:off x="822960" y="1325880"/>
            <a:ext cx="10378440" cy="4572000"/>
          </a:xfrm>
          <a:prstGeom prst="rect">
            <a:avLst/>
          </a:prstGeom>
          <a:noFill/>
          <a:ln/>
        </p:spPr>
        <p:txBody>
          <a:bodyPr wrap="square" lIns="635" tIns="635" rIns="635" bIns="635" rtlCol="0" anchor="t">
            <a:normAutofit/>
          </a:bodyPr>
          <a:lstStyle/>
          <a:p>
            <a:r>
              <a:rPr lang="en-US" sz="1500" dirty="0">
                <a:solidFill>
                  <a:srgbClr val="17364A"/>
                </a:solidFill>
                <a:latin typeface="Aptos" pitchFamily="34" charset="0"/>
                <a:ea typeface="Aptos" pitchFamily="34" charset="-122"/>
                <a:cs typeface="Aptos" pitchFamily="34" charset="-120"/>
              </a:rPr>
              <a:t>Which roles need permission to use which AI tools?</a:t>
            </a:r>
            <a:endParaRPr lang="en-US" sz="1500" dirty="0"/>
          </a:p>
          <a:p>
            <a:r>
              <a:rPr lang="en-US" sz="1500" dirty="0">
                <a:solidFill>
                  <a:srgbClr val="17364A"/>
                </a:solidFill>
                <a:latin typeface="Aptos" pitchFamily="34" charset="0"/>
                <a:ea typeface="Aptos" pitchFamily="34" charset="-122"/>
                <a:cs typeface="Aptos" pitchFamily="34" charset="-120"/>
              </a:rPr>
              <a:t>Which roles must review outputs before they are used?</a:t>
            </a:r>
            <a:endParaRPr lang="en-US" sz="1500" dirty="0"/>
          </a:p>
          <a:p>
            <a:r>
              <a:rPr lang="en-US" sz="1500" dirty="0">
                <a:solidFill>
                  <a:srgbClr val="17364A"/>
                </a:solidFill>
                <a:latin typeface="Aptos" pitchFamily="34" charset="0"/>
                <a:ea typeface="Aptos" pitchFamily="34" charset="-122"/>
                <a:cs typeface="Aptos" pitchFamily="34" charset="-120"/>
              </a:rPr>
              <a:t>Which roles need advanced training before governance or procurement decisions?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Role-Based AI Use Guidelines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References and Resources</a:t>
            </a:r>
            <a:endParaRPr lang="en-US" sz="2800" dirty="0"/>
          </a:p>
        </p:txBody>
      </p:sp>
      <p:sp>
        <p:nvSpPr>
          <p:cNvPr id="7" name="Text 5"/>
          <p:cNvSpPr/>
          <p:nvPr/>
        </p:nvSpPr>
        <p:spPr>
          <a:xfrm>
            <a:off x="822960" y="1280160"/>
            <a:ext cx="10378440" cy="4800600"/>
          </a:xfrm>
          <a:prstGeom prst="rect">
            <a:avLst/>
          </a:prstGeom>
          <a:noFill/>
          <a:ln/>
        </p:spPr>
        <p:txBody>
          <a:bodyPr wrap="square" lIns="635" tIns="635" rIns="635" bIns="635" rtlCol="0" anchor="t">
            <a:normAutofit/>
          </a:bodyPr>
          <a:lstStyle/>
          <a:p>
            <a:r>
              <a:rPr lang="en-US" sz="1280" dirty="0">
                <a:solidFill>
                  <a:srgbClr val="17364A"/>
                </a:solidFill>
                <a:latin typeface="Aptos" pitchFamily="34" charset="0"/>
                <a:ea typeface="Aptos" pitchFamily="34" charset="-122"/>
                <a:cs typeface="Aptos" pitchFamily="34" charset="-120"/>
              </a:rPr>
              <a:t>ASPPH AI Framework Report: Public health workforce, AI literacy, and role preparation framing.</a:t>
            </a:r>
            <a:endParaRPr lang="en-US" sz="1280" dirty="0"/>
          </a:p>
          <a:p>
            <a:r>
              <a:rPr lang="en-US" sz="1280" dirty="0">
                <a:solidFill>
                  <a:srgbClr val="17364A"/>
                </a:solidFill>
                <a:latin typeface="Aptos" pitchFamily="34" charset="0"/>
                <a:ea typeface="Aptos" pitchFamily="34" charset="-122"/>
                <a:cs typeface="Aptos" pitchFamily="34" charset="-120"/>
              </a:rPr>
              <a:t>CDC Public Health Workforce Development: Public health workforce capability-building context.</a:t>
            </a:r>
            <a:endParaRPr lang="en-US" sz="1280" dirty="0"/>
          </a:p>
          <a:p>
            <a:r>
              <a:rPr lang="en-US" sz="1280" dirty="0">
                <a:solidFill>
                  <a:srgbClr val="17364A"/>
                </a:solidFill>
                <a:latin typeface="Aptos" pitchFamily="34" charset="0"/>
                <a:ea typeface="Aptos" pitchFamily="34" charset="-122"/>
                <a:cs typeface="Aptos" pitchFamily="34" charset="-120"/>
              </a:rPr>
              <a:t>Public Health Foundation TRAIN Learning Network: Training platform for role-based public health workforce development.</a:t>
            </a:r>
            <a:endParaRPr lang="en-US" sz="12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Role-Based AI Use Guidelines</dc:title>
  <dc:subject>Role-Based AI Use Guidelines learning module</dc:subject>
  <dc:creator>Paula Soper</dc:creator>
  <cp:lastModifiedBy>Paula Soper</cp:lastModifiedBy>
  <cp:revision>1</cp:revision>
  <dcterms:created xsi:type="dcterms:W3CDTF">2026-07-09T20:18:53Z</dcterms:created>
  <dcterms:modified xsi:type="dcterms:W3CDTF">2026-07-09T20:18:53Z</dcterms:modified>
</cp:coreProperties>
</file>