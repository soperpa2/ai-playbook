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EPI 310 AI for Surveillance Signal Review and Epidemiologic Judgment
This module focuses on using AI to support signal detection while preserving epidemiologic judgment.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Epidemiology Role-Based Track
Appears in tracks: epidemiology, analytics-modeling, operations-data-quality, governance-security
This module focuses on using AI to support signal detection while preserving epidemiologic judgment.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for surveillance signal review and epidemiologic judgment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using AI to support signal detection while preserving epidemiologic judgment.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for Surveillance Signal Review and Epidemiologic Judgment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using AI to support signal detection while preserving epidemiologic judgment.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for surveillance signal review and epidemiologic judgment artifact for one AI-supported public health use case. The artifact should define the use case, affected roles, review criteria, safeguards, documentation expectations, escalation triggers, monitoring indicators, and next review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for Surveillance Signal Review and Epidemiologic Judgment artifact
Role and responsibility table
Risk and safeguard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for Surveillance Signal Review and Epidemiologic Judgment artifact
Role and responsibility table
Risk and safeguard summary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for surveillance signal review and epidemiologic judgment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EPI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for Surveillance Signal Review and Epidemiologic Judgment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using AI to support signal detection while preserving epidemiologic judgment.</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Epidemiology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epidemiology, analytics-modeling, operations-data-quality,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ai for surveillance signal review and epidemiologic judgment in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ai for surveillance signal review and epidemiologic judgment in public health AI.</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using AI to support signal detection while preserving epidemiologic judgment.</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focuses on using AI to support signal detection while preserving epidemiologic judgment.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2100" dirty="0"/>
          </a:p>
          <a:p>
            <a:r>
              <a:rPr lang="en-US" sz="2100" dirty="0">
                <a:solidFill>
                  <a:srgbClr val="17364A"/>
                </a:solidFill>
                <a:latin typeface="Aptos" pitchFamily="34" charset="0"/>
                <a:ea typeface="Aptos" pitchFamily="34" charset="-122"/>
                <a:cs typeface="Aptos" pitchFamily="34" charset="-120"/>
              </a:rPr>
              <a:t>Evidence artifact: A document, log, checklist, test result, approval record, or review note that.</a:t>
            </a:r>
            <a:endParaRPr lang="en-US" sz="2100" dirty="0"/>
          </a:p>
          <a:p>
            <a:r>
              <a:rPr lang="en-US" sz="21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for Surveillance Signal Review and Epidemiologic Judgment matters because AI adoption changes how.</a:t>
            </a:r>
            <a:endParaRPr lang="en-US" sz="2100" dirty="0"/>
          </a:p>
          <a:p>
            <a:r>
              <a:rPr lang="en-US" sz="21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for Surveillance Signal Review and Epidemiologic Judgment matters because AI adoption changes how.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is preparing to use AI in a workflow related to using AI to support signal.</a:t>
            </a:r>
            <a:endParaRPr lang="en-US" sz="2100" dirty="0"/>
          </a:p>
          <a:p>
            <a:r>
              <a:rPr lang="en-US" sz="21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a:t>
            </a:r>
            <a:endParaRPr lang="en-US" sz="2100" dirty="0"/>
          </a:p>
          <a:p>
            <a:r>
              <a:rPr lang="en-US" sz="21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is preparing to use AI in a workflow related to using AI to support signal.</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a:t>
            </a:r>
            <a:endParaRPr lang="en-US" sz="2100" dirty="0"/>
          </a:p>
          <a:p>
            <a:r>
              <a:rPr lang="en-US" sz="21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2100" dirty="0"/>
          </a:p>
          <a:p>
            <a:r>
              <a:rPr lang="en-US" sz="21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review intervals and change triggers.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2100" dirty="0"/>
          </a:p>
          <a:p>
            <a:r>
              <a:rPr lang="en-US" sz="21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decision or workflow does this topic affect?</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or pause the work?</a:t>
            </a:r>
            <a:endParaRPr lang="en-US" sz="2100" dirty="0"/>
          </a:p>
          <a:p>
            <a:r>
              <a:rPr lang="en-US" sz="21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2100" dirty="0"/>
          </a:p>
          <a:p>
            <a:r>
              <a:rPr lang="en-US" sz="2100" dirty="0">
                <a:solidFill>
                  <a:srgbClr val="17364A"/>
                </a:solidFill>
                <a:latin typeface="Aptos" pitchFamily="34" charset="0"/>
                <a:ea typeface="Aptos" pitchFamily="34" charset="-122"/>
                <a:cs typeface="Aptos" pitchFamily="34" charset="-120"/>
              </a:rPr>
              <a:t>How will the agency know when the workflow needs to be revised?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practical ai for surveillance signal review and epidemiologic judgment artifact for one.</a:t>
            </a:r>
            <a:endParaRPr lang="en-US" sz="2100" dirty="0"/>
          </a:p>
          <a:p>
            <a:r>
              <a:rPr lang="en-US" sz="21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practical ai for surveillance signal review and epidemiologic judgment artifact for one.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for Surveillance Signal Review and Epidemiologic Judgment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for Surveillance Signal Review and Epidemiologic Judgment artifact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monitoring plan</a:t>
            </a:r>
            <a:endParaRPr lang="en-US" sz="2100" dirty="0"/>
          </a:p>
          <a:p>
            <a:r>
              <a:rPr lang="en-US" sz="2100" dirty="0">
                <a:solidFill>
                  <a:srgbClr val="17364A"/>
                </a:solidFill>
                <a:latin typeface="Aptos" pitchFamily="34" charset="0"/>
                <a:ea typeface="Aptos" pitchFamily="34" charset="-122"/>
                <a:cs typeface="Aptos" pitchFamily="34" charset="-120"/>
              </a:rPr>
              <a:t>Approval or review note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monitoring plan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for Surveillance Signal Review and Epidemiologic Judgment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for Surveillance Signal Review and Epidemiologic Judgment artifact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evidence that ai for surveillance signal review and epidemiologic judgment has.</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evidence that ai for surveillance signal review and epidemiologic judgment has.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Surveillance Signal Review and Epidemiologic Judgment</dc:title>
  <dc:subject>AI for Surveillance Signal Review and Epidemiologic Judgment learning module</dc:subject>
  <dc:creator>Paula Soper</dc:creator>
  <cp:lastModifiedBy>Paula Soper</cp:lastModifiedBy>
  <cp:revision>1</cp:revision>
  <dcterms:created xsi:type="dcterms:W3CDTF">2026-07-12T19:24:27Z</dcterms:created>
  <dcterms:modified xsi:type="dcterms:W3CDTF">2026-07-12T19:24:27Z</dcterms:modified>
</cp:coreProperties>
</file>