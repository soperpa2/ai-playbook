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changes how people work, make decisions, document actions, communicate with.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Successful implementation requires change management, not just technical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understand why a tool is being introduced, how it affects their workflow,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implementation requires change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stakeholders affected by an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a change management plan that includes communication, training, workflow updates,.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implementation requires change management.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 change management plan that includes communication,.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staff concerns related to trust, workload, deskilling,.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 adoption and change management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changes how people work, make decisions, document actions, communicate with.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Successful implementation requires change management, not just technical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understand why a tool is being introduced, how it affects their workflow, what.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may fail even when the technology works because the organization is not ready to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not trust the output, may over-trust it, may not understand their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may underestimate the time needed for training, workflow redesign, and user feedback.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launches an AI assistant to help staff find internal policies and program.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is technically functional, but staff do not use it because they are unsure whether.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staff worry that the tool will be used to judge their productivity.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tool is technically functional, but staff do not use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change management plan addresses these concerns directly.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explains the purpose of the tool, approved uses, prohibited.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change management should begin before procurement or configuration.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should identify who will be affected, what pain points the tool is supposed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Stakeholder engagement should include frontline users, supervisors, program leaders, IT,.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adoption without understanding.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use the tool incorrectly or treat outputs as authoritative because training was.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require role-based training and workflow-specific practice before access is.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adoption without understanding.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risk is resistance caused by lack of transparency.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staff believe AI is being introduced to monitor or replace.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communicate purpose, boundaries, data practices,.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adoption requires training on review, citation, privacy, and public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adoption requires training on interpretation, limitations, and override.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 adoption requires training on approvals, stop procedures, and escalation.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adoption requires training on review, citation, privacy, and public.</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adoption requires training on interpretation,.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Each AI type changes work in different ways, so change management.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change management plan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stakeholder map, communication messages, training needs, workflow changes, adoption.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change management plan for one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change management plan for one AI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stakeholder map, communication messages, training needs,.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plan; stakeholder map; communication plan; training plan; feedback and adoption.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plan; stakeholder map; communication plan; training plan; feedback and adoption.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2026-07-13T02:33:44Z</dcterms:created>
  <dcterms:modified xsi:type="dcterms:W3CDTF">2026-07-13T02:33:44Z</dcterms:modified>
</cp:coreProperties>
</file>