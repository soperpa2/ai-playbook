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320 AI Authority, Liability, and Public Health Decision-Making
This module focuses on legal authority, delegated responsibility, accountability, and liability in AI-supported decisions.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Policy Role-Based Track
Appears in tracks: policy, governance-security, public-health-executive-leadership
This module focuses on legal authority, delegated responsibility, accountability, and liability in AI-supported decisions.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authority, liability, and public health decision-making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legal authority, delegated responsibility, accountability, and liability in AI-supported decisions.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Authority, Liability, and Public Health Decision-Making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legal authority, delegated responsibility, accountability, and liability in AI-supported decisions.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authority, liability, and public health decision-making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Authority, Liability, and Public Health Decision-Making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Authority, Liability, and Public Health Decision-Making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authority, liability, and public health decision-making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Authority, Liability, and Public Health Decision-Making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legal authority, delegated responsibility, accountability, and liability in AI-supported.</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Policy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policy, governance-security,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authority, liability, and public health decision-making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authority, liability, and public health decision-making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legal authority, delegated responsibility, accountability, and liability in.</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legal authority, delegated responsibility, accountability, and liability in.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Authority, Liability, and Public Health Decision-Making matters because AI adoption changes how.</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Authority, Liability, and Public Health Decision-Making matters because AI adoption changes how.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legal authority, delegated.</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legal authority, delegated.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 authority, liability, and public health decision-making artifact for one.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 authority, liability, and public health decision-making artifact for one.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Authority, Liability, and Public Health Decision-Making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Authority, Liability, and Public Health Decision-Making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Authority, Liability, and Public Health Decision-Making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Authority, Liability, and Public Health Decision-Making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 authority, liability, and public health decision-making has.</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 authority, liability, and public health decision-making has.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Authority, Liability, and Public Health Decision-Making</dc:title>
  <dc:subject>AI Authority, Liability, and Public Health Decision-Making learning module</dc:subject>
  <dc:creator>Paula Soper</dc:creator>
  <cp:lastModifiedBy>Paula Soper</cp:lastModifiedBy>
  <cp:revision>1</cp:revision>
  <dcterms:created xsi:type="dcterms:W3CDTF">2026-07-12T20:16:00Z</dcterms:created>
  <dcterms:modified xsi:type="dcterms:W3CDTF">2026-07-12T20:16:00Z</dcterms:modified>
</cp:coreProperties>
</file>