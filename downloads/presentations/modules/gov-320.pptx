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documentation, model cards, and system cards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documentation, model cards, and system cards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documentation packet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documentation packet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documentation packet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makes systems understandable, reviewable, and accountable.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Model cards and system cards are structured documentation tools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helps public health staff create documentation that supports.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Model Cards, and System Cards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Model Cards, and System Cards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records what the system is intended to do, how it was.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Documentation supports accountability across the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card is a structured summary of a model, including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records what the system is intended to do, how it was developed.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documentation records what the system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card is a structured summary of a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extends documentation to the broader.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agency using a generative AI assistant to draft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system card would help reviewers understand the whole workflow rather than.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agency using a generative AI assistant to draft public health messages should.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agency using a generative AI assistant to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system card would help reviewers understand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documentation should be created before deployment and maintained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documentation should identify the system owner, intended users,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document that is created once and never updated will not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documentation should identify the system.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Model cards are especially useful for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System cards are especially useful for generative,.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documentation packet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documentation packet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documentation packet.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documentation packet.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ai documentation, model cards,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ai documentation, model cards, and system.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2026-07-13T03:27:53Z</dcterms:created>
  <dcterms:modified xsi:type="dcterms:W3CDTF">2026-07-13T03:27:53Z</dcterms:modified>
</cp:coreProperties>
</file>