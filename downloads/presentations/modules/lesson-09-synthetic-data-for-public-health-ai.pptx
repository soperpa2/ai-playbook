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 320 Synthetic Data for Public Health AI
Synthetic data are artificially generated data that are designed to resemble real data without directly copying every record from a real person. In public health, synthetic data can support training, software testing, demonstrations, model prototyping, and vendor evaluation when real data are too sensitive or difficult to share. This module helps learners understand both the promise and limitations of synthetic data, including privacy risk, analytic utility, representativeness, and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Analytics and Modeling Track
Appears in tracks: operations-data-quality
Synthetic data are artificially generated data that are designed to resemble real data without directly copying every record from a real person. In public health, synthetic data can support training, software testing, demonstrations, model prototyping, and vendor evaluation when real data are too sensitive or difficult to share. This module helps learners understand both the promise and limitations of synthetic data, including privacy risk, analytic utility, representativeness, and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2: Readiness Assessment - This lesson informs Play 2 by helping learners connect the lesson topic to readiness assessment work in the AI Playbook sequence.
Play 1: Vision &amp; Guardrails - This lesson informs Play 1 by helping learners connect the lesson topic to vision &amp; guardrails work in the AI Playbook sequence.
Play 7: Prioritize Use Cases - This lesson informs Play 7 by helping learners connect the lesson topic to prioritize use cases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 AI Policy Landscape Scan (Worksheet) - Use AI Policy Landscape Scan to translate this lesson into a documented public health AI planning, governance, implementation,.
Tool 5: AI Environmental and Resource Impact Review (Checklist) - Use this tool to complete or strengthen the practical exercise for the module using fictional, de-identified, or generalized.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
Tool 10: Tiered Data Classification for AI Use (Worksheet)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the purpose of synthetic data for public health ai in public health AI work.
Identify the technical, operational, privacy, security, equity, and governance issues associated with the topic.
Apply the topic to a real or realistic public health workflow, system, or implementation scenario.
Recognize common failure modes that can affect safety, accuracy, trust, workflow fit, or sustainability.
Identify practical guardrails that should be documented before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Produce a synthetic dataset assessment that can support readiness assessment, governance review, procurement, implementation, or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Synthetic data are artificially generated data that are designed to resemble real data without directly copying every record from a real person. In public health, synthetic data can support training, software testing, demonstrations, model prototyping, and vendor evaluation when real data are too sensitive or difficult to share. This module helps learners understand both the promise and limitations of synthetic data, including privacy risk, analytic utility, representativeness, and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Synthetic Data for Public Health AI matters because AI systems are embedded in public health programs, data systems, and decision processes rather than operating in isolation. The topic affects whether AI outputs are accurate, explainable, safe, equitable, secure, and sustainable. Agencies that ignore this area may create tools that work in a demonstration but fail in actual practice.
The topic also affects accountability. Public health agencies must be able to explain how data are used, why a tool was approved, what evidence supports the workflow, who reviews outputs, and what happens when the system fails. These responsibilities become more important as AI tools move from experimentation into operational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Synthetic data are generated data designed to preserve selected patterns of a source dataset while reducing reliance on real individual-level records. The value of synthetic data depends on the purpose. A dataset that is useful for training staff on a dashboard may not be valid for evaluating a predictive model or testing equity performance.
Privacy risk does not disappear simply because data are synthetic. If synthetic data are too close to the source data, they may leak information about real individuals or rare cases. If they are too different from the source data, they may be safe but not useful. Public health agencies must evaluate both privacy protection and data utility.
Data utility means the synthetic data are useful for the intended purpose. Utility may involve preserving distributions, relationships between fields, missingness patterns, geographic variation, or time trends. The intended use should be documented before the synthetic data are created or accepted from a vendor.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health department may want synthetic eCR data to train disease investigators and test an AI case summary tool without exposing real case narratives. The synthetic data should include realistic combinations of symptoms, lab results, demographics, dates, and missing fields, but should not reproduce unusual cases in ways that could identify real people. The agency should document that the data are intended for training and testing, not for estimating disease burden or measuring model performance in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Synthetic data development begins by defining the intended use. Training data for staff exercises can be less statistically faithful than data used for system testing. Model evaluation data require more rigorous review because the synthetic data must preserve patterns relevant to the model task. Public health teams should define whether synthetic data will be used for demonstration, software testing, integration testing, training, simulation, or model development.
Agencies should evaluate synthetic data for privacy and utility. Privacy review may examine whether rare combinations, dates, locations, or narratives are too similar to real records. Utility review may compare distributions, relationships, missingness, and edge cases against expected patterns. Both reviews should be documented because a dataset can be safe but not useful, or useful but not safe enough for sharing.
Synthetic data are also helpful for vendor evaluation. Agencies can provide vendors with realistic data structures without sharing protected data during early discovery. However, vendors should not use synthetic data performance as proof that a model will work on real public health data. Production readiness still requires validation against appropriate real-world data under approved governance controls.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treating the topic as a technical detail rather than a public health control. When staff do not connect technical decisions to authority, workflow, equity, privacy, security, and accountability, the agency may adopt a tool that appears useful but cannot be sustained or defended.
Another risk is relying on vendor claims without agency-defined evidence. Vendors may provide demonstrations, dashboards, or summary metrics that do not match the agency workflow or data environment. A guardrail is to require documentation, test results, acceptance criteria, and agency-controlled review.
A third risk is failing to plan for change. Public health data, policies, systems, and emergencies change. Any technical approach must include monitoring, review, versioning, escalation, and retirement pathways so the agency can respond when assumptions no longer 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Generative AI, predictive analytics, RAG, automation, and agentic workflows all depend on the controls described in this module. The controls should be scaled to the risk of the use case. A tool that drafts internal training text may require lighter review than a tool that updates case records, prioritizes outreach, or supports public communication during an emergency.
The module should be applied during readiness assessment, procurement, implementation planning, pilot testing, and post-deployment monitoring. Learners should document how the topic affects data, systems, users, safeguards, and decision-making for the selected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Where does this topic appear in one current or proposed AI workflow in your agency?
What decisions, data sources, users, or partners would be affected if this area is poorly designed?
What evidence would governance reviewers need before approving the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safeguards should be required before pilot testing?
Who owns ongoing monitoring and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synthetic dataset assessment for one real or realistic public health AI workflow. The artifact should describe the use case, affected users, data sources, system dependencies, risks, guardrails, review points, and unresolved questions.
The exercise should produce a work product that could be used in a governance meeting, procurement review, implementation planning session, pilot evaluation, or monitoring review. Learners should document assumptions and identify which staff or partners need to be consulted.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The expected artifact is a completed synthetic dataset assessment. It should be specific to a public health workflow and should include technical dependencies, governance questions, human review expectations, monitoring indicators, and unresolved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The expected artifact is a completed synthetic dataset assessment. It should be specific to a public health workflow and should include technical dependencies, governance questions, human review expectations, monitoring indicators, and unresolved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best reason to address synthetic data for public health ai before deployment?
2. Which practice best supports responsible implementation?
3. Which statement best describes a common failure mode?
4. What should be included in the practical artifact for this module?
5. When should the issue be escalated for governance or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AI Risk Management Framework: https://www.nist.gov/itl/ai-risk-management-framework
NIST Privacy Framework and differential privacy resources
NIST Generative AI Profile: https://www.nist.gov/publications/artificial-intelligence-risk-management-framework-generative-artificial-intelligence
CDC Public Health Data Strategy and Data Modernization resources: https://www.cdc.gov/public-health-data-strategy/php/about/index.html
OWASP Top 10 for LLM Applications, when security or AI integrations are relevant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Agency privacy, cybersecurity, data governance, procurement, and records management policies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ANL 320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Synthetic Data for Public Health AI</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Synthetic Data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Synthetic data are artificially generated data that are designed to resemble real data without directly copying.</a:t>
            </a:r>
            <a:endParaRPr lang="en-US" sz="2100" dirty="0"/>
          </a:p>
          <a:p>
            <a:r>
              <a:rPr lang="en-US" sz="2100" dirty="0">
                <a:solidFill>
                  <a:srgbClr val="17364A"/>
                </a:solidFill>
                <a:latin typeface="Aptos" pitchFamily="34" charset="0"/>
                <a:ea typeface="Aptos" pitchFamily="34" charset="-122"/>
                <a:cs typeface="Aptos" pitchFamily="34" charset="-120"/>
              </a:rPr>
              <a:t>In public health, synthetic data can support training, software testing, demonstrations, model prototyping, and.</a:t>
            </a:r>
            <a:endParaRPr lang="en-US" sz="2100" dirty="0"/>
          </a:p>
          <a:p>
            <a:r>
              <a:rPr lang="en-US" sz="2100" dirty="0">
                <a:solidFill>
                  <a:srgbClr val="17364A"/>
                </a:solidFill>
                <a:latin typeface="Aptos" pitchFamily="34" charset="0"/>
                <a:ea typeface="Aptos" pitchFamily="34" charset="-122"/>
                <a:cs typeface="Aptos" pitchFamily="34" charset="-120"/>
              </a:rPr>
              <a:t>This module helps learners understand both the promise and limitations of synthetic data, including privacy risk,.</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intermediate/practitioner</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Analytics and Modeling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operations-data-quality</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Synthetic Data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7: Prioritize Use Cases - This lesson informs Play 7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Synthetic Data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5: AI Environmental and Resource Impact Review (Checklist) - Use this tool to complete or strengthen.</a:t>
            </a:r>
            <a:endParaRPr lang="en-US" sz="1850" dirty="0"/>
          </a:p>
          <a:p>
            <a:r>
              <a:rPr lang="en-US" sz="1850" dirty="0">
                <a:solidFill>
                  <a:srgbClr val="17364A"/>
                </a:solidFill>
                <a:latin typeface="Aptos" pitchFamily="34" charset="0"/>
                <a:ea typeface="Aptos" pitchFamily="34" charset="-122"/>
                <a:cs typeface="Aptos" pitchFamily="34" charset="-120"/>
              </a:rPr>
              <a:t>Tool 6: Human-Centered AI Decision Rule Checklist (Checklist) - Use Human-Centered AI Decision Rule.</a:t>
            </a:r>
            <a:endParaRPr lang="en-US" sz="1850" dirty="0"/>
          </a:p>
          <a:p>
            <a:r>
              <a:rPr lang="en-US" sz="1850" dirty="0">
                <a:solidFill>
                  <a:srgbClr val="17364A"/>
                </a:solidFill>
                <a:latin typeface="Aptos" pitchFamily="34" charset="0"/>
                <a:ea typeface="Aptos" pitchFamily="34" charset="-122"/>
                <a:cs typeface="Aptos" pitchFamily="34" charset="-120"/>
              </a:rPr>
              <a:t>Tool 8: AI Project Charter (Planning) - Use AI Project Charter to translate this lesson into a documented.</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Synthetic Data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Explain the purpose of synthetic data for public health ai in public health AI work.</a:t>
            </a:r>
            <a:endParaRPr lang="en-US" sz="2100" dirty="0"/>
          </a:p>
          <a:p>
            <a:r>
              <a:rPr lang="en-US" sz="2100" dirty="0">
                <a:solidFill>
                  <a:srgbClr val="17364A"/>
                </a:solidFill>
                <a:latin typeface="Aptos" pitchFamily="34" charset="0"/>
                <a:ea typeface="Aptos" pitchFamily="34" charset="-122"/>
                <a:cs typeface="Aptos" pitchFamily="34" charset="-120"/>
              </a:rPr>
              <a:t>Identify the technical, operational, privacy, security, equity, and governance issues associated with.</a:t>
            </a:r>
            <a:endParaRPr lang="en-US" sz="2100" dirty="0"/>
          </a:p>
          <a:p>
            <a:r>
              <a:rPr lang="en-US" sz="2100" dirty="0">
                <a:solidFill>
                  <a:srgbClr val="17364A"/>
                </a:solidFill>
                <a:latin typeface="Aptos" pitchFamily="34" charset="0"/>
                <a:ea typeface="Aptos" pitchFamily="34" charset="-122"/>
                <a:cs typeface="Aptos" pitchFamily="34" charset="-120"/>
              </a:rPr>
              <a:t>Apply the topic to a real or realistic public health workflow, system, or implementation scenario.</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Explain the purpose of synthetic data for public health ai in public health AI work.</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Synthetic Data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Produce a synthetic dataset assessment that can support readiness assessment, governance review,.</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Produce a synthetic dataset assessment that can support readiness assessment, governance review,.</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Synthetic Data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Synthetic data are artificially generated data that are designed to resemble real data without directly.</a:t>
            </a:r>
            <a:endParaRPr lang="en-US" sz="2100" dirty="0"/>
          </a:p>
          <a:p>
            <a:r>
              <a:rPr lang="en-US" sz="2100" dirty="0">
                <a:solidFill>
                  <a:srgbClr val="17364A"/>
                </a:solidFill>
                <a:latin typeface="Aptos" pitchFamily="34" charset="0"/>
                <a:ea typeface="Aptos" pitchFamily="34" charset="-122"/>
                <a:cs typeface="Aptos" pitchFamily="34" charset="-120"/>
              </a:rPr>
              <a:t>In public health, synthetic data can support training, software testing, demonstrations, model.</a:t>
            </a:r>
            <a:endParaRPr lang="en-US" sz="2100" dirty="0"/>
          </a:p>
          <a:p>
            <a:r>
              <a:rPr lang="en-US" sz="2100" dirty="0">
                <a:solidFill>
                  <a:srgbClr val="17364A"/>
                </a:solidFill>
                <a:latin typeface="Aptos" pitchFamily="34" charset="0"/>
                <a:ea typeface="Aptos" pitchFamily="34" charset="-122"/>
                <a:cs typeface="Aptos" pitchFamily="34" charset="-120"/>
              </a:rPr>
              <a:t>This module helps learners understand both the promise and limitations of synthetic data, including.</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Synthetic data are artificially generated data that are designed to resemble real data without directly.</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Synthetic Data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Synthetic Data for Public Health AI matters because AI systems are embedded in public health programs,.</a:t>
            </a:r>
            <a:endParaRPr lang="en-US" sz="2100" dirty="0"/>
          </a:p>
          <a:p>
            <a:r>
              <a:rPr lang="en-US" sz="2100" dirty="0">
                <a:solidFill>
                  <a:srgbClr val="17364A"/>
                </a:solidFill>
                <a:latin typeface="Aptos" pitchFamily="34" charset="0"/>
                <a:ea typeface="Aptos" pitchFamily="34" charset="-122"/>
                <a:cs typeface="Aptos" pitchFamily="34" charset="-120"/>
              </a:rPr>
              <a:t>The topic affects whether AI outputs are accurate, explainable, safe, equitable, secure, and sustainable.</a:t>
            </a:r>
            <a:endParaRPr lang="en-US" sz="2100" dirty="0"/>
          </a:p>
          <a:p>
            <a:r>
              <a:rPr lang="en-US" sz="2100" dirty="0">
                <a:solidFill>
                  <a:srgbClr val="17364A"/>
                </a:solidFill>
                <a:latin typeface="Aptos" pitchFamily="34" charset="0"/>
                <a:ea typeface="Aptos" pitchFamily="34" charset="-122"/>
                <a:cs typeface="Aptos" pitchFamily="34" charset="-120"/>
              </a:rPr>
              <a:t>Agencies that ignore this area may create tools that work in a demonstration but fail in actual practice.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Synthetic Data for Public Health AI matters because AI systems are embedded in public health programs,.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Synthetic Data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Core Concepts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Synthetic data are generated data designed to preserve selected patterns of a source dataset while.</a:t>
            </a:r>
            <a:endParaRPr lang="en-US" sz="2100" dirty="0"/>
          </a:p>
          <a:p>
            <a:r>
              <a:rPr lang="en-US" sz="2100" dirty="0">
                <a:solidFill>
                  <a:srgbClr val="17364A"/>
                </a:solidFill>
                <a:latin typeface="Aptos" pitchFamily="34" charset="0"/>
                <a:ea typeface="Aptos" pitchFamily="34" charset="-122"/>
                <a:cs typeface="Aptos" pitchFamily="34" charset="-120"/>
              </a:rPr>
              <a:t>The value of synthetic data depends on the purpose.</a:t>
            </a:r>
            <a:endParaRPr lang="en-US" sz="2100" dirty="0"/>
          </a:p>
          <a:p>
            <a:r>
              <a:rPr lang="en-US" sz="2100" dirty="0">
                <a:solidFill>
                  <a:srgbClr val="17364A"/>
                </a:solidFill>
                <a:latin typeface="Aptos" pitchFamily="34" charset="0"/>
                <a:ea typeface="Aptos" pitchFamily="34" charset="-122"/>
                <a:cs typeface="Aptos" pitchFamily="34" charset="-120"/>
              </a:rPr>
              <a:t>A dataset that is useful for training staff on a dashboard may not be valid for evaluating a predictive.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Synthetic data are generated data designed to preserve selected patterns of a source dataset while.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Synthetic Data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health department may want synthetic eCR data to train disease investigators and test an AI case.</a:t>
            </a:r>
            <a:endParaRPr lang="en-US" sz="2100" dirty="0"/>
          </a:p>
          <a:p>
            <a:r>
              <a:rPr lang="en-US" sz="2100" dirty="0">
                <a:solidFill>
                  <a:srgbClr val="17364A"/>
                </a:solidFill>
                <a:latin typeface="Aptos" pitchFamily="34" charset="0"/>
                <a:ea typeface="Aptos" pitchFamily="34" charset="-122"/>
                <a:cs typeface="Aptos" pitchFamily="34" charset="-120"/>
              </a:rPr>
              <a:t>The synthetic data should include realistic combinations of symptoms, lab results, demographics, dates,.</a:t>
            </a:r>
            <a:endParaRPr lang="en-US" sz="2100" dirty="0"/>
          </a:p>
          <a:p>
            <a:r>
              <a:rPr lang="en-US" sz="2100" dirty="0">
                <a:solidFill>
                  <a:srgbClr val="17364A"/>
                </a:solidFill>
                <a:latin typeface="Aptos" pitchFamily="34" charset="0"/>
                <a:ea typeface="Aptos" pitchFamily="34" charset="-122"/>
                <a:cs typeface="Aptos" pitchFamily="34" charset="-120"/>
              </a:rPr>
              <a:t>The agency should document that the data are intended for training and testing, not for estimating.</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health department may want synthetic eCR data to train disease investigators and test an AI case.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Synthetic Data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Synthetic data development begins by defining the intended use.</a:t>
            </a:r>
            <a:endParaRPr lang="en-US" sz="2100" dirty="0"/>
          </a:p>
          <a:p>
            <a:r>
              <a:rPr lang="en-US" sz="2100" dirty="0">
                <a:solidFill>
                  <a:srgbClr val="17364A"/>
                </a:solidFill>
                <a:latin typeface="Aptos" pitchFamily="34" charset="0"/>
                <a:ea typeface="Aptos" pitchFamily="34" charset="-122"/>
                <a:cs typeface="Aptos" pitchFamily="34" charset="-120"/>
              </a:rPr>
              <a:t>Training data for staff exercises can be less statistically faithful than data used for system testing.</a:t>
            </a:r>
            <a:endParaRPr lang="en-US" sz="2100" dirty="0"/>
          </a:p>
          <a:p>
            <a:r>
              <a:rPr lang="en-US" sz="2100" dirty="0">
                <a:solidFill>
                  <a:srgbClr val="17364A"/>
                </a:solidFill>
                <a:latin typeface="Aptos" pitchFamily="34" charset="0"/>
                <a:ea typeface="Aptos" pitchFamily="34" charset="-122"/>
                <a:cs typeface="Aptos" pitchFamily="34" charset="-120"/>
              </a:rPr>
              <a:t>Model evaluation data require more rigorous review because the synthetic data must preserve patterns.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Synthetic data development begins by defining the intended use.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Synthetic Data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common failure mode is treating the topic as a technical detail rather than a public health control.</a:t>
            </a:r>
            <a:endParaRPr lang="en-US" sz="2100" dirty="0"/>
          </a:p>
          <a:p>
            <a:r>
              <a:rPr lang="en-US" sz="2100" dirty="0">
                <a:solidFill>
                  <a:srgbClr val="17364A"/>
                </a:solidFill>
                <a:latin typeface="Aptos" pitchFamily="34" charset="0"/>
                <a:ea typeface="Aptos" pitchFamily="34" charset="-122"/>
                <a:cs typeface="Aptos" pitchFamily="34" charset="-120"/>
              </a:rPr>
              <a:t>When staff do not connect technical decisions to authority, workflow, equity, privacy, security, and.</a:t>
            </a:r>
            <a:endParaRPr lang="en-US" sz="2100" dirty="0"/>
          </a:p>
          <a:p>
            <a:r>
              <a:rPr lang="en-US" sz="2100" dirty="0">
                <a:solidFill>
                  <a:srgbClr val="17364A"/>
                </a:solidFill>
                <a:latin typeface="Aptos" pitchFamily="34" charset="0"/>
                <a:ea typeface="Aptos" pitchFamily="34" charset="-122"/>
                <a:cs typeface="Aptos" pitchFamily="34" charset="-120"/>
              </a:rPr>
              <a:t>Another risk is relying on vendor claims without agency-defined evidence.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common failure mode is treating the topic as a technical detail rather than a public health control.</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Synthetic Data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Generative AI, predictive analytics, RAG, automation, and agentic workflows all depend on the controls.</a:t>
            </a:r>
            <a:endParaRPr lang="en-US" sz="2100" dirty="0"/>
          </a:p>
          <a:p>
            <a:r>
              <a:rPr lang="en-US" sz="2100" dirty="0">
                <a:solidFill>
                  <a:srgbClr val="17364A"/>
                </a:solidFill>
                <a:latin typeface="Aptos" pitchFamily="34" charset="0"/>
                <a:ea typeface="Aptos" pitchFamily="34" charset="-122"/>
                <a:cs typeface="Aptos" pitchFamily="34" charset="-120"/>
              </a:rPr>
              <a:t>The controls should be scaled to the risk of the use case.</a:t>
            </a:r>
            <a:endParaRPr lang="en-US" sz="2100" dirty="0"/>
          </a:p>
          <a:p>
            <a:r>
              <a:rPr lang="en-US" sz="2100" dirty="0">
                <a:solidFill>
                  <a:srgbClr val="17364A"/>
                </a:solidFill>
                <a:latin typeface="Aptos" pitchFamily="34" charset="0"/>
                <a:ea typeface="Aptos" pitchFamily="34" charset="-122"/>
                <a:cs typeface="Aptos" pitchFamily="34" charset="-120"/>
              </a:rPr>
              <a:t>A tool that drafts internal training text may require lighter review than a tool that updates case.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Generative AI, predictive analytics, RAG, automation, and agentic workflows all depend on the controls.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Synthetic Data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Where does this topic appear in one current or proposed AI workflow in your agency?</a:t>
            </a:r>
            <a:endParaRPr lang="en-US" sz="2100" dirty="0"/>
          </a:p>
          <a:p>
            <a:r>
              <a:rPr lang="en-US" sz="2100" dirty="0">
                <a:solidFill>
                  <a:srgbClr val="17364A"/>
                </a:solidFill>
                <a:latin typeface="Aptos" pitchFamily="34" charset="0"/>
                <a:ea typeface="Aptos" pitchFamily="34" charset="-122"/>
                <a:cs typeface="Aptos" pitchFamily="34" charset="-120"/>
              </a:rPr>
              <a:t>What decisions, data sources, users, or partners would be affected if this area is poorly designed?</a:t>
            </a:r>
            <a:endParaRPr lang="en-US" sz="2100" dirty="0"/>
          </a:p>
          <a:p>
            <a:r>
              <a:rPr lang="en-US" sz="2100" dirty="0">
                <a:solidFill>
                  <a:srgbClr val="17364A"/>
                </a:solidFill>
                <a:latin typeface="Aptos" pitchFamily="34" charset="0"/>
                <a:ea typeface="Aptos" pitchFamily="34" charset="-122"/>
                <a:cs typeface="Aptos" pitchFamily="34" charset="-120"/>
              </a:rPr>
              <a:t>What evidence would governance reviewers need before approving the workflow?</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Where does this topic appear in one current or proposed AI workflow in your agency?</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Synthetic Data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Which safeguards should be required before pilot testing?</a:t>
            </a:r>
            <a:endParaRPr lang="en-US" sz="2100" dirty="0"/>
          </a:p>
          <a:p>
            <a:r>
              <a:rPr lang="en-US" sz="2100" dirty="0">
                <a:solidFill>
                  <a:srgbClr val="17364A"/>
                </a:solidFill>
                <a:latin typeface="Aptos" pitchFamily="34" charset="0"/>
                <a:ea typeface="Aptos" pitchFamily="34" charset="-122"/>
                <a:cs typeface="Aptos" pitchFamily="34" charset="-120"/>
              </a:rPr>
              <a:t>Who owns ongoing monitoring and review?</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Which safeguards should be required before pilot testing?</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Synthetic Data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 synthetic dataset assessment for one real or realistic public health AI workflow.</a:t>
            </a:r>
            <a:endParaRPr lang="en-US" sz="2100" dirty="0"/>
          </a:p>
          <a:p>
            <a:r>
              <a:rPr lang="en-US" sz="2100" dirty="0">
                <a:solidFill>
                  <a:srgbClr val="17364A"/>
                </a:solidFill>
                <a:latin typeface="Aptos" pitchFamily="34" charset="0"/>
                <a:ea typeface="Aptos" pitchFamily="34" charset="-122"/>
                <a:cs typeface="Aptos" pitchFamily="34" charset="-120"/>
              </a:rPr>
              <a:t>The artifact should describe the use case, affected users, data sources, system dependencies, risks,.</a:t>
            </a:r>
            <a:endParaRPr lang="en-US" sz="2100" dirty="0"/>
          </a:p>
          <a:p>
            <a:r>
              <a:rPr lang="en-US" sz="2100" dirty="0">
                <a:solidFill>
                  <a:srgbClr val="17364A"/>
                </a:solidFill>
                <a:latin typeface="Aptos" pitchFamily="34" charset="0"/>
                <a:ea typeface="Aptos" pitchFamily="34" charset="-122"/>
                <a:cs typeface="Aptos" pitchFamily="34" charset="-120"/>
              </a:rPr>
              <a:t>The exercise should produce a work product that could be used in a governance meeting, procurement.</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 synthetic dataset assessment for one real or realistic public health AI workflow.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Synthetic Data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The expected artifact is a completed synthetic dataset assessment.</a:t>
            </a:r>
            <a:endParaRPr lang="en-US" sz="2100" dirty="0"/>
          </a:p>
          <a:p>
            <a:r>
              <a:rPr lang="en-US" sz="2100" dirty="0">
                <a:solidFill>
                  <a:srgbClr val="17364A"/>
                </a:solidFill>
                <a:latin typeface="Aptos" pitchFamily="34" charset="0"/>
                <a:ea typeface="Aptos" pitchFamily="34" charset="-122"/>
                <a:cs typeface="Aptos" pitchFamily="34" charset="-120"/>
              </a:rPr>
              <a:t>It should be specific to a public health workflow and should include technical dependencies, governance.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The expected artifact is a completed synthetic dataset assessment.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Synthetic Data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The expected artifact is a completed synthetic dataset assessment. It should be specific to a public.</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The expected artifact is a completed synthetic dataset assessment. It should be specific to a public.</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Synthetic Data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the best reason to address synthetic data for public health ai before deployment?</a:t>
            </a:r>
            <a:endParaRPr lang="en-US" sz="2100" dirty="0"/>
          </a:p>
          <a:p>
            <a:r>
              <a:rPr lang="en-US" sz="2100" dirty="0">
                <a:solidFill>
                  <a:srgbClr val="17364A"/>
                </a:solidFill>
                <a:latin typeface="Aptos" pitchFamily="34" charset="0"/>
                <a:ea typeface="Aptos" pitchFamily="34" charset="-122"/>
                <a:cs typeface="Aptos" pitchFamily="34" charset="-120"/>
              </a:rPr>
              <a:t>2. Which practice best supports responsible implementation?</a:t>
            </a:r>
            <a:endParaRPr lang="en-US" sz="2100" dirty="0"/>
          </a:p>
          <a:p>
            <a:r>
              <a:rPr lang="en-US" sz="2100" dirty="0">
                <a:solidFill>
                  <a:srgbClr val="17364A"/>
                </a:solidFill>
                <a:latin typeface="Aptos" pitchFamily="34" charset="0"/>
                <a:ea typeface="Aptos" pitchFamily="34" charset="-122"/>
                <a:cs typeface="Aptos" pitchFamily="34" charset="-120"/>
              </a:rPr>
              <a:t>3. Which statement best describes a common failure mode?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the best reason to address synthetic data for public health ai before deployment?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Synthetic Data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NIST AI Risk Management Framework: https://www.nist.gov/itl/ai-risk-management-framework</a:t>
            </a:r>
            <a:endParaRPr lang="en-US" sz="2100" dirty="0"/>
          </a:p>
          <a:p>
            <a:r>
              <a:rPr lang="en-US" sz="2100" dirty="0">
                <a:solidFill>
                  <a:srgbClr val="17364A"/>
                </a:solidFill>
                <a:latin typeface="Aptos" pitchFamily="34" charset="0"/>
                <a:ea typeface="Aptos" pitchFamily="34" charset="-122"/>
                <a:cs typeface="Aptos" pitchFamily="34" charset="-120"/>
              </a:rPr>
              <a:t>NIST Privacy Framework and differential privacy resources</a:t>
            </a:r>
            <a:endParaRPr lang="en-US" sz="2100" dirty="0"/>
          </a:p>
          <a:p>
            <a:r>
              <a:rPr lang="en-US" sz="2100" dirty="0">
                <a:solidFill>
                  <a:srgbClr val="17364A"/>
                </a:solidFill>
                <a:latin typeface="Aptos" pitchFamily="34" charset="0"/>
                <a:ea typeface="Aptos" pitchFamily="34" charset="-122"/>
                <a:cs typeface="Aptos" pitchFamily="34" charset="-120"/>
              </a:rPr>
              <a:t>NIST Generative AI Profile:.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NIST AI Risk Management Framework: https://www.nist.gov/itl/ai-risk-management-framework</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Synthetic Data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Agency privacy, cybersecurity, data governance, procurement, and records management policies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Agency privacy, cybersecurity, data governance, procurement, and records management policies</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Synthetic Data for Public Health AI</dc:title>
  <dc:subject>Synthetic Data for Public Health AI learning module</dc:subject>
  <dc:creator>Paula Soper</dc:creator>
  <cp:lastModifiedBy>Paula Soper</cp:lastModifiedBy>
  <cp:revision>1</cp:revision>
  <dcterms:created xsi:type="dcterms:W3CDTF">2026-07-12T19:24:26Z</dcterms:created>
  <dcterms:modified xsi:type="dcterms:W3CDTF">2026-07-12T19:24:26Z</dcterms:modified>
</cp:coreProperties>
</file>