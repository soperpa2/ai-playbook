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Technical Architecture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Describe the major steps in public health data pipelines, including ingestion, validation, transformation, storage, access, and monitoring.</a:t>
            </a:r>
            <a:endParaRPr lang="en-US" sz="1450" dirty="0"/>
          </a:p>
          <a:p>
            <a:r>
              <a:rPr lang="en-US" sz="1450" dirty="0">
                <a:solidFill>
                  <a:srgbClr val="17364A"/>
                </a:solidFill>
                <a:latin typeface="Aptos" pitchFamily="34" charset="0"/>
                <a:ea typeface="Aptos" pitchFamily="34" charset="-122"/>
                <a:cs typeface="Aptos" pitchFamily="34" charset="-120"/>
              </a:rPr>
              <a:t>Distinguish between batch, real-time, and event-driven data flows.</a:t>
            </a:r>
            <a:endParaRPr lang="en-US" sz="1450" dirty="0"/>
          </a:p>
          <a:p>
            <a:r>
              <a:rPr lang="en-US" sz="1450" dirty="0">
                <a:solidFill>
                  <a:srgbClr val="17364A"/>
                </a:solidFill>
                <a:latin typeface="Aptos" pitchFamily="34" charset="0"/>
                <a:ea typeface="Aptos" pitchFamily="34" charset="-122"/>
                <a:cs typeface="Aptos" pitchFamily="34" charset="-120"/>
              </a:rPr>
              <a:t>Explain how pipeline failures can affect AI outputs and operational decisions.</a:t>
            </a:r>
            <a:endParaRPr lang="en-US" sz="1450" dirty="0"/>
          </a:p>
          <a:p>
            <a:r>
              <a:rPr lang="en-US" sz="1450" dirty="0">
                <a:solidFill>
                  <a:srgbClr val="17364A"/>
                </a:solidFill>
                <a:latin typeface="Aptos" pitchFamily="34" charset="0"/>
                <a:ea typeface="Aptos" pitchFamily="34" charset="-122"/>
                <a:cs typeface="Aptos" pitchFamily="34" charset="-120"/>
              </a:rPr>
              <a:t>Identify metadata, lineage, version control, and audit needs for AI-supported workflows.</a:t>
            </a:r>
            <a:endParaRPr lang="en-US" sz="1450" dirty="0"/>
          </a:p>
          <a:p>
            <a:r>
              <a:rPr lang="en-US" sz="1450" dirty="0">
                <a:solidFill>
                  <a:srgbClr val="17364A"/>
                </a:solidFill>
                <a:latin typeface="Aptos" pitchFamily="34" charset="0"/>
                <a:ea typeface="Aptos" pitchFamily="34" charset="-122"/>
                <a:cs typeface="Aptos" pitchFamily="34" charset="-120"/>
              </a:rPr>
              <a:t>Produce a data pipeline readiness checklist for a public health AI use case.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Weak lineage. If transformations are not documented, staff may not be able to explain or correct AI errors. Guardrails include lineage documentation, version control, and audit trails.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public health data feeds are most important to daily decisions in your program? Which pipelines are automatically monitored, and which depend on manual review? What failures would materially affect an AI output?</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How would staff know if an AI output was based on stale or incomplete data? Who has authority to pause AI use when a pipeline fails?</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Data pipeline map Pipeline readiness checklist Failure and escalation plan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Known data limitations statement</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Data pipeline map</a:t>
            </a:r>
            <a:endParaRPr lang="en-US" sz="1450" dirty="0"/>
          </a:p>
          <a:p>
            <a:r>
              <a:rPr lang="en-US" sz="1450" dirty="0">
                <a:solidFill>
                  <a:srgbClr val="17364A"/>
                </a:solidFill>
                <a:latin typeface="Aptos" pitchFamily="34" charset="0"/>
                <a:ea typeface="Aptos" pitchFamily="34" charset="-122"/>
                <a:cs typeface="Aptos" pitchFamily="34" charset="-120"/>
              </a:rPr>
              <a:t>Pipeline readiness checklist</a:t>
            </a:r>
            <a:endParaRPr lang="en-US" sz="1450" dirty="0"/>
          </a:p>
          <a:p>
            <a:r>
              <a:rPr lang="en-US" sz="1450" dirty="0">
                <a:solidFill>
                  <a:srgbClr val="17364A"/>
                </a:solidFill>
                <a:latin typeface="Aptos" pitchFamily="34" charset="0"/>
                <a:ea typeface="Aptos" pitchFamily="34" charset="-122"/>
                <a:cs typeface="Aptos" pitchFamily="34" charset="-120"/>
              </a:rPr>
              <a:t>Failure and escalation plan</a:t>
            </a:r>
            <a:endParaRPr lang="en-US" sz="1450" dirty="0"/>
          </a:p>
          <a:p>
            <a:r>
              <a:rPr lang="en-US" sz="1450" dirty="0">
                <a:solidFill>
                  <a:srgbClr val="17364A"/>
                </a:solidFill>
                <a:latin typeface="Aptos" pitchFamily="34" charset="0"/>
                <a:ea typeface="Aptos" pitchFamily="34" charset="-122"/>
                <a:cs typeface="Aptos" pitchFamily="34" charset="-120"/>
              </a:rPr>
              <a:t>Known data limitations statement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450" dirty="0"/>
          </a:p>
          <a:p>
            <a:r>
              <a:rPr lang="en-US" sz="1450" dirty="0">
                <a:solidFill>
                  <a:srgbClr val="17364A"/>
                </a:solidFill>
                <a:latin typeface="Aptos" pitchFamily="34" charset="0"/>
                <a:ea typeface="Aptos" pitchFamily="34" charset="-122"/>
                <a:cs typeface="Aptos" pitchFamily="34" charset="-120"/>
              </a:rPr>
              <a:t>2. Which pipeline type is most likely to trigger a workflow immediately after a defined event?</a:t>
            </a:r>
            <a:endParaRPr lang="en-US" sz="1450" dirty="0"/>
          </a:p>
          <a:p>
            <a:r>
              <a:rPr lang="en-US" sz="1450" dirty="0">
                <a:solidFill>
                  <a:srgbClr val="17364A"/>
                </a:solidFill>
                <a:latin typeface="Aptos" pitchFamily="34" charset="0"/>
                <a:ea typeface="Aptos" pitchFamily="34" charset="-122"/>
                <a:cs typeface="Aptos" pitchFamily="34" charset="-120"/>
              </a:rPr>
              <a:t>3. What is a practical guardrail for silent feed failure?</a:t>
            </a:r>
            <a:endParaRPr lang="en-US" sz="1450" dirty="0"/>
          </a:p>
          <a:p>
            <a:r>
              <a:rPr lang="en-US" sz="1450" dirty="0">
                <a:solidFill>
                  <a:srgbClr val="17364A"/>
                </a:solidFill>
                <a:latin typeface="Aptos" pitchFamily="34" charset="0"/>
                <a:ea typeface="Aptos" pitchFamily="34" charset="-122"/>
                <a:cs typeface="Aptos" pitchFamily="34" charset="-120"/>
              </a:rPr>
              <a:t>4. Why should source freshness be visible to users?</a:t>
            </a:r>
            <a:endParaRPr lang="en-US" sz="1450" dirty="0"/>
          </a:p>
          <a:p>
            <a:r>
              <a:rPr lang="en-US" sz="1450" dirty="0">
                <a:solidFill>
                  <a:srgbClr val="17364A"/>
                </a:solidFill>
                <a:latin typeface="Aptos" pitchFamily="34" charset="0"/>
                <a:ea typeface="Aptos" pitchFamily="34" charset="-122"/>
                <a:cs typeface="Aptos" pitchFamily="34" charset="-120"/>
              </a:rPr>
              <a:t>5. What is strong evidence of completion for this module?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Agency data governance and system monitoring documentation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2026-07-12T18:22:12Z</dcterms:created>
  <dcterms:modified xsi:type="dcterms:W3CDTF">2026-07-12T18:22:12Z</dcterms:modified>
</cp:coreProperties>
</file>