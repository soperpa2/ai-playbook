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300 MLOps and LLMOps for Public Health
MLOps and LLMOps are the lifecycle practices used to develop, test, deploy, monitor, update, and retire AI systems. Public health agencies need these practices because AI performance can change over time as data, reporting patterns, policies, users, and workflows change. This module focuses on model registries, versioning, testing, drift monitoring, evaluation datasets, release controls, rollback, and post-deployment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Operations and Data Quality Track
Appears in tracks: operations-data-quality
MLOps and LLMOps are the lifecycle practices used to develop, test, deploy, monitor, update, and retire AI systems. Public health agencies need these practices because AI performance can change over time as data, reporting patterns, policies, users, and workflows change. This module focuses on model registries, versioning, testing, drift monitoring, evaluation datasets, release controls, rollback, and post-deployment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mlops and llmops for public health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operations plan that can support readiness assessment, governance review, procurement, implementation, or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MLOps and LLMOps are the lifecycle practices used to develop, test, deploy, monitor, update, and retire AI systems. Public health agencies need these practices because AI performance can change over time as data, reporting patterns, policies, users, and workflows change. This module focuses on model registries, versioning, testing, drift monitoring, evaluation datasets, release controls, rollback, and post-deployment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MLOps and LLMOps for Public Health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MLOps refers to operational practices for managing machine learning models through their lifecycle. LLMOps applies similar practices to large language model applications, including prompts, retrieval sources, evaluation datasets, guardrails, and model versions. These practices make AI systems more reliable, auditable, and maintainable.
Model versioning is the practice of tracking which version of a model, prompt, retrieval corpus, evaluation dataset, or configuration was used. Versioning matters because public health staff may need to reconstruct why an output changed or why an incident occurred.
Drift occurs when data patterns, user behavior, or model performance change over time. In public health, drift may occur because a new lab begins reporting, a case definition changes, a provider changes coding practices, or community conditions shift. Monitoring drift helps agencies decide when retesting or retraining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syndromic surveillance team may use an anomaly detection model to flag unusual emergency department visit patterns. The model may perform well during testing, but performance can change when chief complaint text changes, new facilities join the feed, or seasonal patterns shift. An MLOps plan would define monitoring indicators, evaluation frequency, responsible staff, retraining rules, and rollback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Operational AI management starts before deployment. Teams should define an intended use, baseline performance, evaluation datasets, release criteria, monitoring indicators, and an owner responsible for review. Without these elements, agencies may not know whether the deployed system is still behaving as approved.
LLMOps adds additional elements because generative systems depend on prompts, retrieval documents, context windows, model settings, safety filters, and human review workflows. A change in any of these components can change outputs. Agencies should track prompt templates, source document updates, model upgrades, and evaluation results.
Rollback is a critical safeguard. If a new model version, prompt, data pipeline, or retrieval index creates errors, staff need a documented way to return to the prior approved version or disable the AI function. Rollback authority should be defined before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operations plan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operations plan.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operations plan. It should be specific to a public health workflow and should include technical dependencies, governance questions, human review expectations, monitoring indicators, and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mlops and llmops for public health before deployment?
2. Which practice best supports responsible implementation?
3. Which statement best describes a common failure mode?
4. What should be included in the practical artifact for this module?
5. When should the issue be escalated for governance or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Platform-specific MLOps and LLMOps documentation for approved agency tools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MLOps and LLMOps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intermediate/practitioner</a:t>
            </a:r>
            <a:endParaRPr lang="en-US" sz="1600" dirty="0"/>
          </a:p>
          <a:p>
            <a:r>
              <a:rPr lang="en-US" sz="1600" dirty="0">
                <a:solidFill>
                  <a:srgbClr val="17364A"/>
                </a:solidFill>
                <a:latin typeface="Aptos" pitchFamily="34" charset="0"/>
                <a:ea typeface="Aptos" pitchFamily="34" charset="-122"/>
                <a:cs typeface="Aptos" pitchFamily="34" charset="-120"/>
              </a:rPr>
              <a:t>Primary track: Operations and Data Quality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operations-data-quality</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MLOps and LLMOps are the lifecycle practices used to develop, test, deploy, monitor, update, and retire AI systems. Public health agencies need these practices because AI performance can change over time as data, reporting patterns, policies, users, and workflows change. This module focuses on model registries, versioning, testing, drift monitoring, evaluation datasets, release controls, rollback, and post-deployment governance.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Explain the purpose of mlops and llmops for public health in public health AI work.</a:t>
            </a:r>
            <a:endParaRPr lang="en-US" sz="1450" dirty="0"/>
          </a:p>
          <a:p>
            <a:r>
              <a:rPr lang="en-US" sz="145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 the topic.</a:t>
            </a:r>
            <a:endParaRPr lang="en-US" sz="1450" dirty="0"/>
          </a:p>
          <a:p>
            <a:r>
              <a:rPr lang="en-US" sz="145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1450" dirty="0"/>
          </a:p>
          <a:p>
            <a:r>
              <a:rPr lang="en-US" sz="1450" dirty="0">
                <a:solidFill>
                  <a:srgbClr val="17364A"/>
                </a:solidFill>
                <a:latin typeface="Aptos" pitchFamily="34" charset="0"/>
                <a:ea typeface="Aptos" pitchFamily="34" charset="-122"/>
                <a:cs typeface="Aptos" pitchFamily="34" charset="-120"/>
              </a:rPr>
              <a:t>Recognize common failure modes that can affect safety, accuracy, trust, workflow fit, or sustainability.</a:t>
            </a:r>
            <a:endParaRPr lang="en-US" sz="1450" dirty="0"/>
          </a:p>
          <a:p>
            <a:r>
              <a:rPr lang="en-US" sz="1450" dirty="0">
                <a:solidFill>
                  <a:srgbClr val="17364A"/>
                </a:solidFill>
                <a:latin typeface="Aptos" pitchFamily="34" charset="0"/>
                <a:ea typeface="Aptos" pitchFamily="34" charset="-122"/>
                <a:cs typeface="Aptos" pitchFamily="34" charset="-120"/>
              </a:rPr>
              <a:t>Identify practical guardrails that should be documented before implementation.</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Produce a AI operations plan that can support readiness assessment, governance review, procurement, implementation, or monitoring.</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MLOps and LLMOps are the lifecycle practices used to develop, test, deploy, monitor, update, and retire AI systems. Public health agencies need these practices because AI performance can change over time as data, reporting patterns, policies, users, and workflows change. This module focuses on model registries, versioning, testing, drift monitoring, evaluation datasets, release controls, rollback, and post-deployment governance.</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MLOps and LLMOps for Public Health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MLOps refers to operational practices for managing machine learning models through their lifecycle. LLMOps applies similar practices to large language model applications, including prompts, retrieval sources, evaluation datasets, guardrails, and model versions. These practices make AI systems more reliable, auditable, and maintainable. Model versioning is the practice of tracking which version of a model, prompt, retrieval corpus, evaluation dataset, or configuration was used. Versioning matters because public health staff may need to reconstruct why an output changed or why an incident occurred. Drift occurs when data patterns, user behavior, or model performance change over time. In public health, drift may occur because a new lab begins reporting, a case definition changes, a provider changes coding practices, or community conditions shift. Monitoring drift helps agencies decide when retesting or retraining is needed.</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syndromic surveillance team may use an anomaly detection model to flag unusual emergency department visit patterns. The model may perform well during testing, but performance can change when chief complaint text changes, new facilities join the feed, or seasonal patterns shift. An MLOps plan would define monitoring indicators, evaluation frequency, responsible staff, retraining rules, and rollback procedures.</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Operational AI management starts before deployment. Teams should define an intended use, baseline performance, evaluation datasets, release criteria, monitoring indicators, and an owner responsible for review. Without these elements, agencies may not know whether the deployed system is still behaving as approved. LLMOps adds additional elements because generative systems depend on prompts, retrieval documents, context windows, model settings, safety filters, and human review workflows. A change in any of these components can change outputs. Agencies should track prompt templates, source document updates, model upgrades, and evaluation results. Rollback is a critical safeguard. If a new model version, prompt, data pipeline, or retrieval index creates errors, staff need a documented way to return to the prior approved version or disable the AI function. Rollback authority should be defined before deployment.</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Where does this topic appear in one current or proposed AI workflow in your agency? What decisions, data sources, users, or partners would be affected if this area is poorly designed? What evidence would governance reviewers need before approving the workflow?</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Which safeguards should be required before pilot testing? Who owns ongoing monitoring and review?</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 AI operations plan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The expected artifact is a completed AI operations plan. It should be specific to a public health workflow and should include technical dependencies, governance questions, human review expectations, monitoring indicators, and unresolved risks.</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The expected artifact is a completed AI operations plan. It should be specific to a public health workflow and should include technical dependencies, governance questions, human review expectations, monitoring indicators, and unresolved risks.</a:t>
            </a:r>
            <a:endParaRPr lang="en-US" sz="14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What is the best reason to address mlops and llmops for public health before deployment?</a:t>
            </a:r>
            <a:endParaRPr lang="en-US" sz="1450" dirty="0"/>
          </a:p>
          <a:p>
            <a:r>
              <a:rPr lang="en-US" sz="1450" dirty="0">
                <a:solidFill>
                  <a:srgbClr val="17364A"/>
                </a:solidFill>
                <a:latin typeface="Aptos" pitchFamily="34" charset="0"/>
                <a:ea typeface="Aptos" pitchFamily="34" charset="-122"/>
                <a:cs typeface="Aptos" pitchFamily="34" charset="-120"/>
              </a:rPr>
              <a:t>2. Which practice best supports responsible implementation?</a:t>
            </a:r>
            <a:endParaRPr lang="en-US" sz="1450" dirty="0"/>
          </a:p>
          <a:p>
            <a:r>
              <a:rPr lang="en-US" sz="1450" dirty="0">
                <a:solidFill>
                  <a:srgbClr val="17364A"/>
                </a:solidFill>
                <a:latin typeface="Aptos" pitchFamily="34" charset="0"/>
                <a:ea typeface="Aptos" pitchFamily="34" charset="-122"/>
                <a:cs typeface="Aptos" pitchFamily="34" charset="-120"/>
              </a:rPr>
              <a:t>3. Which statement best describes a common failure mode?</a:t>
            </a:r>
            <a:endParaRPr lang="en-US" sz="1450" dirty="0"/>
          </a:p>
          <a:p>
            <a:r>
              <a:rPr lang="en-US" sz="1450" dirty="0">
                <a:solidFill>
                  <a:srgbClr val="17364A"/>
                </a:solidFill>
                <a:latin typeface="Aptos" pitchFamily="34" charset="0"/>
                <a:ea typeface="Aptos" pitchFamily="34" charset="-122"/>
                <a:cs typeface="Aptos" pitchFamily="34" charset="-120"/>
              </a:rPr>
              <a:t>4. What should be included in the practical artifact for this module?</a:t>
            </a:r>
            <a:endParaRPr lang="en-US" sz="1450" dirty="0"/>
          </a:p>
          <a:p>
            <a:r>
              <a:rPr lang="en-US" sz="1450" dirty="0">
                <a:solidFill>
                  <a:srgbClr val="17364A"/>
                </a:solidFill>
                <a:latin typeface="Aptos" pitchFamily="34" charset="0"/>
                <a:ea typeface="Aptos" pitchFamily="34" charset="-122"/>
                <a:cs typeface="Aptos" pitchFamily="34" charset="-120"/>
              </a:rPr>
              <a:t>5. When should the issue be escalated for governance or leadership review?</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450" dirty="0"/>
          </a:p>
          <a:p>
            <a:r>
              <a:rPr lang="en-US" sz="1450" dirty="0">
                <a:solidFill>
                  <a:srgbClr val="17364A"/>
                </a:solidFill>
                <a:latin typeface="Aptos" pitchFamily="34" charset="0"/>
                <a:ea typeface="Aptos" pitchFamily="34" charset="-122"/>
                <a:cs typeface="Aptos" pitchFamily="34" charset="-120"/>
              </a:rPr>
              <a:t>Platform-specific MLOps and LLMOps documentation for approved agency tools</a:t>
            </a:r>
            <a:endParaRPr lang="en-US" sz="1450" dirty="0"/>
          </a:p>
          <a:p>
            <a:r>
              <a:rPr lang="en-US" sz="1450" dirty="0">
                <a:solidFill>
                  <a:srgbClr val="17364A"/>
                </a:solidFill>
                <a:latin typeface="Aptos" pitchFamily="34" charset="0"/>
                <a:ea typeface="Aptos" pitchFamily="34" charset="-122"/>
                <a:cs typeface="Aptos" pitchFamily="34" charset="-120"/>
              </a:rPr>
              <a:t>NIST Generative AI Profile: https://www.nist.gov/publications/artificial-intelligence-risk-management-framework-generative-artificial-intelligence</a:t>
            </a:r>
            <a:endParaRPr lang="en-US" sz="1450" dirty="0"/>
          </a:p>
          <a:p>
            <a:r>
              <a:rPr lang="en-US" sz="1450" dirty="0">
                <a:solidFill>
                  <a:srgbClr val="17364A"/>
                </a:solidFill>
                <a:latin typeface="Aptos" pitchFamily="34" charset="0"/>
                <a:ea typeface="Aptos" pitchFamily="34" charset="-122"/>
                <a:cs typeface="Aptos" pitchFamily="34" charset="-120"/>
              </a:rPr>
              <a:t>CDC Public Health Data Strategy and Data Modernization resources: https://www.cdc.gov/public-health-data-strategy/php/about/index.html</a:t>
            </a:r>
            <a:endParaRPr lang="en-US" sz="1450" dirty="0"/>
          </a:p>
          <a:p>
            <a:r>
              <a:rPr lang="en-US" sz="1450" dirty="0">
                <a:solidFill>
                  <a:srgbClr val="17364A"/>
                </a:solidFill>
                <a:latin typeface="Aptos" pitchFamily="34" charset="0"/>
                <a:ea typeface="Aptos" pitchFamily="34" charset="-122"/>
                <a:cs typeface="Aptos" pitchFamily="34" charset="-120"/>
              </a:rPr>
              <a:t>OWASP Top 10 for LLM Applications, when security or AI integrations are relevant</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and LLMOps for Public Health</dc:title>
  <dc:subject>MLOps and LLMOps for Public Health learning module</dc:subject>
  <dc:creator>Paula Soper</dc:creator>
  <cp:lastModifiedBy>Paula Soper</cp:lastModifiedBy>
  <cp:revision>1</cp:revision>
  <dcterms:created xsi:type="dcterms:W3CDTF">2026-07-12T18:22:13Z</dcterms:created>
  <dcterms:modified xsi:type="dcterms:W3CDTF">2026-07-12T18:22:13Z</dcterms:modified>
</cp:coreProperties>
</file>