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System Integration Patterns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system integration is central to AI readiness in public health.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among common integration patterns such as point-to-point interfaces, APIs, message brokers, interface engines, event…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systems of record, upstream sources, downstream systems, and shared services involved in an AI-supported workflow.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whether a proposed AI tool requires read-only access, write-back access, embedded workflow integration, or manual review.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integration risks related to reliability, duplicate entry, routing errors, privacy, security, and vendor lock-in.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an integration pattern worksheet for a public health AI use case.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Integration pattern worksheet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arc-340-public-health-system-integration-patterns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decisions determine whether AI becomes part of a reliable public health workflow or an isolated tool that adds burden.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staff must copy and paste sensitive information between systems, the AI tool may appear helpful while increasing privacy risk, documentation…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an AI service writes back to a system of record without appropriate controls, a technical integration can become an operational safety risk.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often operate in mixed environments that include legacy surveillance systems, modern cloud platforms, external partners,…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implementation requires teams to make these environments visible and decide where automation belongs.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pattern: A reusable approach for connecting systems, services, data flows, and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engine: Software that routes, transforms, validates, and monitors messages between systems.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broker: A service that allows systems to send and receive messages through a managed queue or topic.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data exchange: The transfer of large datasets at scheduled intervals or on demand.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Write-back: A system action that updates, creates, or changes information in another system.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health department may want an AI assistant to summarize incoming case reports and create follow-up tasks for investigators.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weak integration pattern would require staff to export case data, paste it into an external tool, copy the summary, and manually create a task.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stronger pattern would retrieve approved fields from the surveillance system, generate a draft summary inside the authorized workflow, and…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technical design matters because the AI tool is no longer just generating text.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require integration with document repositories or systems of record so outputs can be grounded in approved content.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models may require scheduled data feeds and monitoring dashboards.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workflows require the strongest integration controls because they may call tools, access data, create tasks, or trigger notifications.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AI use case, the integration pattern should match the sensitivity and operational consequence of the action.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Point-to-point interfaces connect two systems directly.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can be useful when the exchange is stable and narrow, but they become difficult to maintain as the number of systems increases.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public health, too many point-to-point connections can create brittle architecture, inconsistent validation, and high maintenance burden.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engines and message brokers support more scalable exchange.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engines are common in health data exchange because they can transform messages, route them, validate required fields, and…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brokers and event queues are useful when workflows are triggered by events, such as receipt of a lab result or creation of a new…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by workaround.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may use manual exports, screenshots, shared drives, or copy-and-paste workflows when a tool is not properly integrated.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practices can create privacy risk, version confusion, and gaps in the official record.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require integration review before operational use and to document whether manual transfer of sensitive data is prohibited.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uncontrolled write-back.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integration pattern worksheet for one AI-supported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systems involved, the data exchanged, the integration method, whether the AI tool is read-only or write-back, the human approval…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pattern worksheet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System-of-record and source-system 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Read/write permission recommendation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handling and audit log requirements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Which integration risk is most concerning for an AI tool that can update a case record?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340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340: Public Health System Integration Patterns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