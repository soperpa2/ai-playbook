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420 AI Investment Strategy and Business Case Review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the full cost components of AI implementation and operations.
Evaluate expected benefits in terms of public health value, workflow improvement, equity, quality, timeliness, and staff burden.
Distinguish between a vendor demonstration and a credible business case.
Develop business case questions for AI procurement or internal development.
Produce an AI business case review worksheet.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face short-term funding cycles and urgent operational needs. AI products may be marketed as quick solutions, but the true cost of responsible implementation is broader than subscription fees. Agencies may need to update data pipelines, configure security controls, develop validation plans, train staff, write policies, monitor performance, and manage vendor relationships.
A strong business case also protects mission focus. AI should not be funded because it is novel. It should be funded when it addresses a meaningful public health problem, fits agency capacity, can be governed responsibly, and can produce measurable value. Business case review helps leaders compare AI investments with non-AI alternatives, such as workflow redesign, staffing changes, data quality improvements, or simpler automation.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vendor offers an AI tool that promises to reduce disease investigator workload by summarizing case reports. The annual license appears affordable, but the agency must also pay for integration with the surveillance system, security review, staff training, validation, legal review, vendor support, monitoring dashboards, and staff time for governance. If those costs are not considered, leadership may underestimate the investment required.
A business case review asks whether the tool will meaningfully reduce burden, improve timeliness, maintain quality, and fit the agency's workflow. It also asks whether a simpler approach, such as better case report templates or workflow redesign, would solve the problem at lower cost and risk. The review does not assume AI is the answer; it tests whether AI is the right answer.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business case should begin with a problem statement. The problem should be operational and measurable, such as delayed case review, inconsistent public response drafting, high manual data cleanup burden, or inability to search internal guidance efficiently. A vague desire to 'use AI' is not a sufficient problem statement. The business case should connect the proposed AI use to a real public health need.
The review should compare alternatives. Options may include doing nothing, improving workflow, improving data quality, using rules-based automation, procuring a vendor product, developing an internal tool, or joining a shared service. Each option should be assessed for benefit, cost, risk, time, staffing, sustainability, and governance burden. This comparison prevents AI from becoming the default answer to every operational problem.
Success measures should be defined before funding. Measures might include reduced processing time, improved completeness, fewer manual touches, better routing accuracy, staff satisfaction, fewer errors, improved language access, or reduced backlog. Measures should also include safety and equity indicators. A tool that saves time but increases error rates, widens disparities, or erodes public trust should not be considered successful.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hidden cost. Agencies may purchase an AI tool without funding integration, monitoring, validation, staff training, or ongoing support. A guardrail is to require total cost of ownership in every business case.
Another risk is benefits inflation. Vendors or project champions may overstate time savings or accuracy without local evidence. A guardrail is to require pilot success criteria and benefits realization review before scaling.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business cases should include review time, source verification, and records considerations. Predictive analytics business cases should include validation data, subgroup testing, and monitoring costs. Agentic AI business cases should include security architecture, approval workflows, rollback, logging, and incident response. Cost and value must reflect responsible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an AI business case review worksheet for one proposed investment. Include problem, alternatives, expected benefits, total cost of ownership, risk, equity considerations, implementation needs, and success measures.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business case worksheet; total cost of ownership estimate; benefits realization plan; alternatives analysis.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business case worksheet; total cost of ownership estimate; benefits realization plan; alternatives analysis.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Investment Strategy and Business Case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investments compete with many other public health priorities.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a disciplined way to decide when AI is worth funding, what costs must be.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business case review helps agencies avoid buying tools that are impressive in demonstrations.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Public Health Executive Leadership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Identify the full cost components of AI implementation and operations.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Evaluate expected benefits in terms of public health value, workflow improvement, equity,.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a vendor demonstration and a credible business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the full cost components of AI implementation and operations.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Evaluate expected benefits in terms of public health value,.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Develop business case questions for AI procurement or internal.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an AI business case review worksheet.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investments compete with many other public health priorities.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a disciplined way to decide when AI is worth funding, what costs must be.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business case review helps agencies avoid buying tools that are impressive in demonstrations.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investments compete with many other public health priorities.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Leaders need a disciplined way to decide when AI is worth funding,.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business case review helps agencies avoid buying tools that are.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leaders to evaluate AI investments across.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often face short-term funding cycles and urgent operational needs.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products may be marketed as quick solutions, but the true cost of responsible.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may need to update data pipelines, configure security controls, develop validation.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often face short-term funding cycles and urgent operational needs.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products may be marketed as quick solutions, but the true cost.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may need to update data pipelines, configure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strong business case also protects mission focus.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vendor offers an AI tool that promises to reduce disease investigator workload by.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annual license appears affordable, but the agency must also pay for integration with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those costs are not considered, leadership may underestimate the investment required.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vendor offers an AI tool that promises to reduce disease investigator workload by summarizing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vendor offers an AI tool that promises to reduce disease.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annual license appears affordable, but the agency must also.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business case review asks whether the tool will meaningfully.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business case should begin with a problem statement.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problem should be operational and measurable, such as delayed case review, inconsistent.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vague desire to 'use AI' is not a sufficient problem statement.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 business case should begin with a problem statement.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problem should be operational and measurable, such as delayed.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business case should connect the proposed AI use to a real.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review should compare alternatives.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One risk is hidden cost.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may purchase an AI tool without funding integration, monitoring, validation, staff.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require total cost of ownership in every business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One risk is hidden cost.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Agencies may purchase an AI tool without funding integration,.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risk is benefits inflation.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or project champions may overstate time savings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business cases should include review time, source verification, and records.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business cases should include validation data, subgroup testing,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AI business cases should include security architecture, approval workflows, rollback,.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business cases should include review time, source verification, and records considerations.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business cases should include validation.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business cases should include security architecture,.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Cost and value must reflect responsible use.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Complete an AI business case review worksheet for one proposed investment.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problem, alternatives, expected benefits, total cost of ownership, risk, equity.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Complete an AI business case review worksheet for one proposed investment.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 an AI business case review worksheet for one proposed.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problem, alternatives, expected benefits, total cost of.</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business case worksheet; total cost of ownership estimate; benefits realization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business case worksheet; total cost of ownership estimate;.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business case worksheet; total cost of ownership estimate; benefits realization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business case worksheet; total cost of ownership estimate;.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Investment Strategy and Business Case Review</dc:title>
  <dc:subject>AI Investment Strategy and Business Case Review learning module</dc:subject>
  <dc:creator>Paula Soper</dc:creator>
  <cp:lastModifiedBy>Paula Soper</cp:lastModifiedBy>
  <cp:revision>1</cp:revision>
  <dcterms:created xsi:type="dcterms:W3CDTF">2026-07-13T02:24:09Z</dcterms:created>
  <dcterms:modified xsi:type="dcterms:W3CDTF">2026-07-13T02:24:09Z</dcterms:modified>
</cp:coreProperties>
</file>