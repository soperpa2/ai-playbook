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Synthetic Data for Public Health AI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synthetic data for public health ai in public health AI work.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technical, operational, privacy, security, equity, and governance issues associated with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workflow, system, or implementation scenario.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common failure modes that can affect safety, accuracy, trust, workflow fit, or sustainability.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practical guardrails that should be documented before implementation.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synthetic dataset assessment that can support readiness assessment, governance review, procurement, implementation, or…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The expected artifact is a completed synthetic dataset assessment. It should be specific to a public health workflow and…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Analytics and Modeling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anl-320-synthetic-data-for-public-health-ai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for Public Health AI matters because AI systems are embedded in public health programs, data systems, and decision processes rather…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affects whether AI outputs are accurate, explainable, safe, equitable, secure, and sustainable.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that ignore this area may create tools that work in a demonstration but fail in actual practice.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also affects accountability.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must be able to explain how data are used, why a tool was approved, what evidence supports the workflow, who reviews outputs,…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1060704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are generated data designed to preserve selected patterns of a source dataset while reducing reliance on real…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risk does not disappear simply because data are synthetic: If synthetic data are too close to the source data, they may leak information about real individuals or rare…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utility means the synthetic data are useful for the intended purpose. Utility may involve preserving distributions,…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525780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67528"/>
            <a:ext cx="10332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note: Ask learners to translate each concept into a public health workflow example before moving to the exercise.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may want synthetic eCR data to train disease investigators and test an AI case summary tool without exposing real case…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synthetic data should include realistic combinations of symptoms, lab results, demographics, dates, and missing fields, but should not…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should document that the data are intended for training and testing, not for estimating disease burden or measuring model…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AI, predictive analytics, RAG, automation, and agentic workflows all depend on the controls described in this module.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controls should be scaled to the risk of the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that drafts internal training text may require lighter review than a tool that updates case records, prioritizes outreach, or supports…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module should be applied during readiness assessment, procurement, implementation planning, pilot testing, and post-deployment monitoring.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development begins by defining the intended use.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data for staff exercises can be less statistically faithful than data used for system testing.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evaluation data require more rigorous review because the synthetic data must preserve patterns relevant to the model task.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teams should define whether synthetic data will be used for demonstration, software testing, integration testing, training,…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should evaluate synthetic data for privacy and utility.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review may examine whether rare combinations, dates, locations, or narratives are too similar to real records.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technical detail rather than a public health control.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staff do not connect technical decisions to authority, workflow, equity, privacy, security, and accountability, the agency…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relying on vendor claims without agency-defined evidence.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may provide demonstrations, dashboards, or summary metrics that do not match the agency workflow or data environment.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documentation, test results, acceptance criteria, and agency-controlled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synthetic dataset assessment for one real or realistic public health AI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describe the use case, affected users, data sources, system dependencies, risks, guardrails, review points, and unresolved…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exercise should produce a work product that could be used in a governance meeting, procurement review, implementation planning session,…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expected artifact is a completed synthetic dataset assessment. It should be specific to a public health workflow and…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 and differential privacy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LLM Applications, when security or AI integrations are relevant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privacy, cybersecurity, data governance, procurement, and records management…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5B5EA6"/>
          </a:solidFill>
          <a:ln>
            <a:solidFill>
              <a:srgbClr val="5B5E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and Modeling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best reason to address synthetic data for public health ai before deployment?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responsible implementation?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statement best describes a common failure mode?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be included in the practical artifact for this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When should the issue be escalated for governance or leadership review?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 320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 320: Synthetic Data for Public Health AI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