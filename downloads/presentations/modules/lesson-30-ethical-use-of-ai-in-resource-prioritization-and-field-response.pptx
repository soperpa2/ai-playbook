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320 Ethical Use of AI in Resource Prioritization and Field Response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policy, public-health-executive-leadership, ai-for-social-good, governance-security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ethical use of ai in resource prioritization and field response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AI-supported prioritization of field response, outreach, and scarce resources.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Ethical Use of AI in Resource Prioritization and Field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AI-supported prioritization of field response, outreach, and scarce resources.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ethical use of ai in resource prioritization and field response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Ethical Use of AI in Resource Prioritization and Field Response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Ethical Use of AI in Resource Prioritization and Field Response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ethical use of ai in resource prioritization and field response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Ethical Use of AI in Resource Prioritization and Field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AI-supported prioritization of field response, outreach, and scarce resources.</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 workflows, and oversight.</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 review, implementation.</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 legal, privacy, equity, and.</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Epidemiology Role-Based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epidemiology, policy, public-health-executive-leadership, ai-for-social-good,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 lesson into a documented.</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the purpose of ethical use of ai in resource prioritization and field response in public health AI.</a:t>
            </a:r>
            <a:endParaRPr lang="en-US" sz="1700" dirty="0"/>
          </a:p>
          <a:p>
            <a:r>
              <a:rPr lang="en-US" sz="17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700" dirty="0"/>
          </a:p>
          <a:p>
            <a:r>
              <a:rPr lang="en-US" sz="17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700" dirty="0"/>
          </a:p>
          <a:p>
            <a:r>
              <a:rPr lang="en-US" sz="170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the purpose of ethical use of ai in resource prioritization and field response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AI-supported prioritization of field response, outreach, and scarce resources.</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focuses on AI-supported prioritization of field response, outreach, and scarce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700" dirty="0"/>
          </a:p>
          <a:p>
            <a:r>
              <a:rPr lang="en-US" sz="170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a:t>
            </a:r>
            <a:endParaRPr lang="en-US" sz="1700" dirty="0"/>
          </a:p>
          <a:p>
            <a:r>
              <a:rPr lang="en-US" sz="17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700" dirty="0"/>
          </a:p>
          <a:p>
            <a:r>
              <a:rPr lang="en-US" sz="170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Ethical Use of AI in Resource Prioritization and Field Response matters because AI adoption changes how public health.</a:t>
            </a:r>
            <a:endParaRPr lang="en-US" sz="1700" dirty="0"/>
          </a:p>
          <a:p>
            <a:r>
              <a:rPr lang="en-US" sz="17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 approvals that do not.</a:t>
            </a:r>
            <a:endParaRPr lang="en-US" sz="1700" dirty="0"/>
          </a:p>
          <a:p>
            <a:r>
              <a:rPr lang="en-US" sz="17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 and community trust.</a:t>
            </a:r>
            <a:endParaRPr lang="en-US" sz="1700" dirty="0"/>
          </a:p>
          <a:p>
            <a:r>
              <a:rPr lang="en-US" sz="1700" dirty="0">
                <a:solidFill>
                  <a:srgbClr val="17364A"/>
                </a:solidFill>
                <a:latin typeface="Aptos" pitchFamily="34" charset="0"/>
                <a:ea typeface="Aptos" pitchFamily="34" charset="-122"/>
                <a:cs typeface="Aptos" pitchFamily="34" charset="-120"/>
              </a:rPr>
              <a:t>A module on this topic helps agencies define repeatable expectations before urgent situations arise.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Ethical Use of AI in Resource Prioritization and Field Response matters because AI adoption changes how public health.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agency is preparing to use AI in a workflow related to AI-supported prioritization of field response,.</a:t>
            </a:r>
            <a:endParaRPr lang="en-US" sz="1700" dirty="0"/>
          </a:p>
          <a:p>
            <a:r>
              <a:rPr lang="en-US" sz="17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 recognize that the.</a:t>
            </a:r>
            <a:endParaRPr lang="en-US" sz="1700" dirty="0"/>
          </a:p>
          <a:p>
            <a:r>
              <a:rPr lang="en-US" sz="17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 roles, review.</a:t>
            </a:r>
            <a:endParaRPr lang="en-US" sz="1700" dirty="0"/>
          </a:p>
          <a:p>
            <a:r>
              <a:rPr lang="en-US" sz="1700" dirty="0">
                <a:solidFill>
                  <a:srgbClr val="17364A"/>
                </a:solidFill>
                <a:latin typeface="Aptos" pitchFamily="34" charset="0"/>
                <a:ea typeface="Aptos" pitchFamily="34" charset="-122"/>
                <a:cs typeface="Aptos" pitchFamily="34" charset="-120"/>
              </a:rPr>
              <a:t>This converts a broad AI idea into a manageable public health practice.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agency is preparing to use AI in a workflow related to AI-supported prioritization of field response,.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700" dirty="0"/>
          </a:p>
          <a:p>
            <a:r>
              <a:rPr lang="en-US" sz="17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 output, and what.</a:t>
            </a:r>
            <a:endParaRPr lang="en-US" sz="1700" dirty="0"/>
          </a:p>
          <a:p>
            <a:r>
              <a:rPr lang="en-US" sz="17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1700" dirty="0"/>
          </a:p>
          <a:p>
            <a:r>
              <a:rPr lang="en-US" sz="1700" dirty="0">
                <a:solidFill>
                  <a:srgbClr val="17364A"/>
                </a:solidFill>
                <a:latin typeface="Aptos" pitchFamily="34" charset="0"/>
                <a:ea typeface="Aptos" pitchFamily="34" charset="-122"/>
                <a:cs typeface="Aptos" pitchFamily="34" charset="-120"/>
              </a:rPr>
              <a:t>The second step is to assign responsibilities.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700" dirty="0"/>
          </a:p>
          <a:p>
            <a:r>
              <a:rPr lang="en-US" sz="17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1700" dirty="0"/>
          </a:p>
          <a:p>
            <a:r>
              <a:rPr lang="en-US" sz="1700" dirty="0">
                <a:solidFill>
                  <a:srgbClr val="17364A"/>
                </a:solidFill>
                <a:latin typeface="Aptos" pitchFamily="34" charset="0"/>
                <a:ea typeface="Aptos" pitchFamily="34" charset="-122"/>
                <a:cs typeface="Aptos" pitchFamily="34" charset="-120"/>
              </a:rPr>
              <a:t>A guardrail is to define review intervals and change triggers.</a:t>
            </a:r>
            <a:endParaRPr lang="en-US" sz="1700" dirty="0"/>
          </a:p>
          <a:p>
            <a:r>
              <a:rPr lang="en-US" sz="1700" dirty="0">
                <a:solidFill>
                  <a:srgbClr val="17364A"/>
                </a:solidFill>
                <a:latin typeface="Aptos" pitchFamily="34" charset="0"/>
                <a:ea typeface="Aptos" pitchFamily="34" charset="-122"/>
                <a:cs typeface="Aptos" pitchFamily="34" charset="-120"/>
              </a:rPr>
              <a:t>Another failure mode is unclear ownership.</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700" dirty="0"/>
          </a:p>
          <a:p>
            <a:r>
              <a:rPr lang="en-US" sz="17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 stronger the.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public health decision or workflow does this topic affect?</a:t>
            </a:r>
            <a:endParaRPr lang="en-US" sz="1700" dirty="0"/>
          </a:p>
          <a:p>
            <a:r>
              <a:rPr lang="en-US" sz="1700" dirty="0">
                <a:solidFill>
                  <a:srgbClr val="17364A"/>
                </a:solidFill>
                <a:latin typeface="Aptos" pitchFamily="34" charset="0"/>
                <a:ea typeface="Aptos" pitchFamily="34" charset="-122"/>
                <a:cs typeface="Aptos" pitchFamily="34" charset="-120"/>
              </a:rPr>
              <a:t>Who has authority to approve or pause the work?</a:t>
            </a:r>
            <a:endParaRPr lang="en-US" sz="1700" dirty="0"/>
          </a:p>
          <a:p>
            <a:r>
              <a:rPr lang="en-US" sz="17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700" dirty="0"/>
          </a:p>
          <a:p>
            <a:r>
              <a:rPr lang="en-US" sz="1700" dirty="0">
                <a:solidFill>
                  <a:srgbClr val="17364A"/>
                </a:solidFill>
                <a:latin typeface="Aptos" pitchFamily="34" charset="0"/>
                <a:ea typeface="Aptos" pitchFamily="34" charset="-122"/>
                <a:cs typeface="Aptos" pitchFamily="34" charset="-120"/>
              </a:rPr>
              <a:t>How will the agency know when the workflow needs to be revised?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practical ethical use of ai in resource prioritization and field response artifact for one AI-supported public.</a:t>
            </a:r>
            <a:endParaRPr lang="en-US" sz="1700" dirty="0"/>
          </a:p>
          <a:p>
            <a:r>
              <a:rPr lang="en-US" sz="17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 expectations,.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practical ethical use of ai in resource prioritization and field response artifact for one AI-supported public.</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a:p>
            <a:r>
              <a:rPr lang="en-US" sz="1700" dirty="0">
                <a:solidFill>
                  <a:srgbClr val="17364A"/>
                </a:solidFill>
                <a:latin typeface="Aptos" pitchFamily="34" charset="0"/>
                <a:ea typeface="Aptos" pitchFamily="34" charset="-122"/>
                <a:cs typeface="Aptos" pitchFamily="34" charset="-120"/>
              </a:rPr>
              <a:t>Approval or review note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Escalation and monitoring plan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Ethical Use of AI in Resource Prioritization and Field Response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evidence that ethical use of ai in resource prioritization and field response has been applied.</a:t>
            </a:r>
            <a:endParaRPr lang="en-US" sz="1700" dirty="0"/>
          </a:p>
          <a:p>
            <a:r>
              <a:rPr lang="en-US" sz="1700" dirty="0">
                <a:solidFill>
                  <a:srgbClr val="17364A"/>
                </a:solidFill>
                <a:latin typeface="Aptos" pitchFamily="34" charset="0"/>
                <a:ea typeface="Aptos" pitchFamily="34" charset="-122"/>
                <a:cs typeface="Aptos" pitchFamily="34" charset="-120"/>
              </a:rPr>
              <a:t>2. What is the best reason to assign an accountability owner?</a:t>
            </a:r>
            <a:endParaRPr lang="en-US" sz="1700" dirty="0"/>
          </a:p>
          <a:p>
            <a:r>
              <a:rPr lang="en-US" sz="1700" dirty="0">
                <a:solidFill>
                  <a:srgbClr val="17364A"/>
                </a:solidFill>
                <a:latin typeface="Aptos" pitchFamily="34" charset="0"/>
                <a:ea typeface="Aptos" pitchFamily="34" charset="-122"/>
                <a:cs typeface="Aptos" pitchFamily="34" charset="-120"/>
              </a:rPr>
              <a:t>3. When should an AI-supported workflow be escalated for review?</a:t>
            </a:r>
            <a:endParaRPr lang="en-US" sz="1700" dirty="0"/>
          </a:p>
          <a:p>
            <a:r>
              <a:rPr lang="en-US" sz="1700" dirty="0">
                <a:solidFill>
                  <a:srgbClr val="17364A"/>
                </a:solidFill>
                <a:latin typeface="Aptos" pitchFamily="34" charset="0"/>
                <a:ea typeface="Aptos" pitchFamily="34" charset="-122"/>
                <a:cs typeface="Aptos" pitchFamily="34" charset="-120"/>
              </a:rPr>
              <a:t>4. Which practice best supports public accountability?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evidence that ethical use of ai in resource prioritization and field response has been applied.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700" dirty="0"/>
          </a:p>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Ethical Use of AI in Resource Prioritization and Field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Use of AI in Resource Prioritization and Field Response</dc:title>
  <dc:subject>Ethical Use of AI in Resource Prioritization and Field Response learning module</dc:subject>
  <dc:creator>Paula Soper</dc:creator>
  <cp:lastModifiedBy>Paula Soper</cp:lastModifiedBy>
  <cp:revision>1</cp:revision>
  <dcterms:created xsi:type="dcterms:W3CDTF">2026-07-12T18:54:57Z</dcterms:created>
  <dcterms:modified xsi:type="dcterms:W3CDTF">2026-07-12T18:54:57Z</dcterms:modified>
</cp:coreProperties>
</file>