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310 Privacy-Preserving AI and De-identification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can increase privacy and confidentiality risks in public health workflows.
Distinguish between identifiable data, de-identified data, aggregated data, limited datasets, and synthetic data at a practical level.
Identify technical and operational safeguards that reduce privacy risk, including data minimization, role-based access, aggregation, suppression, and secure analytic environments.
Assess re-identification risk when public health data are linked, enriched, summarized, or shared for AI-supported use.
Recognize when de-identification alone is not sufficient and additional governance, legal, or technical controls are needed.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privacy-preserving AI review worksheet for a real or realistic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change the privacy risk profile of a public health dataset even when the source data were already collected lawfully. A dataset that seems low risk in one context may become more sensitive when linked to geospatial information, clinical history, social vulnerability indicators, case notes, or small-area counts. Generative AI and retrieval systems can also reveal sensitive details through summaries, citations, or unexpected responses. Privacy review must therefore consider not only the dataset itself, but also how the AI system accesses, transforms, combines, stores, and exposes information.
Privacy risk is also a public trust issue. Public health agencies rely on communities, providers, laboratories, schools, and partners to share information. If AI use is perceived as opaque, excessive, or poorly controlled, communities may become less willing to participate in programs or share sensitive information. Technical safeguards support trust by showing that the agency has intentionally limited access, reduced unnecessary exposure, and retained human accountability.
Privacy-preserving AI is not a single technique. It is a layered approach that combines data governance, data minimization, secure infrastructure, access control, audit logs, de-identification, aggregation, review of outputs, and limits on downstream use. Strong privacy protection depends on designing these controls into the workflow before implementation rather than adding them after a concern arises.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De-identification is the process of reducing the risk that data can be connected to a specific person. In public health practice, de-identification must be interpreted carefully because rare diseases, small communities, unusual dates, exact locations, and combinations of demographic fields may still make a record identifiable. A dataset can appear anonymous but still be linkable to individuals when combined with other information.
Re-identification risk is the possibility that a person, household, provider, facility, or community can be identified from data that were intended to be de-identified or aggregated. AI can increase this risk by making patterns easier to discover, by generating detailed summaries, or by combining sources that were originally separated. Re-identification risk should be assessed before data are used for model development, vendor testing, public dashboards, or training exercises.
Data minimization means using only the data elements necessary for the approved purpose. It is a practical guardrail because many AI tools perform better when given more context, but more context also increases privacy and confidentiality risk. A public health agency should document which fields are required, which are optional, which are prohibited, and which require special approval.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Differential privacy is a statistical approach that adds carefully calibrated noise to outputs to reduce the risk that information about any one person can be inferred. It can be useful for public reporting or statistical release, but it does not solve all privacy problems. Public health staff need to understand that differential privacy involves tradeoffs between privacy protection and analytic utility.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disease investigation notes and identify common exposure settings across cases. The notes may include symptoms, dates, employer names, schools, shelters, correctional facilities, household details, immigration concerns, or other sensitive context. Even if the AI system is internal, the agency must define who can access the notes, whether the AI output can include names or exact locations, and how summaries will be reviewed before sharing.
A privacy-preserving design might limit the AI tool to authorized case investigation staff, restrict the tool from using data outside the case management environment, require source traceability, and prevent output from including identifiers unless explicitly needed for the case workflow. Aggregated exposure summaries may require suppression rules for small counts, especially in rural areas or small communities. The goal is not to block useful analysis, but to ensure that sensitive information is used only in ways that are necessary, authorized, reviewed, and documented.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Privacy-preserving AI begins with data classification. Staff should identify whether the workflow uses protected health information, personally identifiable information, confidential public health data, sensitive community data, operational data, or publicly available information. Classification should be tied to rules for storage, access, sharing, retention, and approved AI tools. A public AI tool may be acceptable for public guidance documents but inappropriate for case narratives or line lists.
The next step is determining the minimum necessary data for the AI task. A model that classifies complaint topics may not need names or exact addresses. A tool that summarizes case notes for an assigned investigator may need identifiers inside the secure case system, but the same identifiers should not appear in evaluation exports or training examples. Data minimization should be built into data extracts, prompts, APIs, and reports.
De-identification requires more than removing names. Dates, ZIP codes, facility names, employer names, exact locations, rare conditions, and free-text narratives can all create identification risk. Natural language processing and generative AI add additional complexity because sensitive details may be embedded in text. Agencies should consider automated redaction, structured review, suppression rules, and human spot checks before using text in AI workflows.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 controls must also apply to outputs. An AI-generated summary, risk score, cluster report, or dashboard can reveal sensitive information even if the input data were controlled. Output review should consider small cells, unusual combinations of attributes, identifiable narratives, and unintended inferences. Logs should document who generated outputs, what data were used, and whether the output was shared, edited, rejected, or escalated.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assuming that de-identification is permanent. Data that are de-identified for one purpose may be re-identifiable in another context, especially when linked with other datasets. A guardrail is to perform use-case-specific privacy review and to document assumptions about data linkage, audience, geography, and release context.
Another failure mode is exposing sensitive data to unapproved AI tools. Staff may paste text into a convenient tool without realizing that the data include protected or confidential information. A guardrail is to provide clear approved-tool lists, data-use tiers, technical blocking where possible, and training on prohibited uses.
Output leakage is also a significant risk. A model may include more detail than needed or reveal rare combinations that point to an individual or small group. Guardrails include output templates, suppression thresholds, review workflows, redaction, access controls, and limits on copying or exporting results.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risk can also arise from vendor relationships. Vendors may request sample data for testing or model tuning. Agencies should use synthetic, masked, or minimized data whenever possible and should require contractual controls for storage, reuse, subcontractors, breach notification, audit rights, and deletion.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privacy-preserving design means controlling what data can be placed in prompts, what source documents are available to retrieval systems, how outputs are reviewed, and whether logs contain sensitive content. Prompt templates should make prohibited content clear and should encourage use of de-identified or aggregated inputs when possible.
For predictive analytics, privacy concerns include which features are used, whether sensitive attributes are directly included or indirectly inferred, and whether outputs could stigmatize individuals or communities. Model evaluation should include privacy review as well as accuracy and equity review.
For agentic workflows, privacy risk increases because the system may retrieve data, call tools, send messages, or update records. Privacy guardrails should include least-privilege permissions, approval checkpoints, output restrictions, audit logs, and the ability to suspend the workflow quickly if a concern arises.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AI use cases in your agency require identifiable or sensitive data, and which could be completed with de-identified or aggregated data?
What data elements create the greatest re-identification risk in your context?
How are free-text fields reviewed before they are used in AI-supported workflows?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outputs could reveal sensitive information even if the input data are controlled?
Who has authority to approve privacy-preserving AI controls for a workflow?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privacy-preserving AI review worksheet for one proposed public health AI workflow. The worksheet should identify the data involved, the sensitivity level, the minimum necessary fields, the approved users, the AI task, the output type, and the privacy controls needed before implementation.
The exercise should also identify residual risks and questions that need privacy, legal, security, or governance review. Learners should pay special attention to free text, small-area data, rare conditions, linked datasets, vendor access, and output sharing.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privacy-preserving AI review worksheet with a brief summary of the proposed workflow, data-use tier, approved data elements, prohibited data elements, access controls, output controls, audit requirements, and unresolved review questions.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privacy-preserving AI review worksheet with a brief summary of the proposed workflow, data-use tier, approved data elements, prohibited data elements, access controls, output controls, audit requirements, and unresolved review questions.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de-identification in public health AI?
2. Why can AI increase re-identification risk?
3. What is a strong privacy guardrail for an AI workflow?
4. When is de-identification alone insufficient?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Privacy Framework
NIST AI Risk Management Framework: https://www.nist.gov/itl/ai-risk-management-framework
HHS HIPAA de-identification guidance
CDC data governance and public health data modernization resources
Agency privacy, legal, security, and records management policies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Privacy-Preserving AI and De-identification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Privacy-preserving AI is the set of technical, policy, and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focuses on how privacy protections must be built into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often have legal authority to collect and use.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Governance and Security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AI can increase privacy and confidentiality risks in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between identifiable data, de-identified data, aggregated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technical and operational safeguards that reduce privacy risk,.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AI can increase privacy and confidentiality risks in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Distinguish between identifiable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technical and operational safeguards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Assess re-identification risk when public health.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privacy-preserving AI review worksheet for a real or realistic.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privacy-preserving AI review worksheet for a real or realistic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privacy-preserving AI review worksheet.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Privacy-preserving AI is the set of technical, policy, and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focuses on how privacy protections must be built into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often have legal authority to collect and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Privacy-preserving AI is the set of technical, policy, and workflow practices.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can change the privacy risk profile of a public health dataset even when.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dataset that seems low risk in one context may become more sensitive when.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Generative AI and retrieval systems can also reveal sensitive details.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can change the privacy risk profile of a public health dataset even when the.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De-identification is the process of reducing the risk that data can be.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practice, de-identification must be interpreted carefully.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dataset can appear anonymous but still be linkable to individuals when.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De-identification is the process of reducing the risk that data can be connected.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 public health practice, de-identification must.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Re-identification risk is the possibility that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can increase this risk by making patterns.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Differential privacy is a statistical approach that adds carefully.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be useful for public reporting or statistical release, but it does.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staff need to understand that differential privacy involves.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Differential privacy is a statistical approach that adds carefully calibrated.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Differential privacy is a statistical approach.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staff need to understand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Consider a health department that wants to use AI to summarize disease.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notes may include symptoms, dates, employer names, schools, shelters,.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Even if the AI system is internal, the agency must define who can access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Consider a health department that wants to use AI to summarize disease.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Consider a health department that wants to use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notes may include symptoms, dates, employer.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Even if the AI system is internal, the agency must.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Privacy-preserving AI begins with data classification.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whether the workflow uses protected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Classification should be tied to rules for storage, access, sharing,.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Privacy-preserving AI begins with data classification.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whether the workflow uses.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public AI tool may be acceptable for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next step is determining the minimum necessary.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Privacy controls must also apply to outputs.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AI-generated summary, risk score, cluster report, or dashboard can reveal.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Output review should consider small cells, unusual combinations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Privacy controls must also apply to outputs.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 AI-generated summary, risk score, cluster.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Output review should consider small cells, unusual.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Logs should document who generated outputs, what.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failure mode is assuming that de-identification is permanent.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that are de-identified for one purpose may be re-identifiable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perform use-case-specific privacy review and to document.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failure mode is assuming that de-identification is permanent.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that are de-identified for one purpose may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perform use-case-specific.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failure mode is exposing sensitive data to.</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Privacy risk can also arise from vendor relationships.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Vendors may request sample data for testing or model tuning.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should use synthetic, masked, or minimized data whenever possible.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Privacy risk can also arise from vendor relationships.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Privacy risk can also arise from vendor.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request sample data for testing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Agencies should use synthetic, masked,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For generative AI, privacy-preserving design means controlling what data can.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Prompt templates should make prohibited content clear and should encourage.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predictive analytics, privacy concerns include which features are used,.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For generative AI, privacy-preserving design means controlling what data can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For generative AI, privacy-preserving design means.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Prompt templates should make prohibited content.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For predictive analytics, privacy concerns include.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AI use cases in your agency require identifiable or sensitive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data elements create the greatest re-identification risk in your context?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are free-text fields reviewed before they are used in AI-supported.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AI use cases in your agency require identifiable or sensitive data,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AI use cases in your agency require.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data elements create the greatest.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are free-text fields reviewed before they are.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outputs could reveal sensitive information even if the input data 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privacy-preserving AI controls for a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outputs could reveal sensitive information even if the input data are.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outputs could reveal sensitive information.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privacy-preserving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privacy-preserving AI review worksheet for one proposed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worksheet should identify the data involved, the sensitivity level,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also identify residual risks and questions that need.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privacy-preserving AI review worksheet for one proposed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worksheet should identify the data involved,.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also identify residual risks.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pay special attention to free.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privacy-preserving AI review worksheet with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privacy-preserving AI review worksheet with a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privacy-preserving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privacy-preserving AI review worksheet with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privacy-preserving AI review worksheet with a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privacy-preserving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Which statement best describes de-identification in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Why can AI increase re-identification risk?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What is a strong privacy guardrail for an AI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Which statement best describes de-identification in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statement best describes de-identification.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HHS HIPAA de-identification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Privacy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data governance and public health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privacy, legal, security, and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AI and De-identification</dc:title>
  <dc:subject>Privacy-Preserving AI and De-identification learning module</dc:subject>
  <dc:creator>Paula Soper</dc:creator>
  <cp:lastModifiedBy>Paula Soper</cp:lastModifiedBy>
  <cp:revision>1</cp:revision>
  <dcterms:created xsi:type="dcterms:W3CDTF">2026-07-13T03:02:47Z</dcterms:created>
  <dcterms:modified xsi:type="dcterms:W3CDTF">2026-07-13T03:02:47Z</dcterms:modified>
</cp:coreProperties>
</file>