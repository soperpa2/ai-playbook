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opportunities can quickly exceed an agency's capacity to evaluate,.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a portfolio strategy that helps distinguish high-value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portfolio approach organizes AI opportunities across programs, risk.</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purpose of an AI portfolio strategy for public health agencies.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criteria for prioritizing AI use cases based on public health value,.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use cases that should be pursued, piloted, deferred, redesigned,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criteria for prioritizing AI use cases.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portfolio view that balances innovation,.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use case prioritization rubric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opportunities can quickly exceed an agency's capacity to evaluate,.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a portfolio strategy that helps distinguish high-value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portfolio approach organizes AI opportunities across programs,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opportunities can quickly exceed an agency's capacity to evaluate, implement,.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need a portfolio strategy that helps.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portfolio approach organizes AI opportunities.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leaders how to create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have many possible AI use cases: summarizing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portfolio strategy, agencies may choose projects because they 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portfolio strategy protects scarce capacity.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many possible AI use cases: summarizing case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agencies have many possible AI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portfolio strategy, agencies may choose.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Technical teams, privacy officers, legal counsel,.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receives proposals for five AI uses: a public chatbot,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proposal has different benefits and risks.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public chatbot may be visible but high-risk if it gives health advice.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receives proposals for five AI uses: a public chatbot,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receives proposals for five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staff policy assistant may be lower risk if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outbreak model may be valuable but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useful portfolio strategy begins with categories.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can classify AI opportunities by function, such as internal.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also classify by risk, such as low, moderate, high, or prohibited.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useful portfolio strategy begins with categories.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risk is pilot proliferation.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launch many small AI pilots without a pathway to scale,.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require every pilot to define success criteria, 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pilot proliferation.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projects may be prioritized for internal knowledge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projects may be prioritized only when data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may be deferred until governance has defined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projects may be prioritized for internal knowledge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workflows may be deferred until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Portfolio strategy helps leaders sequence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Develop an AI use case prioritization rubric with criteria, scoring levels,.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use case prioritization rubric with criteria, scoring levels,.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an AI use case prioritization rubric with.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form; prioritization rubric; sample portfolio view;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 view;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form; prioritization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case intake form; prioritization rubric; sample portfolio view;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form; prioritization rubric; sample portfolio view;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case intake form; prioritization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2026-07-13T03:27:53Z</dcterms:created>
  <dcterms:modified xsi:type="dcterms:W3CDTF">2026-07-13T03:27:53Z</dcterms:modified>
</cp:coreProperties>
</file>