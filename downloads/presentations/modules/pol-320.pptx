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320 AI Authority, Liability, and Public Health Decision-Making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governance-security, public-health-executive-leadership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authority, liability, and public health decision-making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Authority, Liability, and Public Health Decision-Making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legal authority, delegated responsibility, accountability, and liability in AI-supported decisions.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authority, liability, and public health decision-making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Authority, Liability, and Public Health Decision-Making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Authority, Liability, and Public Health Decision-Making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authority, liability, and public health decision-making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Authority, Liability, and Public Health Decision-Making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legal authority, delegated responsibility,.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Policy Role-Based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authority, liability, and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authority, liability, and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legal authority, delegated responsibility,.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legal authority, delegated responsibility,.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module focuses on legal authority, delegated.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is designed for public health staff who must.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helps learners move beyond general.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Authority, Liability, and Public Health Decision-Making matters because.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Authority, Liability, and Public Health Decision-Making matters because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Authority, Liability, and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a structured approach, staff may rely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operate under legal.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 legal.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legal.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 authority, liability, and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authority, liability, and public health decision-making.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 authority, liability,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Authority, Liability, and Public Health Decision-Making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Authority, Liability, and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Authority, Liability, and Public Health Decision-Making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evidence that ai authority, liability, and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evidence that ai authority, liability, and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 authority,.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Authority, Liability, and Public Health Decision-Making</dc:title>
  <dc:subject>AI Authority, Liability, and Public Health Decision-Making learning module</dc:subject>
  <dc:creator>Paula Soper</dc:creator>
  <cp:lastModifiedBy>Paula Soper</cp:lastModifiedBy>
  <cp:revision>1</cp:revision>
  <dcterms:created xsi:type="dcterms:W3CDTF">2026-07-13T03:02:48Z</dcterms:created>
  <dcterms:modified xsi:type="dcterms:W3CDTF">2026-07-13T03:02:48Z</dcterms:modified>
</cp:coreProperties>
</file>