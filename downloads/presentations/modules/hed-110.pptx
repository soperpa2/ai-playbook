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HED 110 AI, Health Literacy, Plain Language, and Accessibility
This module prepares public health staff to use AI responsibly when developing health education materials, training content, handouts, scripts, scenarios, and learner supports. It focuses on health literacy, plain language, accessibility, cultural relevance, and human review. Because individual agencies approve different tools, the module does not recommend a specific AI platform. Instead, it emphasizes awareness of approved tools, prohibited data, review steps, and safe drafting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introductory/applied
Primary track: Health Education Track
Appears in tracks: health-education
This module prepares public health staff to use AI responsibly when developing health education materials, training content, handouts, scripts, scenarios, and learner supports. It focuses on health literacy, plain language, accessibility, cultural relevance, and human review. Because individual agencies approve different tools, the module does not recommend a specific AI platform. Instead, it emphasizes awareness of approved tools, prohibited data, review steps, and safe drafting practices.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how AI can support health literacy, plain-language review, accessibility, and audience adaptation.
Identify risks when AI-generated education materials are inaccurate, stigmatizing, culturally inappropriate, inaccessible, or inconsistent with approved guidance.
Apply a structured review process before using AI-assisted educational content with staff, partners, clients, patients, or community members.
Create a plain-language and accessibility review checklist for an AI-assisted public health education product.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This module prepares public health staff to use AI responsibly when developing health education materials, training content, handouts, scripts, scenarios, and learner supports. It focuses on health literacy, plain language, accessibility, cultural relevance, and human review. Because individual agencies approve different tools, the module does not recommend a specific AI platform. Instead, it emphasizes awareness of approved tools, prohibited data, review steps, and safe drafting practices.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training module is intended for public health education, planning, and workforce development. It does not replace agency policy, legal review, privacy review, security review, procurement review, communications clearance, civil rights review, Tribal consultation, or governance approval. Learners should confirm applicable requirements, approved tools, data rules, and review pathways within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Health education materials often influence what people understand, remember, trust, and do. AI can help staff draft materials quickly, simplify complex language, generate examples, and adapt content for different audiences, but speed can create risk when content is not carefully reviewed. A draft that sounds clear may still be medically inaccurate, culturally inappropriate, inaccessible to people with disabilities, or inconsistent with agency guidance. Public health agencies need staff who can use AI as a drafting aid while preserving accuracy, equity, accessibility, and trust.
Health literacy is not only about reading level. It includes whether the material explains the action people should take, why the action matters, where to get help, and how to apply the guidance in real life. AI tools may simplify language but remove nuance, omit eligibility limits, overgeneralize recommendations, or fail to explain local context. Human review is therefore essential before AI-assisted materials are used in programs, trainings, outreach, or public communication.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is preparing a handout for families about preventing heat-related illness during a summer heat event. A health educator uses an approved AI drafting tool to create a first draft at a sixth-grade reading level and asks for versions for older adults, outdoor workers, and caregivers of young children. The health educator then checks the content against approved health guidance, removes advice that does not match local resources, adds phone numbers for cooling centers, and reviews the handout for language access and accessibility. The final product is not considered AI-approved simply because it was generated quickly; it becomes usable only after subject matter, plain-language, accessibility, and program review.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Programmatic, and Operational Deep Dive
A responsible workflow begins before the prompt is written. Staff should identify the purpose of the educational material, the audience, the approved source material, the intended reading level, and the review process. They should also determine whether the AI tool is approved for the task and whether any sensitive data, partner information, participant stories, or non-public guidance must be excluded. This preparation keeps the AI task focused and reduces the chance that staff will paste inappropriate information into an unapproved environment.
The prompt should direct the AI tool to use only approved source text or general language support, not to invent public health facts. When AI is used for readability, translation support, or audience adaptation, staff should compare the output to the original source to ensure meaning has not changed. Accessibility review should include headings, reading order, alt text needs, color contrast, screen-reader compatibility, and whether instructions rely only on visual cues. Cultural review should consider whether examples, tone, imagery, assumptions, and calls to action fit the intended audience.
Agencies should treat AI-assisted health education content as draft material. Drafts should go through the same or stronger review process as materials developed without AI, especially when the content involves clinical guidance, emergency instructions, eligibility, legal requirements, or community-specific concerns. Staff should document the source material used, the reviewers involved, and any major edits made after AI drafting. This documentation supports transparency and helps teams learn which AI uses are helpful and which create too much review burden.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A common failure mode is assuming that easier language is automatically more accurate or more equitable. AI may reduce reading level while removing details that certain groups need to act safely. It may also create examples that unintentionally stigmatize people, oversimplify risk, or imply that individuals are responsible for barriers created by systems. Guardrails include using approved sources, requiring human review, involving audience representatives when feasible, and checking whether materials explain practical actions without blame or assumptions.
Another risk is using AI to translate or localize content without qualified review. Automated translation can produce fluent but incorrect language, omit culturally important context, or use terms that do not fit the community. Staff should use AI translation only within agency-approved workflows and should involve qualified bilingual reviewers for public-facing materials. When qualified review is not available, the material should not be treated as ready for public use.
A third risk is entering sensitive stories, participant feedback, or program records into an AI tool to make examples more realistic. Even de-identified examples can sometimes reveal identities in small communities or specialized programs. Staff should use fictional, composite, or generalized examples unless the agency has approved the tool and data use. Practical safeguards include no-sensitive-data warnings, source tracking, reviewer checklists, and documentation of final approval.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In AI-supported workflows, this module helps staff build a review pathway for educational materials before they are used in training, outreach, or public-facing programs. The workflow should identify who drafts, who reviews accuracy, who reviews accessibility, who reviews cultural relevance, and who gives final clearance. The AI tool should never be the final reviewer or the source of authority for health guidance. Staff should also identify when a material must be routed to communications, legal, clinical, program, equity, accessibility, or language-access reviewers.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types of health education content in your organization might benefit from AI-assisted drafting or plain-language review?
What information should never be entered into an AI tool when creating health education materials?
Who should review AI-assisted materials before they are used with the public, learners, or program participants?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Select a public health education topic such as heat safety, immunization reminders, lead exposure prevention, food safety, or asthma trigger reduction. Draft a one-page plain-language review checklist for an AI-assisted handout. Include the audience, approved source material, reading-level goal, accessibility checks, cultural relevance checks, subject matter reviewers, and final approval steps.
Example: For a heat safety handout for older adults, the checklist might require that the draft uses approved heat guidance, explains symptoms that require urgent help, names local cooling resources, avoids blaming people who cannot afford air conditioning, uses large readable text, includes alt text for icons, and receives review from emergency preparedness, health education, and communications staff before release.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Plain-language and accessibility review checklist for one AI-assisted public health education product.
Brief note identifying the approved source material and required reviewers.
One example of a revision made to improve accuracy, accessibility, or audience fit.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Which statement best describes responsible use of AI for public health education materials?
2. What is one reason AI-generated plain language can still be risky?
3. Which information should staff avoid entering into an unapproved AI tool?
4. Who should provide final approval for AI-assisted educational materials?
5. What should be included in a review checklist?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[object Object]
[object Object]
[object Object]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[object Object]
[object Object]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HED 110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AI, Health Literacy, Plain Language, and Accessibility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This module prepares public health staff to use AI responsibly when.</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It focuses on health literacy, plain language, accessibility, cultural.</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Because individual agencies approve different tools, the module does not.</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introductory/applied Primary track: Health Education Track Appears in.</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how AI can support health literacy, plain-language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risks when AI-generated education materials are inaccurate,.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Apply a structured review process before using AI-assisted educational.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how AI can support health literacy, plain-language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how AI can support health literacy,.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risks when AI-generated education.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Apply a structured review process before using.</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module prepares public health staff to use AI responsibly when.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focuses on health literacy, plain language, accessibility, cultural.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Because individual agencies approve different tools, the module does not.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module prepares public health staff to use AI responsibly when developing.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training module is intended for public health education,.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agency policy, legal review, privacy review, security.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approved tools, data rules,.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training module is intended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Health education materials often influence what people understand, remember,.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can help staff draft materials quickly, simplify complex language,.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draft that sounds clear may still be medically inaccurate, culturally.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Health education materials often influence what people understand, remember,.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local health department is preparing a handout for families about.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health educator uses an approved AI drafting tool to create a first draft.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health educator then checks the content against approved health.</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local health department is preparing a handout for families about preventing.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A local health department is preparing a handout.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health educator uses an approved AI drafting.</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health educator then checks the content.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Programmatic, and Operational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responsible workflow begins before the prompt is written.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identify the purpose of the educational material, the audience,.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should also determine whether the AI tool is approved for the task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responsible workflow begins before the prompt is written.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Staff should identify the purpose of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They should also determine whether the AI tool 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preparation keeps the AI task focused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common failure mode is assuming that easier language is automatically more.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AI may reduce reading level while removing details that certain groups need.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may also create examples that unintentionally stigmatize people,.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common failure mode is assuming that easier language is automatically more.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It may also create examples that unintentionally.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using approved sources,.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Another risk is using AI to translate or localize.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 AI-supported workflows, this module helps staff build a review pathway.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workflow should identify who drafts, who reviews accuracy, who reviews.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 AI tool should never be the final reviewer or the source of authority.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 AI-supported workflows, this module helps staff build a review pathway for.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 AI-supported workflows, this module helps staff.</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 workflow should identify who drafts, who.</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should also identify when a material must be.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types of health education content in your organization might benefit.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information should never be entered into an AI tool when creating.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should review AI-assisted materials before they are used with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types of health education content in your organization might benefit from.</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types of health education content in your.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Who should review AI-assisted materials before.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Select a public health education topic such as heat safety, immunization.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Draft a one-page plain-language review checklist for an AI-assisted handout.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audience, approved source material, reading-level goal,.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Select a public health education topic such as heat safety, immunization.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Select a public health education topic such as.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the audience, approved source material,.</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Example: For a heat safety handout for older.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Plain-language and accessibility review checklist for one AI-assisted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Brief note identifying the approved source material and required reviewers.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One example of a revision made to improve accuracy, accessibility, or.</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Plain-language and accessibility review checklist for one AI-assisted public.</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Plain-language and accessibility review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Brief note identifying the approved source.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One example of a revision made to improve.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Which statement best describes responsible use of AI for public health.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one reason AI-generated plain language can still be risky?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Which information should staff avoid entering into an unapproved AI tool?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statement best describes responsible use of AI for public health education.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statement best describes responsible use of.</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AI, Health Literacy, Plain Language, and Accessibility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[object Object]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[object Object]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[object Object]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Health Literacy, Plain Language, and Accessibility</dc:title>
  <dc:subject>AI, Health Literacy, Plain Language, and Accessibility learning module</dc:subject>
  <dc:creator>Paula Soper</dc:creator>
  <cp:lastModifiedBy>Paula Soper</cp:lastModifiedBy>
  <cp:revision>1</cp:revision>
  <dcterms:created xsi:type="dcterms:W3CDTF">2026-07-14T04:35:33Z</dcterms:created>
  <dcterms:modified xsi:type="dcterms:W3CDTF">2026-07-14T04:35:33Z</dcterms:modified>
</cp:coreProperties>
</file>