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Transparency and Community Trust is designed for an individual learner using the AI Playbook and Toolkit for Public Health Departments.
Public health agencies should be able to explain when AI is used, why it is used, what data are involved, what humans decide, and how concerns can be raised.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Plain-language AI use notice.
Produce or contribute to: Public FAQ.
Produce or contribute to: Feedback and correction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helps protect public trust. Your department should be able to explain when AI is used, why it is used, what data are involved, what humans decide, what safeguards exist, and how people can raise concerns or seek correction. Transparency should be proportional to risk and understandable to the affected audience.
Transparency is central to public trust. Your department should be able to explain when AI is used, why it is used, what data are involved, what humans decide, what safeguards exist, and how people can ask questions or raise concerns.
Transparency should be proportionate to the impact of the AI use. An internal drafting tool may need staff-facing documentation, while a public-facing chatbot, prioritization tool, or outreach workflow may require public notice, FAQs, and feedback pathways.
Your training should help staff write clear explanations without overstating AI capability. A useful notice explains the workflow in plain language and names the human accountability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Explainability: The ability to describe how an AI system produced or contributed to an output in terms that decision-makers, staff, and affected communities can understand.
Incident response: The process for reporting, triaging, containing, investigating, correcting, documenting, and communicating about AI-related errors, harmful outputs, privacy issues, bias concerns, security events, or operational failures.
Public accountability: The obligation to explain, document, justify, monitor, and correct AI use because public health agencies act under public authority and serve communities that may be affected by their decisions.
Responsible AI policy: An agency policy that defines expectations for transparency, privacy, security, equity, human oversight, safety, legal compliance, scientific integrity, accountability, and monitoring.
Transparency: Clear communication about when AI is used, why it is used, what data are involved, what humans decide, what limitations exist, and how concerns can be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use notice is a core concept for this lesson because it turns public transparency and community trust from an abstract AI topic into something you can recognize in daily public health work. A plain-language explanation that tells people when AI is used, why, what humans decide, and how concerns can be raised.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Safeguard is a core concept for this lesson because it turns public transparency and community trust from an abstract AI topic into something you can recognize in daily public health work. A protection such as human review, privacy controls, monitoring, or appeal rights.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Limitation is a core concept for this lesson because it turns public transparency and community trust from an abstract AI topic into something you can recognize in daily public health work. Something the AI cannot reliably do or should not be used for.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AI use notices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Community-facing FAQs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Feedback and correction pathways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3, Play 4, Play 10, Play 12) to identify the decisions, approvals, people, and timing needed for responsible implementation. Use the related tools (Tool 19, Tool 20, Tool 46) to create documentation that can be reviewed, saved, revised, and used as evidence of readiness. The practical exercise asks you to produce evidence that can feed into that work: Draft a plain-language AI use notice for one public-facing workflow. Include purpose, what AI does, what humans decide, data types, safeguards, limitations, and contact or correction options.
The main guardrail for this lesson is that AI use that is invisible or hard to explain can erode trust even when the technical system performs well.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Public trust depends on whether agencies can explain AI use clearly. Transparency should not be a vague notice that AI exists; it should explain purpose, data, human review, limits, safeguards, and feedback options.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a plain-language AI use notice for one public-facing workflow. Include purpose, what AI does, what humans decide, data types, safeguards, limitations, and contact or correction options.
Plain-language AI use notice
Public FAQ
Feedback and correction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staff, partners, and the public know about this AI use?
What information can be shared without compromising privacy or security?
How will notices be updated when the AI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Blueprint for an AI Bill of Rights: Notice, explanation, and alternatives principles for automated systems. https://bidenwhitehouse.archives.gov/ostp/ai-bill-of-rights/
ASPPH AI Framework Report: Public transparency, trust, and community accountability expectations. https://aspph.org/initiatives/ai-for-public-health/ai-framework-report/
NIST AI Risk Management Framework: Governance and transparency concepts for trustworthy AI. https://www.nist.gov/itl/ai-risk-management-framework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Transparency and Community Trust</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Plain-language AI use notice.</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Public FAQ.</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Transparency helps protect public trust. Your department should be able to explain when AI is used, why it is used, what data are involved, what humans decide, what safeguards exist, and how people can raise concerns or seek correction. Transparency should be proportional to risk and understandable to the affected audience.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Explainability: The ability to describe how an AI system produced or contributed to an output in terms that decision-makers, staff, and affected communities can understand.</a:t>
            </a:r>
            <a:endParaRPr lang="en-US" sz="1320" dirty="0"/>
          </a:p>
          <a:p>
            <a:r>
              <a:rPr lang="en-US" sz="1320" dirty="0">
                <a:solidFill>
                  <a:srgbClr val="17364A"/>
                </a:solidFill>
                <a:latin typeface="Aptos" pitchFamily="34" charset="0"/>
                <a:ea typeface="Aptos" pitchFamily="34" charset="-122"/>
                <a:cs typeface="Aptos" pitchFamily="34" charset="-120"/>
              </a:rPr>
              <a:t>Incident response: The process for reporting, triaging, containing, investigating, correcting, documenting, and communicating about AI-related errors, harmful outputs, privacy issues, bias concerns, security events, or.</a:t>
            </a:r>
            <a:endParaRPr lang="en-US" sz="1320" dirty="0"/>
          </a:p>
          <a:p>
            <a:r>
              <a:rPr lang="en-US" sz="1320" dirty="0">
                <a:solidFill>
                  <a:srgbClr val="17364A"/>
                </a:solidFill>
                <a:latin typeface="Aptos" pitchFamily="34" charset="0"/>
                <a:ea typeface="Aptos" pitchFamily="34" charset="-122"/>
                <a:cs typeface="Aptos" pitchFamily="34" charset="-120"/>
              </a:rPr>
              <a:t>Public accountability: The obligation to explain, document, justify, monitor, and correct AI use because public health agencies act under public authority and serve communities that may be affected by their decisions.</a:t>
            </a:r>
            <a:endParaRPr lang="en-US" sz="1320" dirty="0"/>
          </a:p>
          <a:p>
            <a:r>
              <a:rPr lang="en-US" sz="1320" dirty="0">
                <a:solidFill>
                  <a:srgbClr val="17364A"/>
                </a:solidFill>
                <a:latin typeface="Aptos" pitchFamily="34" charset="0"/>
                <a:ea typeface="Aptos" pitchFamily="34" charset="-122"/>
                <a:cs typeface="Aptos" pitchFamily="34" charset="-120"/>
              </a:rPr>
              <a:t>Responsible AI policy: An agency policy that defines expectations for transparency, privacy, security, equity, human oversight, safety, legal compliance, scientific integrity, accountability, and monitoring.</a:t>
            </a:r>
            <a:endParaRPr lang="en-US" sz="1320" dirty="0"/>
          </a:p>
          <a:p>
            <a:r>
              <a:rPr lang="en-US" sz="1320" dirty="0">
                <a:solidFill>
                  <a:srgbClr val="17364A"/>
                </a:solidFill>
                <a:latin typeface="Aptos" pitchFamily="34" charset="0"/>
                <a:ea typeface="Aptos" pitchFamily="34" charset="-122"/>
                <a:cs typeface="Aptos" pitchFamily="34" charset="-120"/>
              </a:rPr>
              <a:t>Transparency: Clear communication about when AI is used, why it is used, what data are involved, what humans decide, what limitations exist, and how concerns can be raised.</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AI use notice is a core concept for this lesson because it turns public transparency and community trust from an abstract AI topic into something you can recognize in daily public health work. A plain-language explanation that tells people when AI is used, why, what humans decide, and how concerns can be raised.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Safeguard is a core concept for this lesson because it turns public transparency and community trust from an abstract AI topic into something you can recognize in daily public health work. A protection such as human review, privacy controls, monitoring, or appeal rights.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Limitation is a core concept for this lesson because it turns public transparency and community trust from an abstract AI topic into something you can recognize in daily public health work. Something the AI cannot reliably do or should not be used for.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Public AI use notices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Community-facing FAQs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Feedback and correction pathways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3, Play 4, Play 10, Play 12) to identify the decisions, approvals, people, and timing needed for responsible implementation. Use the related tools (Tool 19, Tool 20, Tool 46) to create documentation that can be reviewed, saved, revised, and used as evidence of readiness. The practical exercise asks you to produce evidence that can feed into that work: Draft a plain-language AI use notice for one public-facing workflow. Include purpose, what AI does, what humans decide, data types, safeguards, limitations, and contact or correction options. The main guardrail for this lesson is that AI use that is invisible or hard to explain can erode trust even when the technical system performs well.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Public trust depends on whether agencies can explain AI use clearly. Transparency should not be a vague notice that AI exists; it should explain purpose, data, human review, limits, safeguards, and feedback options.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Draft a plain-language AI use notice for one public-facing workflow. Include purpose, what AI does, what humans decide, data types, safeguards, limitations, and contact or correction options.</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Plain-language AI use notice</a:t>
            </a:r>
            <a:endParaRPr lang="en-US" sz="1400" dirty="0"/>
          </a:p>
          <a:p>
            <a:r>
              <a:rPr lang="en-US" sz="1400" dirty="0">
                <a:solidFill>
                  <a:srgbClr val="17364A"/>
                </a:solidFill>
                <a:latin typeface="Aptos" pitchFamily="34" charset="0"/>
                <a:ea typeface="Aptos" pitchFamily="34" charset="-122"/>
                <a:cs typeface="Aptos" pitchFamily="34" charset="-120"/>
              </a:rPr>
              <a:t>Expected artifact: Public FAQ</a:t>
            </a:r>
            <a:endParaRPr lang="en-US" sz="1400" dirty="0"/>
          </a:p>
          <a:p>
            <a:r>
              <a:rPr lang="en-US" sz="1400" dirty="0">
                <a:solidFill>
                  <a:srgbClr val="17364A"/>
                </a:solidFill>
                <a:latin typeface="Aptos" pitchFamily="34" charset="0"/>
                <a:ea typeface="Aptos" pitchFamily="34" charset="-122"/>
                <a:cs typeface="Aptos" pitchFamily="34" charset="-120"/>
              </a:rPr>
              <a:t>Expected artifact: Feedback and correction process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should staff, partners, and the public know about this AI use?</a:t>
            </a:r>
            <a:endParaRPr lang="en-US" sz="1500" dirty="0"/>
          </a:p>
          <a:p>
            <a:r>
              <a:rPr lang="en-US" sz="1500" dirty="0">
                <a:solidFill>
                  <a:srgbClr val="17364A"/>
                </a:solidFill>
                <a:latin typeface="Aptos" pitchFamily="34" charset="0"/>
                <a:ea typeface="Aptos" pitchFamily="34" charset="-122"/>
                <a:cs typeface="Aptos" pitchFamily="34" charset="-120"/>
              </a:rPr>
              <a:t>What information can be shared without compromising privacy or security?</a:t>
            </a:r>
            <a:endParaRPr lang="en-US" sz="1500" dirty="0"/>
          </a:p>
          <a:p>
            <a:r>
              <a:rPr lang="en-US" sz="1500" dirty="0">
                <a:solidFill>
                  <a:srgbClr val="17364A"/>
                </a:solidFill>
                <a:latin typeface="Aptos" pitchFamily="34" charset="0"/>
                <a:ea typeface="Aptos" pitchFamily="34" charset="-122"/>
                <a:cs typeface="Aptos" pitchFamily="34" charset="-120"/>
              </a:rPr>
              <a:t>How will notices be updated when the AI use changes?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Transparency and Community Trust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Blueprint for an AI Bill of Rights: Notice, explanation, and alternatives principles for automated systems.</a:t>
            </a:r>
            <a:endParaRPr lang="en-US" sz="1280" dirty="0"/>
          </a:p>
          <a:p>
            <a:r>
              <a:rPr lang="en-US" sz="1280" dirty="0">
                <a:solidFill>
                  <a:srgbClr val="17364A"/>
                </a:solidFill>
                <a:latin typeface="Aptos" pitchFamily="34" charset="0"/>
                <a:ea typeface="Aptos" pitchFamily="34" charset="-122"/>
                <a:cs typeface="Aptos" pitchFamily="34" charset="-120"/>
              </a:rPr>
              <a:t>ASPPH AI Framework Report: Public transparency, trust, and community accountability expectations.</a:t>
            </a:r>
            <a:endParaRPr lang="en-US" sz="1280" dirty="0"/>
          </a:p>
          <a:p>
            <a:r>
              <a:rPr lang="en-US" sz="1280" dirty="0">
                <a:solidFill>
                  <a:srgbClr val="17364A"/>
                </a:solidFill>
                <a:latin typeface="Aptos" pitchFamily="34" charset="0"/>
                <a:ea typeface="Aptos" pitchFamily="34" charset="-122"/>
                <a:cs typeface="Aptos" pitchFamily="34" charset="-120"/>
              </a:rPr>
              <a:t>NIST AI Risk Management Framework: Governance and transparency concepts for trustworthy AI.</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Transparency and Community Trust</dc:title>
  <dc:subject>Public Transparency and Community Trust learning module</dc:subject>
  <dc:creator>Paula Soper</dc:creator>
  <cp:lastModifiedBy>Paula Soper</cp:lastModifiedBy>
  <cp:revision>1</cp:revision>
  <dcterms:created xsi:type="dcterms:W3CDTF">2026-07-09T20:18:52Z</dcterms:created>
  <dcterms:modified xsi:type="dcterms:W3CDTF">2026-07-09T20:18:52Z</dcterms:modified>
</cp:coreProperties>
</file>