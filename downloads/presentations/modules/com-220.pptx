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220 Public Comment, Social Listening, and Community Feedback Analysis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ai-for-social-good, governance-security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public comment, social listening, and community feedback analysis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Comment, Social Listening, and Community Feedback Analysis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ethical analysis of public comments, social listening data, and community feedback.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public comment, social listening, and community feedback analysis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Public Comment, Social Listening, and Community Feedback Analysis artifact
Role and responsibility table
Risk and safeguard summary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Public Comment, Social Listening, and Community Feedback Analysis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public comment, social listening, and community feedback analysis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Comment, Social Listening, and Community Feedback Analysis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ethical analysis of public comments, social listening.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Communications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public comment, social listening, and community.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public comment, social listening, and community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public comment, social.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equity, privacy, security,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practical artifact that supports.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focuses on ethical analysis of public comments, social listening.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for public health staff who must translate responsible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module helps learners move beyond general awareness by producing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ethical analysis of public comments, social listening.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Decision right: The authority to approve, deny, modify, pause, or escalate.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Evidence artifact: A document, log, checklist, test result, approval record,.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Escalation pathway: A defined route for raising concerns to the appropriate.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 escalate an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Decision right: The authority to approve, deny,.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Evidence artifact: A document, log,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Accountability owner: The person or role.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Comment, Social Listening, and Community Feedback Analysis matters.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Without a structured approach, staff may rely on informal practices,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operate under legal authorities, public.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 matters.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Trust cycle</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Listen</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Adapt</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Report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Communication and engagement are stronger when feedback changes the.</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is preparing to use AI in a workflow related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project team initially treats the tool as a helpful efficiency aid, but.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responds by creating a clear artifact that defines intended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 related to ethical.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is preparing to use AI in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project team initially treats the tool as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responds by creating a clear artifact.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should identify who is affected, what data are used, what AI output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prevents the module from becoming abstract and anchors the work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Staff should identify who is affected, what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second step is to assign responsibilities.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workflows often cross program,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risks can change when data sources, models, vendors, policies, users,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review intervals and change triggers.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Another failure mode is unclear ownership.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everyone is responsible in general, no one.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assign an accountability owner.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topic applies across generative AI, predictive analytics, NLP, RAG,.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more sensitive the data, the more consequential the output, or the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 NLP, RAG,.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This topic applies across generative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more sensitive the data, the more.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public health decision or workflow does this topic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has authority to approve or pause the 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public health decision or workflow does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has authority to approve or pause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show that the workflow 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know when the workflow needs to be revised?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equity, privacy, legal, security, or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know when the workflow needs.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practical public comment, social listening, and community feedback.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define the use case, affected roles, review criteria,.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public comment, social listening, and community feedback.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practical public comment, social.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artifact should define the use case, affected.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Comment, Social Listening, and Community Feedback Analysis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Public Comment, Social Listening, and Community.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and safeguard summary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monitoring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Approval or review note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Comment, Social Listening, and Community Feedback Analysis artifact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and safeguard summary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monitoring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Approval or review note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evidence that public comment, social listening,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the best reason to assign an accountability owner?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AI-supported workflow be escalated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public comment, social listening,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evidence that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and NIST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OWASP Top 10 for Large Language Model Applications:.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ONC health IT, interoperability, and information.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policies for privacy, public records, cybersecurity, procurement,.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Public health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 procurement, civil.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policies for privacy, public records,.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Engagement move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plan transparent communication, gather stakeholder input,.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Comment, Social Listening, and Community Feedback Analysis</dc:title>
  <dc:subject>Public Comment, Social Listening, and Community Feedback Analysis learning module</dc:subject>
  <dc:creator>Paula Soper</dc:creator>
  <cp:lastModifiedBy>Paula Soper</cp:lastModifiedBy>
  <cp:revision>1</cp:revision>
  <dcterms:created xsi:type="dcterms:W3CDTF">2026-07-13T03:27:52Z</dcterms:created>
  <dcterms:modified xsi:type="dcterms:W3CDTF">2026-07-13T03:27:52Z</dcterms:modified>
</cp:coreProperties>
</file>