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civil rights, nondiscrimination, accessibility,.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equity policy and civil rights considerations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equity policy and civil rights considerations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civil rights, nondiscrimination, accessibility,.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civil rights, nondiscrimination, accessibility,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civil.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equity policy and civil rights considerations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equity policy and civil.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Equity Policy and Civil Rights Considerations.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ai equity policy and civil rights.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ai equity policy and civil rights.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equity.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2026-07-13T03:02:48Z</dcterms:created>
  <dcterms:modified xsi:type="dcterms:W3CDTF">2026-07-13T03:02:48Z</dcterms:modified>
</cp:coreProperties>
</file>