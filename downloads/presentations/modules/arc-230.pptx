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230 Electronic Case Reporting Technical Workflow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12: Execute Governance and Oversight - This lesson informs Play 12 by helping learners connect the lesson topic to execute governance and oversight work in the AI Playbook.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AI Evaluation &amp; Outcomes Reporting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basic eCR workflow from EHR trigger to public health action.
Explain the roles of eICR, Reportability Response, eRSD, and RCTC.
Identify eCR data quality, routing, and onboarding issues that can affect AI use.
Assess where AI may support eCR workflows and where human review remains required.
Produce an AI-readiness review for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Routing errors. Incorrect jurisdiction or program routing can delay response. Guardrails include routing validation, exception queues, and escalation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your agency receive, review, or process case reports today?
Which steps are automated and which remain manual?
Where are timeliness, completeness, routing, or duplication problems most common?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eCR tasks could AI support safely?
Which tasks require human review, legal authority, or epidemiologic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AI-readiness review for one eCR workflow. Map the current workflow, identify data elements required for review, describe common data quality gaps, define the AI-supported task under consideration, and specify human review, validation, monitoring, and escalation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eCR workflow map
AI-readiness checklist
Validation scenarios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escalation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eCR workflow map
AI-readiness checklist
Validation scenarios
Human review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eCR?
2. What is an eICR?
3. What do eRSD and RCTC support?
4. Which AI-supported eCR use requires particularly careful validation?
5. What should be documented before using AI in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Electronic Case Reporting resources: https://www.cdc.gov/ecr/php/index.html
AIMS eCR triggering documentation: https://ecr.aimsplatform.org/ehr-implementers/triggering/
HL7 eCR FHIR Implementation Guide: https://hl7.org/fhir/us/ecr/
Jurisdictional eCR onboarding and surveillance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Electronic Case Reporting Technical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case reporting is one of the clearest examples of public health automation.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uses data from electronic health records and reporting logic to support more timely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eCR works technically and how AI might support eCR-related.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AI Evaluation &amp; Outcomes.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the basic eCR workflow from EHR trigger to public health 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the roles of eICR, Reportability Response, eRSD, and RCTC.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eCR data quality, routing, and onboarding issues that can affect AI use.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Assess where AI may support eCR workflows and where human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AI-readiness review for an eCR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case reporting is one of the clearest examples of public health automation.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uses data from electronic health records and reporting logic to support more timely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eCR works technically and how AI might support eCR-related.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eCR matters for AI because it brings structured, timely, clinically relevant information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reduce manual reporting burden and improve the speed of public health awareness.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eCR is not simply a data feed.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case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Electronic case reporting is the automated exchange of case report information from healthcare.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to improve timeliness, completeness, and consistency in reportable condition.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Electronic case reporting.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case reporting is the automated exchange of case report.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eICR.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electronic initial case report is the structured report sent.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eRSD and RCTC.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Electronic Reporting and Surveillance Distribution supports the distribution of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Reportable Conditions Trigger Codes help EHRs determine when an eICR should be generated.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eRSD and RCTC.</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Reporting and Surveillance Distribution supports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components are essential to reliable and current triggering.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jurisdiction may receive eICRs for a reportable condition and want AI to create 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could highlight the suspected condition, key dates, lab evidence, symptoms, provider.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could reduce staff burden, but only if users can inspect the source data and correct.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jurisdiction may receive eICRs for a reportable condition and want AI to create 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jurisdiction may receive eICRs for a reportable condition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tool could highlight the suspected condition, key dates, lab.</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Another jurisdiction may want to use AI to triage incoming eICRs.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eCR workflow begins before a report reaches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EHR systems use trigger criteria and value sets to identify encounters that may need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eICR is generated and transmitted through an exchange process to the appropriate public.</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eCR workflow begins before a report reaches public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eICR is generated and transmitted through an exchange process.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systems then receive, parse, route, review,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readiness depends on several technical questions.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Incorrect trigger assumptions.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trigger value sets or reporting criteria are outdated, the workflow may generate missing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current eRSD/RCTC management, onboarding checks, and periodic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Incorrect trigger assumptions.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trigger value sets or reporting criteria are outdated,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Unsupported summaries.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Generative AI summaries may include statements not supported by.</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Routing errors.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Incorrect jurisdiction or program routing can delay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routing validation, exception queues, and escalation procedures.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Routing errors.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Routing errors.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Incorrect jurisdiction or program routing can delay response.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routing validation, exception queues, and.</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summarize eICR content, but summaries should display source evidence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models may support prioritization, but only after validation against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may provide disease-specific guidance to investigators, but document sources must be.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models may support prioritization, but only after.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may provide disease-specific guidance to investigators, but.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could create follow-up tasks, but task creation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your agency receive, review, or process case reports today?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steps are automated and which remain manual?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Where are timeliness, completeness, routing, or duplication problems most common?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your agency receive, review, or process case reports.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steps are automated and which remain manual?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Where are timeliness, completeness, routing, or duplication.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eCR tasks could AI support safely?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tasks require human review, legal authority, or epidemiologic judgment?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eCR tasks could AI support safely?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eCR tasks could AI support safely?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tasks require human review, legal authority,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AI-readiness review for one eCR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Map the current workflow, identify data elements required for review, describe common data.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AI-readiness review for one eCR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AI-readiness review for one eCR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Map the current workflow, identify data elements required for.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eCR workflow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Validation scenarios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eCR workflow map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workflow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Validation scenarios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review and escalation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review and escalation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review and escalation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eCR workflow map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Validation scenarios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eCR workflow map</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workflow map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Validation scenarios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eCR?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an eICR?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do eRSD and RCTC support?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eCR?</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eCR?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Electronic Case Reporting resources: https://www.cdc.gov/ecr/php/index.html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AIMS eCR triggering documentation: https://ecr.aimsplatform.org/ehr-implementers/triggering/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HL7 eCR FHIR Implementation Guide: https://hl7.org/fhir/us/ecr/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Electronic Case Reporting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AIMS eCR triggering documentation:.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HL7 eCR FHIR Implementation Guide: https://hl7.org/fhir/us/ecr/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Case Reporting Technical Workflow</dc:title>
  <dc:subject>Electronic Case Reporting Technical Workflow learning module</dc:subject>
  <dc:creator>Paula Soper</dc:creator>
  <cp:lastModifiedBy>Paula Soper</cp:lastModifiedBy>
  <cp:revision>1</cp:revision>
  <dcterms:created xsi:type="dcterms:W3CDTF">2026-07-13T02:33:44Z</dcterms:created>
  <dcterms:modified xsi:type="dcterms:W3CDTF">2026-07-13T02:33:44Z</dcterms:modified>
</cp:coreProperties>
</file>