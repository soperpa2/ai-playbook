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460 AI Governance Board Chair Training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governance-security, program-management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governance board chair training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governance board chair training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Governance Board Chair Training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Governance Board Chair Training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governance board chair training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Board Chair Training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advanced/leadership</a:t>
            </a:r>
            <a:endParaRPr lang="en-US" sz="1600" dirty="0"/>
          </a:p>
          <a:p>
            <a:r>
              <a:rPr lang="en-US" sz="1600" dirty="0">
                <a:solidFill>
                  <a:srgbClr val="17364A"/>
                </a:solidFill>
                <a:latin typeface="Aptos" pitchFamily="34" charset="0"/>
                <a:ea typeface="Aptos" pitchFamily="34" charset="-122"/>
                <a:cs typeface="Aptos" pitchFamily="34" charset="-120"/>
              </a:rPr>
              <a:t>Primary track: Public Health Executive Leadership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public-health-executive-leadership, governance-security, program-management</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Governance Board Chair Training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AI Governance Board Chair Training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Board Chair Training</dc:title>
  <dc:subject>AI Governance Board Chair Training learning module</dc:subject>
  <dc:creator>Paula Soper</dc:creator>
  <cp:lastModifiedBy>Paula Soper</cp:lastModifiedBy>
  <cp:revision>1</cp:revision>
  <dcterms:created xsi:type="dcterms:W3CDTF">2026-07-12T18:22:13Z</dcterms:created>
  <dcterms:modified xsi:type="dcterms:W3CDTF">2026-07-12T18:22:13Z</dcterms:modified>
</cp:coreProperties>
</file>