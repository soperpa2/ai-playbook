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310 Measuring AI Value, Performance, and Operational Impact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measuring ai value, performance, and operational impact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value and impact measurement plan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Measuring AI Value, Performance, and Operational Impact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AI value is the benefit created by an AI-supported workflow relative to its costs, risks, and alternatives. Value may include faster response, improved quality, reduced burden, better access, stronger equity, improved documentation, or better use of limited resources.
Model performance measures how well the AI system performs a technical task. Operational impact measures whether the workflow actually improves public health practice. A model can have strong technical metrics and still fail to reduce burden, improve timeliness, or support equitable outcomes.
Evaluation should be planned before implementation. Agencies should define baseline measures, target outcomes, data sources, review frequency, and decision rules for continuation, modification, scaling, or retirement.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deploy AI to summarize case reports with the goal of reducing investigator burden. Accuracy alone is not enough to prove value. The agency should also measure review time, editing burden, error types, investigator satisfaction, case completion timeliness, escalation frequency, subgroup performance, and whether staff continue to trust and use the tool appropriately.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Value measurement begins with a theory of change. The team should explain how the AI capability is expected to improve the workflow and which outcomes should change. For example, a summarization tool may reduce review time, improve completeness, and allow staff to focus on complex cases. These assumptions should be tested rather than assumed.
Measures should include technical, operational, equity, and governance indicators. Technical indicators may include accuracy, error rates, latency, and uptime. Operational indicators may include timeliness, backlog, staff burden, user adoption, and quality. Equity indicators may include subgroup performance, access, language, disability, and community impact. Governance indicators may include documentation completeness, incident reports, and monitoring review completion.
Agencies should define action thresholds. If the tool produces too many errors, increases burden, performs poorly for a subgroup, or creates trust concerns, the agency should know whether to retrain, revise, restrict, pause, or retire the tool. Value measurement should support decisions, not merely reporting.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value and impact measurement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value and impact measurement plan.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value and impact measurement plan.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measuring ai value, performance, and operational impact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CDC Public Health Data Strategy: https://www.cdc.gov/public-health-data-strategy/php/about/index.html
NIST Artificial Intelligence Risk Management Framework: https://www.nist.gov/itl/ai-risk-management-framework
NIST AI RMF Generative AI Profile: https://www.nist.gov/publications/artificial-intelligence-risk-management-framework-generative-artificial-intelligence
Agency performance management, quality improvement, equity, and evaluation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Measuring AI Value, Performance, and Operational Impact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tools should be evaluated not only by model accuracy, but also by whether they improve.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to define measures for timeliness, quality, equity, staff burden,.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helps agencies avoid adopting AI because it is novel and instead assess whether it creates.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Operations and Data Quality Track Appears in tracks: operations-data-quality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measuring ai value, performance, and operational impact in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technical, operational, privacy, security, equity, and governance issues.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system, or implementation.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measuring ai value, performance, and operational impact in public health AI work.</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technical, operational, privacy, security,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common failure modes that can affect safety, accuracy,.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practical guardrails that should be documented before.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AI value and impact measurement plan that can support readiness assessment,.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AI value and impact measurement plan that can support readiness assessment, governance.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value and impact measurement plan that can support.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tools should be evaluated not only by model accuracy, but also by whether they improve.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to define measures for timeliness, quality, equity, staff burden,.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helps agencies avoid adopting AI because it is novel and instead assess whether it creates.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tools should be evaluated not only by model accuracy, but also by whether they improve public health.</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tools should be evaluated not only by model accuracy, but also.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learners to define measures for timeliness,.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helps agencies avoid adopting AI because it is novel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Measuring AI Value, Performance, and Operational Impact matters because AI systems 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topic affects whether AI outputs are accurate, explainable, safe, equitable, secure,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that ignore this area may create tools that work in a demonstration but fail in.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Measuring AI Value, Performance, and Operational Impact matters because AI systems are embedded in.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Measuring AI Value, Performance, and Operational Impact matters.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topic also affects accountability.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must be able to explain how data are used,.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value is the benefit created by an AI-supported workflow relative to its costs, risks,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Value may include faster response, improved quality, reduced burden, better access, stronger.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Model performance measures how well the AI system performs a technical task.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value is the benefit created by an AI-supported workflow relative to its costs,.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value is the benefit created by an AI-supported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Value may include faster response, improved quality, reduced.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Operational impact measures whether the workflow actually improves.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may deploy AI to summarize case reports with the goal of reducing.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Accuracy alone is not enough to prove value.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should also measure review time, editing burden, error types, investigator.</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may deploy AI to summarize case reports with the goal of reducing investigator.</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deploy AI to summarize case reports with.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should also measure review time, editing burden, error.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Value measurement begins with a theory of change.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team should explain how the AI capability is expected to improve the workflow and which.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example, a summarization tool may reduce review time, improve completeness, and allow.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Value measurement begins with a theory of change.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team should explain how the AI capability is expected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example, a summarization tool may reduce review time, improve.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These assumptions should be tested rather than assumed.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technical detail rather than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staff do not connect technical decisions to authority, workflow, equity, privacy,.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742639"/>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predictive analytics, RAG, automation, and agentic workflows all depend on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controls should be scaled to the risk of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that drafts internal training text may require lighter review than a tool that updates.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one current or proposed AI workflow in your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decisions, data sources, users, or partners would be affected if this area is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decisions, data sources, users, or partners would be affected.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reviewers need before approving the.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safeguards should be required before pilot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owns ongoing monitoring and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safeguards should be required before pilot testing?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owns ongoing monitoring and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AI value and impact measurement plan for one real or realistic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describe the use case, affected users, data sources, system dependencies,.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be used in a governance meeting,.</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AI value and impact measurement plan for one real or realistic public health AI workflow.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artifact should describe the use case, affected users,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be used 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document assumptions and identify which staff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 value and impact measurement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be specific to a public health workflow and should include technical dependencies,.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 value and impact measurement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value and impact.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 value and impact measurement plan. It should be.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 value and impact measurement plan. It should be specific to a.</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value and impact.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reason to address measuring ai value, performance, and operational impact.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responsible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statement best describes a common failure mode?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reason to address measuring ai value, performance, and operational impact before.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measuring ai value,.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Evaluation Framework: https://www.cdc.gov/evaluation/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Evaluation Framework: https://www.cdc.gov/evaluation/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NIST AI RMF Generative AI Profile:.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performance management, quality improvement, equity,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AI Value, Performance, and Operational Impact</dc:title>
  <dc:subject>Measuring AI Value, Performance, and Operational Impact learning module</dc:subject>
  <dc:creator>Paula Soper</dc:creator>
  <cp:lastModifiedBy>Paula Soper</cp:lastModifiedBy>
  <cp:revision>1</cp:revision>
  <dcterms:created xsi:type="dcterms:W3CDTF">2026-07-13T02:33:45Z</dcterms:created>
  <dcterms:modified xsi:type="dcterms:W3CDTF">2026-07-13T02:33:45Z</dcterms:modified>
</cp:coreProperties>
</file>