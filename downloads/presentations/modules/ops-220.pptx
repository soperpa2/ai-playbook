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220 Human Factors, Workflow Integration, and Usability Testing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operations-data-quality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human factors, workflow integration, and usability testing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workflow usability test plan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Human Factors, Workflow Integration, and Usability Testing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Human factors is the discipline of designing systems around human abilities, limits, environments, and tasks. In AI-supported public health work, human factors help agencies ensure that AI outputs are understandable, actionable, and reviewed appropriately.
Usability testing is structured observation of how users interact with a tool or workflow. It can reveal confusion, workarounds, over-trust, alert fatigue, documentation burden, or steps that are inconsistent with actual practice. Usability testing is a safety activity, not simply a design preference.
Cognitive load refers to the mental effort required to complete a task. AI can reduce burden by summarizing information, but it can also increase burden if staff must verify unclear outputs, interpret unexplained scores, or resolve conflicting recommendations.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disease investigator may receive an AI-generated case summary in the surveillance system. If the summary hides uncertainty or makes unsupported claims look official, the investigator may over-trust it. If the summary is too long, poorly organized, or disconnected from source fields, it may not reduce burden. Usability testing would observe investigators using the summary and identify changes needed before launch.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Workflow integration begins with current-state mapping. Agencies should document how work happens today, including informal workarounds, duplicate entry, handoffs, delays, and decision points. AI should be introduced only after the team understands which step is being improved and how the change affects users.
Future-state design should define how staff will see, review, correct, accept, reject, or escalate AI outputs. The user interface should make source information available, show uncertainty when appropriate, and avoid presenting AI outputs as final decisions. Good design supports human judgment rather than bypassing it.
Usability testing should include realistic users, realistic tasks, and realistic data. Testing should evaluate not only whether users can complete a task, but also whether they understand the AI output, recognize limitations, know when to escalate, and can document their final decision.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workflow usability test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workflow usability test plan. It should be specific to a public health workflow and should include technical dependencies, governance questions, human review expectations, monitoring indicators, and unresolved risks.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workflow usability test plan.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human factors, workflow integration, and usability testing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AHRQ human factors and usability resources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Human Factors, Workflow Integration, and Usability Testing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tools succeed or fail inside real public health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Human factors and usability testing help agencies understand how staff.</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to evaluate workflow fit, interface design,.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Operations and Data Quality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human factors, workflow integration, and usability.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technical, operational, privacy, security, equity,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system,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human factors, workflow integration, and usability.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the purpose of human factors,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the technical, operational, privacy,.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common failure modes that can affect.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workflow usability test plan that can support readiness.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workflow usability test plan that can support readiness assessment,.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workflow usability test plan that can.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tools succeed or fail inside real public health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Human factors and usability testing help agencies understand how staff.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teaches learners to evaluate workflow fit, interface design,.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tools succeed or fail inside real public health workflows.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Human Factors, Workflow Integration, and Usability Testing matters because.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topic affects whether AI outputs are accurate, explainable, safe,.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that ignore this area may create tools that work in a demonstration.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 Factors, Workflow Integration, and Usability Testing matters because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Human factors is the discipline of designing systems around human abilities,.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AI-supported public health work, human factors help agencies ensure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Usability testing is structured observation of how users interact with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 factors is the discipline of designing systems around human abilities,.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Human factors is the discipline of designing.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 AI-supported public health work, human factors.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can reveal confusion, workarounds, over-trust,.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disease investigator may receive an AI-generated case summary in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the summary hides uncertainty or makes unsupported claims look official,.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the summary is too long, poorly organized, or disconnected from source.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disease investigator may receive an AI-generated case summary in the.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If the summary hides uncertainty or makes.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the summary is too long, poorly organized,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Usability testing would observe investigators.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Workflow integration begins with current-state mapping.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should document how work happens today, including informal.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should be introduced only after the team understands which step is being.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Workflow integration begins with current-state mapping.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technical detail rather.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staff do not connect technical decisions to authority,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technical detail rather than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When staff do not connect technical decisions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Vendors may provide demonstrations, dashboards,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require documentation, test.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predictive analytics, RAG, automation, and agentic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controls should be scaled to the risk of the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that drafts internal training text may require lighter review than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 workflows all.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predictive analytics, RAG,.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tool that drafts internal training text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module should be applied during readiness.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one current or proposed AI workflow in your.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decisions, data sources, users, or partners would be affected if this.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 workflow in your.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one current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decisions, data sources, users, or partners.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reviewers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safeguards should be required before pilot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owns ongoing monitoring and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safeguards should be required before pilot.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owns ongoing monitoring and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workflow usability test plan for one real or realistic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describe the use case, affected users, data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be used in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workflow usability test plan for one real or realistic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artifact should describe the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should document assumptions and identify.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workflow usability test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be specific to a public health workflow and should include.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workflow usability test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workflow usability test plan. It should.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workflow usability test plan. It should be.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best reason to address human factors, workflow integration,.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practice best supports responsible implementation?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Which statement best describes a common failure mode?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best reason to address human factors, workflow integration,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best reason to address human factors,.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AHRQ human factors and usability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AI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Top 10 for LLM Applications, when 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privacy, cybersecurity, data governance, procurement, and records.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 records.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privacy, cybersecurity, data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Factors, Workflow Integration, and Usability Testing</dc:title>
  <dc:subject>Human Factors, Workflow Integration, and Usability Testing learning module</dc:subject>
  <dc:creator>Paula Soper</dc:creator>
  <cp:lastModifiedBy>Paula Soper</cp:lastModifiedBy>
  <cp:revision>1</cp:revision>
  <dcterms:created xsi:type="dcterms:W3CDTF">2026-07-13T03:02:47Z</dcterms:created>
  <dcterms:modified xsi:type="dcterms:W3CDTF">2026-07-13T03:02:47Z</dcterms:modified>
</cp:coreProperties>
</file>