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210 AI-Assisted Translation, Language Access, and Readability Review
This module focuses on safe use of AI for multilingual, plain-language, and accessible communication.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Communications Role-Based Track
Appears in tracks: communications, policy, shared-foundational, governance-security
This module focuses on safe use of AI for multilingual, plain-language, and accessible communication.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ai-assisted translation, language access, and readability review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safe use of AI for multilingual, plain-language, and accessible communication.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AI-Assisted Translation, Language Access, and Readability Review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safe use of AI for multilingual, plain-language, and accessible communication.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ai-assisted translation, language access, and readability review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AI-Assisted Translation, Language Access, and Readability Review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AI-Assisted Translation, Language Access, and Readability Review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ai-assisted translation, language access, and readability review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COM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AI-Assisted Translation, Language Access, and Readability Review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safe use of AI for multilingual, plain-language, and accessible communication.</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Communications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communications, policy, shared-foundational,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ai-assisted translation, language access, and readability review in public.</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ai-assisted translation, language access, and readability review in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safe use of AI for multilingual, plain-language, and accessible communication.</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safe use of AI for multilingual, plain-language, and accessible communication.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AI-Assisted Translation, Language Access, and Readability Review matters because AI adoption changes.</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AI-Assisted Translation, Language Access, and Readability Review matters because AI adoption changes.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safe use of AI for multilingual,.</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safe use of AI for multilingual,.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ai-assisted translation, language access, and readability review artifact for one.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ai-assisted translation, language access, and readability review artifact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AI-Assisted Translation, Language Access, and Readability Review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AI-Assisted Translation, Language Access, and Readability Review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AI-Assisted Translation, Language Access, and Readability Review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AI-Assisted Translation, Language Access, and Readability Review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ai-assisted translation, language access, and readability review.</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ai-assisted translation, language access, and readability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AI-Assisted Translation, Language Access, and Readability Review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Translation, Language Access, and Readability Review</dc:title>
  <dc:subject>AI-Assisted Translation, Language Access, and Readability Review learning module</dc:subject>
  <dc:creator>Paula Soper</dc:creator>
  <cp:lastModifiedBy>Paula Soper</cp:lastModifiedBy>
  <cp:revision>1</cp:revision>
  <dcterms:created xsi:type="dcterms:W3CDTF">2026-07-12T19:24:27Z</dcterms:created>
  <dcterms:modified xsi:type="dcterms:W3CDTF">2026-07-12T19:24:27Z</dcterms:modified>
</cp:coreProperties>
</file>