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220 Public Comment, Social Listening, and Community Feedback Analysis
This module focuses on ethical analysis of public comments, social listening data, and community feedback.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Communications Role-Based Track
Appears in tracks: communications, policy, ai-for-social-good, governance-security
This module focuses on ethical analysis of public comments, social listening data, and community feedback.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public comment, social listening, and community feedback analysis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ethical analysis of public comments, social listening data, and community feedback.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Comment, Social Listening, and Community Feedback Analysis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ethical analysis of public comments, social listening data, and community feedback.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public comment, social listening, and community feedback analysis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Public Comment, Social Listening, and Community Feedback Analysis artifact
Role and responsibility table
Risk and safeguard summary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Public Comment, Social Listening, and Community Feedback Analysis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public comment, social listening, and community feedback analysis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COM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Comment, Social Listening, and Community Feedback Analysis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ethical analysis of public comments, social listening data,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applied/foundational Primary track: Communications Role-Based Track Appears in tracks: communications, policy, ai-for-social-good, governance-security</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 Principles Workshop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 Environmental and.</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Human-Centered AI Decision.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the purpose of public comment, social listening, and community feedback analysis in.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the purpose of public comment, social listening, and community feedback analysis in public.</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purpose of public comment, social listening,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Recognize equity, privacy, security, legal, operational,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Produce a practical artifact that supports readiness, governance,.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ethical analysis of public comments, social listening data,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focuses on ethical analysis of public comments, social listening data, and community.</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Trust cycle</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Communication and engagement are stronger when feedback changes the work and the department reports what.</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Decision right: The authority to approve, deny, modify, pause, or escalate an AI use case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Evidence artifact: A document, log, checklist, test result, approval record, or review note.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Escalation pathway: A defined route for raising concerns to the appropriate reviewer or.</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Decision right: The authority to approve, deny, modify, pause, or escalate an AI use.</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Evidence artifact: A document, log, checklist, test result,.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Accountability owner: The person or role responsible for ensuring.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provides national-level training guidance for public health agencies and partners.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not legal advice and does not replace review by agency legal counsel, privacy officers,.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Requirements may vary by state, locality, territory, Tribe, agency, funding source,.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provides national-level training guidance for public health agencies and.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Public Comment, Social Listening, and Community Feedback Analysis matters because AI adoption.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Without a structured approach, staff may rely on informal practices, vendor assurances,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operate under legal authorities, public accountability, resource.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Public Comment, Social Listening, and Community Feedback Analysis matters because AI adoption changes.</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Trust cycle</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Communication and engagement are stronger when feedback changes the work and the department reports what.</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public health agency is preparing to use AI in a workflow related to ethical analysis of.</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project team initially treats the tool as a helpful efficiency aid, but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agency responds by creating a clear artifact that defines intended use, prohibited use,.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public health agency is preparing to use AI in a workflow related to ethical analysis of public.</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project team initially treats the tool as a helpful efficiency.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agency responds by creating a clear artifact that defines.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should identify who is affected, what data are used, what AI output is produced, who.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prevents the module from becoming abstract and anchors the work in public health practice.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Staff should identify who is affected, what data are used, what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second step is to assign responsibilities.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AI-supported workflows often cross program, IT, legal, privacy,.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risks can change when data sources, models, vendors, policies, users, or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guardrail is to define review intervals and change triggers.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Another failure mode is unclear ownership.</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When everyone is responsible in general, no one may be responsible.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guardrail is to assign an accountability owner and name.</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topic applies across generative AI, predictive analytics, NLP, RAG, automation,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more sensitive the data, the more consequential the output, or the more automated the.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more sensitive the data, the more consequential the output, or.</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public health decision or workflow does this topic affect?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has authority to approve or pause the work?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has authority to approve or pause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evidence would show that the workflow is responsible and.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How will the agency know when the workflow needs to be revised?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How will the agency know when the workflow needs to be revised?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practical public comment, social listening, and community feedback analysis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artifact should define the use case, affected roles, review criteria, safeguards,.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practical public comment, social listening, and community feedback analysis artifact for one.</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public comment, social listening, and community.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artifact should define the use case, affected roles, review.</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Public Comment, Social Listening, and Community Feedback Analysis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Comment, Social Listening, and Community Feedback Analysis.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Role and responsibility table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Risk and safeguard summary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Escalation and monitoring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Approval or review note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Escalation and monitoring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Public Comment, Social Listening, and Community Feedback Analysis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the strongest evidence that public comment, social listening, and community feedback.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What is the best reason to assign an accountability owner?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When should an AI-supported workflow be escalated for review?</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the strongest evidence that public comment, social listening, and community feedback.</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public comment, social.</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 and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OWASP Top 10 for Large Language Model Applications:.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ONC health IT, interoperability, and information blocking.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Agency policies for privacy, public records, cybersecurity, procurement, civil rights,.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Comment, Social Listening, and Community Feedback Analysis</dc:title>
  <dc:subject>Public Comment, Social Listening, and Community Feedback Analysis learning module</dc:subject>
  <dc:creator>Paula Soper</dc:creator>
  <cp:lastModifiedBy>Paula Soper</cp:lastModifiedBy>
  <cp:revision>1</cp:revision>
  <dcterms:created xsi:type="dcterms:W3CDTF">2026-07-13T02:33:44Z</dcterms:created>
  <dcterms:modified xsi:type="dcterms:W3CDTF">2026-07-13T02:33:44Z</dcterms:modified>
</cp:coreProperties>
</file>