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Epidemiology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epidemiology, policy, public-health-executive-leadership, ai-for-social-good,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Ethical Use of AI in Resource Prioritization and Field Response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2026-07-12T18:22:13Z</dcterms:created>
  <dcterms:modified xsi:type="dcterms:W3CDTF">2026-07-12T18:22:13Z</dcterms:modified>
</cp:coreProperties>
</file>