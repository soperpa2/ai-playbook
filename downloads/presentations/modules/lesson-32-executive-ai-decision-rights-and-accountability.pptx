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400 Executive AI Decision Rights and Accountability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accountability must be assigned to people and roles rather than to tools or vendors.
Identify executive, program, technical, privacy, legal, security, and governance responsibilities for AI decisions.
Create a decision-rights matrix for AI use case approval, risk acceptance, monitoring, escalation, and retirement.
Distinguish between consultative input, approval authority, and operational ownership.
Define accountability expectations for vendor-supported AI tools and internally developed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can distribute responsibility across many actors. A vendor may provide the model, IT may manage access, a program may define the workflow, an epidemiologist may review the output, and leadership may approve implementation. Without a formal accountability model, each actor may assume that another party is responsible for validation, monitoring, public explanation, or incident response.
Clear decision rights support trust and speed. When leaders know which decisions they own, they can act quickly when a tool performs poorly, when a privacy concern emerges, or when a public-facing communication needs review. Decision rights also prevent informal escalation patterns in which difficult decisions are delayed because no one is clearly authorized to accept, modify, or reject a proposed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implements an AI-assisted tool to classify incoming environmental health complaints by topic and urgency. The vendor configured the model, IT manages access, environmental health staff review the queue, and the program director owns the workflow. A complaint is misclassified and a serious housing-related concern is not routed for timely follow-up.
A decision-rights matrix helps the agency respond. The program owner is accountable for workflow performance, the vendor must provide technical support and documentation, IT reviews logging and access, governance reviews whether use should continue, and an executive sponsor decides whether the risk requires pausing the tool. Because responsibilities are defined in advance, the agency can respond without confusion or blame shifting.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Decision rights should be defined across the full AI lifecycle. During ideation, leadership may decide whether a use case aligns with agency priorities. During review, governance may decide whether the use case is low, moderate, or high risk. During procurement, authorized officials decide whether vendor claims, contract language, and technical requirements are sufficient. During implementation, program and technical owners decide whether acceptance criteria have been met. During operations, defined owners decide whether monitoring results require adjustment, escalation, or retirement.
A public health accountability model should separate approval authority from operational ownership. An executive may approve a use case, but the program owner remains accountable for how the workflow functions. A privacy officer may advise on data safeguards, but the program cannot treat that consultation as a substitute for ongoing compliance. A vendor may provide model documentation, but the agency must decide whether the documentation is sufficient for its context and authorities.
Decision rights should also include stop authority. Agencies often define who can approve a tool but fail to define who can pause it. Stop authority is essential for AI because model performance, data flows, user behavior, and public conditions can change over time. A clear pause process helps staff report concerns early rather than waiting for a serious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accountability diffusion. When everyone is involved but no one is accountable, important concerns may go unresolved. A guardrail is to assign a named program owner and governance owner for every AI use case.
Another risk is inappropriate risk acceptance by staff who lack authority. A frontline supervisor may feel pressure to continue a tool despite known concerns. A guardrail is to define which risks can be accepted at the program level and which require executive or governance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decision rights should clarify who approves public release of AI-assisted content. For predictive analytics, leaders should decide whether the score may inform resource allocation or only support review. For agentic AI, decision rights should define who authorizes system actions, rollback procedures, and changes to permissions. Accountability should remain tied to public health roles and legal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decision-rights matrix for one AI use case. Include approval, data access, validation, launch, monitoring, incident escalation, risk acceptance, public communication,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Decision-rights matrix; RACI table; risk acceptance thresholds; escalation authority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Decision-rights matrix; RACI table; risk acceptance thresholds; escalation authority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Executive AI Decision Rights and Accountability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can only work when decision rights are clear.</a:t>
            </a:r>
            <a:endParaRPr lang="en-US" sz="2100" dirty="0"/>
          </a:p>
          <a:p>
            <a:r>
              <a:rPr lang="en-US" sz="2100" dirty="0">
                <a:solidFill>
                  <a:srgbClr val="17364A"/>
                </a:solidFill>
                <a:latin typeface="Aptos" pitchFamily="34" charset="0"/>
                <a:ea typeface="Aptos" pitchFamily="34" charset="-122"/>
                <a:cs typeface="Aptos" pitchFamily="34" charset="-120"/>
              </a:rPr>
              <a:t>Leaders need to know who can approve a pilot, who can accept residual risk, who can authorize use of sensitive.</a:t>
            </a:r>
            <a:endParaRPr lang="en-US" sz="2100" dirty="0"/>
          </a:p>
          <a:p>
            <a:r>
              <a:rPr lang="en-US" sz="2100" dirty="0">
                <a:solidFill>
                  <a:srgbClr val="17364A"/>
                </a:solidFill>
                <a:latin typeface="Aptos" pitchFamily="34" charset="0"/>
                <a:ea typeface="Aptos" pitchFamily="34" charset="-122"/>
                <a:cs typeface="Aptos" pitchFamily="34" charset="-120"/>
              </a:rPr>
              <a:t>Ambiguous accountability is especially risky in public health because AI outputs may influence investigations,.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accountability must be assigned to people and roles rather than to tools or vendors.</a:t>
            </a:r>
            <a:endParaRPr lang="en-US" sz="2100" dirty="0"/>
          </a:p>
          <a:p>
            <a:r>
              <a:rPr lang="en-US" sz="2100" dirty="0">
                <a:solidFill>
                  <a:srgbClr val="17364A"/>
                </a:solidFill>
                <a:latin typeface="Aptos" pitchFamily="34" charset="0"/>
                <a:ea typeface="Aptos" pitchFamily="34" charset="-122"/>
                <a:cs typeface="Aptos" pitchFamily="34" charset="-120"/>
              </a:rPr>
              <a:t>Identify executive, program, technical, privacy, legal, security, and governance responsibilities for.</a:t>
            </a:r>
            <a:endParaRPr lang="en-US" sz="2100" dirty="0"/>
          </a:p>
          <a:p>
            <a:r>
              <a:rPr lang="en-US" sz="2100" dirty="0">
                <a:solidFill>
                  <a:srgbClr val="17364A"/>
                </a:solidFill>
                <a:latin typeface="Aptos" pitchFamily="34" charset="0"/>
                <a:ea typeface="Aptos" pitchFamily="34" charset="-122"/>
                <a:cs typeface="Aptos" pitchFamily="34" charset="-120"/>
              </a:rPr>
              <a:t>Create a decision-rights matrix for AI use case approval, risk acceptance, monitoring, escalation,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accountability must be assigned to people and roles rather than to tools or vendors.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can only work when decision rights are clear.</a:t>
            </a:r>
            <a:endParaRPr lang="en-US" sz="2100" dirty="0"/>
          </a:p>
          <a:p>
            <a:r>
              <a:rPr lang="en-US" sz="2100" dirty="0">
                <a:solidFill>
                  <a:srgbClr val="17364A"/>
                </a:solidFill>
                <a:latin typeface="Aptos" pitchFamily="34" charset="0"/>
                <a:ea typeface="Aptos" pitchFamily="34" charset="-122"/>
                <a:cs typeface="Aptos" pitchFamily="34" charset="-120"/>
              </a:rPr>
              <a:t>Leaders need to know who can approve a pilot, who can accept residual risk, who can authorize use of.</a:t>
            </a:r>
            <a:endParaRPr lang="en-US" sz="2100" dirty="0"/>
          </a:p>
          <a:p>
            <a:r>
              <a:rPr lang="en-US" sz="2100" dirty="0">
                <a:solidFill>
                  <a:srgbClr val="17364A"/>
                </a:solidFill>
                <a:latin typeface="Aptos" pitchFamily="34" charset="0"/>
                <a:ea typeface="Aptos" pitchFamily="34" charset="-122"/>
                <a:cs typeface="Aptos" pitchFamily="34" charset="-120"/>
              </a:rPr>
              <a:t>Ambiguous accountability is especially risky in public health because AI outputs may influence.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can only work when decision rights are clear.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systems can distribute responsibility across many actors.</a:t>
            </a:r>
            <a:endParaRPr lang="en-US" sz="2100" dirty="0"/>
          </a:p>
          <a:p>
            <a:r>
              <a:rPr lang="en-US" sz="2100" dirty="0">
                <a:solidFill>
                  <a:srgbClr val="17364A"/>
                </a:solidFill>
                <a:latin typeface="Aptos" pitchFamily="34" charset="0"/>
                <a:ea typeface="Aptos" pitchFamily="34" charset="-122"/>
                <a:cs typeface="Aptos" pitchFamily="34" charset="-120"/>
              </a:rPr>
              <a:t>A vendor may provide the model, IT may manage access, a program may define the workflow, an.</a:t>
            </a:r>
            <a:endParaRPr lang="en-US" sz="2100" dirty="0"/>
          </a:p>
          <a:p>
            <a:r>
              <a:rPr lang="en-US" sz="2100" dirty="0">
                <a:solidFill>
                  <a:srgbClr val="17364A"/>
                </a:solidFill>
                <a:latin typeface="Aptos" pitchFamily="34" charset="0"/>
                <a:ea typeface="Aptos" pitchFamily="34" charset="-122"/>
                <a:cs typeface="Aptos" pitchFamily="34" charset="-120"/>
              </a:rPr>
              <a:t>Without a formal accountability model, each actor may assume that another party is responsible for.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systems can distribute responsibility across many actors.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implements an AI-assisted tool to classify incoming environmental health.</a:t>
            </a:r>
            <a:endParaRPr lang="en-US" sz="2100" dirty="0"/>
          </a:p>
          <a:p>
            <a:r>
              <a:rPr lang="en-US" sz="2100" dirty="0">
                <a:solidFill>
                  <a:srgbClr val="17364A"/>
                </a:solidFill>
                <a:latin typeface="Aptos" pitchFamily="34" charset="0"/>
                <a:ea typeface="Aptos" pitchFamily="34" charset="-122"/>
                <a:cs typeface="Aptos" pitchFamily="34" charset="-120"/>
              </a:rPr>
              <a:t>The vendor configured the model, IT manages access, environmental health staff review the queue, and.</a:t>
            </a:r>
            <a:endParaRPr lang="en-US" sz="2100" dirty="0"/>
          </a:p>
          <a:p>
            <a:r>
              <a:rPr lang="en-US" sz="2100" dirty="0">
                <a:solidFill>
                  <a:srgbClr val="17364A"/>
                </a:solidFill>
                <a:latin typeface="Aptos" pitchFamily="34" charset="0"/>
                <a:ea typeface="Aptos" pitchFamily="34" charset="-122"/>
                <a:cs typeface="Aptos" pitchFamily="34" charset="-120"/>
              </a:rPr>
              <a:t>A complaint is misclassified and a serious housing-related concern is not routed for timely follow-up.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implements an AI-assisted tool to classify incoming environmental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rights should be defined across the full AI lifecycle.</a:t>
            </a:r>
            <a:endParaRPr lang="en-US" sz="2100" dirty="0"/>
          </a:p>
          <a:p>
            <a:r>
              <a:rPr lang="en-US" sz="2100" dirty="0">
                <a:solidFill>
                  <a:srgbClr val="17364A"/>
                </a:solidFill>
                <a:latin typeface="Aptos" pitchFamily="34" charset="0"/>
                <a:ea typeface="Aptos" pitchFamily="34" charset="-122"/>
                <a:cs typeface="Aptos" pitchFamily="34" charset="-120"/>
              </a:rPr>
              <a:t>During ideation, leadership may decide whether a use case aligns with agency priorities.</a:t>
            </a:r>
            <a:endParaRPr lang="en-US" sz="2100" dirty="0"/>
          </a:p>
          <a:p>
            <a:r>
              <a:rPr lang="en-US" sz="2100" dirty="0">
                <a:solidFill>
                  <a:srgbClr val="17364A"/>
                </a:solidFill>
                <a:latin typeface="Aptos" pitchFamily="34" charset="0"/>
                <a:ea typeface="Aptos" pitchFamily="34" charset="-122"/>
                <a:cs typeface="Aptos" pitchFamily="34" charset="-120"/>
              </a:rPr>
              <a:t>During review, governance may decide whether the use case is low, moderate, or high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rights should be defined across the full AI lifecycle.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accountability diffusion.</a:t>
            </a:r>
            <a:endParaRPr lang="en-US" sz="2100" dirty="0"/>
          </a:p>
          <a:p>
            <a:r>
              <a:rPr lang="en-US" sz="2100" dirty="0">
                <a:solidFill>
                  <a:srgbClr val="17364A"/>
                </a:solidFill>
                <a:latin typeface="Aptos" pitchFamily="34" charset="0"/>
                <a:ea typeface="Aptos" pitchFamily="34" charset="-122"/>
                <a:cs typeface="Aptos" pitchFamily="34" charset="-120"/>
              </a:rPr>
              <a:t>When everyone is involved but no one is accountable, important concerns may go unresolved.</a:t>
            </a:r>
            <a:endParaRPr lang="en-US" sz="2100" dirty="0"/>
          </a:p>
          <a:p>
            <a:r>
              <a:rPr lang="en-US" sz="2100" dirty="0">
                <a:solidFill>
                  <a:srgbClr val="17364A"/>
                </a:solidFill>
                <a:latin typeface="Aptos" pitchFamily="34" charset="0"/>
                <a:ea typeface="Aptos" pitchFamily="34" charset="-122"/>
                <a:cs typeface="Aptos" pitchFamily="34" charset="-120"/>
              </a:rPr>
              <a:t>A guardrail is to assign a named program owner and governance owner for every AI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accountability diffusion.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generative AI, decision rights should clarify who approves public release of AI-assisted content.</a:t>
            </a:r>
            <a:endParaRPr lang="en-US" sz="2100" dirty="0"/>
          </a:p>
          <a:p>
            <a:r>
              <a:rPr lang="en-US" sz="2100" dirty="0">
                <a:solidFill>
                  <a:srgbClr val="17364A"/>
                </a:solidFill>
                <a:latin typeface="Aptos" pitchFamily="34" charset="0"/>
                <a:ea typeface="Aptos" pitchFamily="34" charset="-122"/>
                <a:cs typeface="Aptos" pitchFamily="34" charset="-120"/>
              </a:rPr>
              <a:t>For predictive analytics, leaders should decide whether the score may inform resource allocation or.</a:t>
            </a:r>
            <a:endParaRPr lang="en-US" sz="2100" dirty="0"/>
          </a:p>
          <a:p>
            <a:r>
              <a:rPr lang="en-US" sz="2100" dirty="0">
                <a:solidFill>
                  <a:srgbClr val="17364A"/>
                </a:solidFill>
                <a:latin typeface="Aptos" pitchFamily="34" charset="0"/>
                <a:ea typeface="Aptos" pitchFamily="34" charset="-122"/>
                <a:cs typeface="Aptos" pitchFamily="34" charset="-120"/>
              </a:rPr>
              <a:t>For agentic AI, decision rights should define who authorizes system actions, rollback procedures,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generative AI, decision rights should clarify who approves public release of AI-assisted content.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decision-rights matrix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approval, data access, validation, launch, monitoring, incident escalation, risk acceptance,.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decision-rights matrix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AI Decision Rights and Accountability</dc:title>
  <dc:subject>Executive AI Decision Rights and Accountability learning module</dc:subject>
  <dc:creator>Paula Soper</dc:creator>
  <cp:lastModifiedBy>Paula Soper</cp:lastModifiedBy>
  <cp:revision>1</cp:revision>
  <dcterms:created xsi:type="dcterms:W3CDTF">2026-07-12T19:24:27Z</dcterms:created>
  <dcterms:modified xsi:type="dcterms:W3CDTF">2026-07-12T19:24:27Z</dcterms:modified>
</cp:coreProperties>
</file>