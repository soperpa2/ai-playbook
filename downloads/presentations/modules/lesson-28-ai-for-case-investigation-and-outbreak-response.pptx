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300 AI for Case Investigation and Outbreak Response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operations-and-data-quality, technical-architecture, public-health-executive-leadership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case investigation and outbreak response tasks that AI may support.
Distinguish between AI-supported triage, summarization, extraction, signal detection, and decision-making.
Assess data quality, timeliness, source traceability, and equity risks in AI-supported response workflows.
Define human review, escalation, and documentation expectations for AI outputs.
Create an AI-supported case investigation or outbreak response workflow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During a foodborne illness investigation, AI is used to summarize interview notes and extract possible exposures. Investigators compare the extracted exposures to original notes, review uncertain or conflicting information, and document final interpretations. The tool helps reduce manual review time, but it does not determine the outbreak source or issue public recommendations without epidemiologist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support case investigation by reducing the burden of reviewing large volumes of information. Natural language processing and generative AI may help summarize case notes, identify missing fields, extract dates and exposures, or draft follow-up questions. These tasks are appropriate only when outputs are traceable to source material and investigators can correct errors before the information is used.
Outbreak response may involve signal detection, anomaly review, geospatial patterns, laboratory results, syndromic surveillance, community reports, and partner communications. AI can help identify patterns or organize information, but it can also generate false signals or miss subtle context. A signal should trigger epidemiologic review, not automatic public health action.
Data quality is especially important during response. Early outbreak data are often incomplete, changing, biased toward reported cases, and uneven across communities. AI tools may overstate certainty if they do not represent missingness and uncertainty clearly. Response teams should document what data are preliminary, what assumptions are being made, and what additional investigation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Equity considerations should be explicit. Some communities may be less likely to seek care, be tested, respond to interviews, speak English, have stable contact information, or appear in digital datasets. AI-supported prioritization must not systematically deprioritize people or communities because the data available about them are incomplete.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 summaries omitting uncertainty or unsupported details.
False outbreak signals creating unnecessary response or public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signals because some communities are underrepresented in data.
Automated prioritization replacing epidemiologic judgment.
Sensitive investigation information being used in unapproved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source traceability for summaries and extracted information.
Use AI outputs as prompts for review, not automatic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uncertainty, missing data, and preliminary status.
Apply equity review to prioritization and signal detection workflows.
Define escalation to epidemiology leadership for unusual, high-risk, or public-facing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AI-supported case investigation or outbreak response workflow review. Include the supported task, data sources, AI output, source traceability, human review point, uncertainty documentation, equity risks, escalation triggers, and monitoring indicators.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Case investigation or outbreak response workflow review
Source traceability checklist
Uncertainty and missing data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review
Monitoring indicators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Case investigation or outbreak response workflow review
Source traceability checklist
Uncertainty and missing data documentation
Equity and escalation review
Monitoring indicators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should AI outputs do in case investigation?
2. What is an outbreak signal?
3. Why is uncertainty documentation important during response?
4. Which guardrail is appropriate for AI-extracted exposures?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Case Investigation and Outbreak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Epidemiology Role-Based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epidemiology, operations-and-data-quality, technical-architecture, public-health-executive-leadership</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Identify case investigation and outbreak response tasks that AI may support.</a:t>
            </a:r>
            <a:endParaRPr lang="en-US" sz="1450" dirty="0"/>
          </a:p>
          <a:p>
            <a:r>
              <a:rPr lang="en-US" sz="1450" dirty="0">
                <a:solidFill>
                  <a:srgbClr val="17364A"/>
                </a:solidFill>
                <a:latin typeface="Aptos" pitchFamily="34" charset="0"/>
                <a:ea typeface="Aptos" pitchFamily="34" charset="-122"/>
                <a:cs typeface="Aptos" pitchFamily="34" charset="-120"/>
              </a:rPr>
              <a:t>Distinguish between AI-supported triage, summarization, extraction, signal detection, and decision-making.</a:t>
            </a:r>
            <a:endParaRPr lang="en-US" sz="1450" dirty="0"/>
          </a:p>
          <a:p>
            <a:r>
              <a:rPr lang="en-US" sz="1450" dirty="0">
                <a:solidFill>
                  <a:srgbClr val="17364A"/>
                </a:solidFill>
                <a:latin typeface="Aptos" pitchFamily="34" charset="0"/>
                <a:ea typeface="Aptos" pitchFamily="34" charset="-122"/>
                <a:cs typeface="Aptos" pitchFamily="34" charset="-120"/>
              </a:rPr>
              <a:t>Assess data quality, timeliness, source traceability, and equity risks in AI-supported response workflows.</a:t>
            </a:r>
            <a:endParaRPr lang="en-US" sz="1450" dirty="0"/>
          </a:p>
          <a:p>
            <a:r>
              <a:rPr lang="en-US" sz="1450" dirty="0">
                <a:solidFill>
                  <a:srgbClr val="17364A"/>
                </a:solidFill>
                <a:latin typeface="Aptos" pitchFamily="34" charset="0"/>
                <a:ea typeface="Aptos" pitchFamily="34" charset="-122"/>
                <a:cs typeface="Aptos" pitchFamily="34" charset="-120"/>
              </a:rPr>
              <a:t>Define human review, escalation, and documentation expectations for AI outputs.</a:t>
            </a:r>
            <a:endParaRPr lang="en-US" sz="1450" dirty="0"/>
          </a:p>
          <a:p>
            <a:r>
              <a:rPr lang="en-US" sz="1450" dirty="0">
                <a:solidFill>
                  <a:srgbClr val="17364A"/>
                </a:solidFill>
                <a:latin typeface="Aptos" pitchFamily="34" charset="0"/>
                <a:ea typeface="Aptos" pitchFamily="34" charset="-122"/>
                <a:cs typeface="Aptos" pitchFamily="34" charset="-120"/>
              </a:rPr>
              <a:t>Create an AI-supported case investigation or outbreak response workflow review.</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During a foodborne illness investigation, AI is used to summarize interview notes and extract possible exposures. Investigators compare the extracted exposures to original notes, review uncertain or conflicting information, and document final interpretations. The tool helps reduce manual review time, but it does not determine the outbreak source or issue public recommendations without epidemiologist review.</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can support case investigation by reducing the burden of reviewing large volumes of information. Natural language processing and generative AI may help summarize case notes, identify missing fields, extract dates and exposures, or draft follow-up questions. These tasks are appropriate only when outputs are traceable to source material and investigators can correct errors before the information is used. Outbreak response may involve signal detection, anomaly review, geospatial patterns, laboratory results, syndromic surveillance, community reports, and partner communications. AI can help identify patterns or organize information, but it can also generate false signals or miss subtle context. A signal should trigger epidemiologic review, not automatic public health action. Data quality is especially important during response. Early outbreak data are often incomplete, changing, biased toward reported cases, and uneven across communities. AI tools may overstate certainty if they do not represent missingness and uncertainty clearly. Response teams should document what data are preliminary, what assumptions are being made, and what additional investigation is needed.</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Equity considerations should be explicit. Some communities may be less likely to seek care, be tested, respond to interviews, speak English, have stable contact information, or appear in digital datasets. AI-supported prioritization must not systematically deprioritize people or communities because the data available about them are incomplete.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Risks and failure modes include the following: AI summaries omitting uncertainty or unsupported details. False outbreak signals creating unnecessary response or public concern.</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Missed signals because some communities are underrepresented in data. Automated prioritization replacing epidemiologic judgment. Sensitive investigation information being used in unapproved tools.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Recommended guardrails include the following: Require source traceability for summaries and extracted information. Use AI outputs as prompts for review, not automatic conclusions.</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Document uncertainty, missing data, and preliminary status. Apply equity review to prioritization and signal detection workflows. Define escalation to epidemiology leadership for unusual, high-risk, or public-facing outputs.</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Where does this topic appear in your agency, program, or workflow? Which staff roles would need to understand or apply this concept before AI use is approved? What could go wrong if this topic is not addressed before implementation?</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evidence would governance, leadership, or operations staff need before moving forward? Which policy, data, equity, privacy, security, or workflow questions remain unresolved?</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an AI-supported case investigation or outbreak response workflow review. Include the supported task, data sources, AI output, source traceability, human review point, uncertainty documentation, equity risks, escalation triggers, and monitoring indicators.</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Case investigation or outbreak response workflow review Source traceability checklist Uncertainty and missing data documentation</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Equity and escalation review Monitoring indicators</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Case investigation or outbreak response workflow review</a:t>
            </a:r>
            <a:endParaRPr lang="en-US" sz="1450" dirty="0"/>
          </a:p>
          <a:p>
            <a:r>
              <a:rPr lang="en-US" sz="1450" dirty="0">
                <a:solidFill>
                  <a:srgbClr val="17364A"/>
                </a:solidFill>
                <a:latin typeface="Aptos" pitchFamily="34" charset="0"/>
                <a:ea typeface="Aptos" pitchFamily="34" charset="-122"/>
                <a:cs typeface="Aptos" pitchFamily="34" charset="-120"/>
              </a:rPr>
              <a:t>Source traceability checklist</a:t>
            </a:r>
            <a:endParaRPr lang="en-US" sz="1450" dirty="0"/>
          </a:p>
          <a:p>
            <a:r>
              <a:rPr lang="en-US" sz="1450" dirty="0">
                <a:solidFill>
                  <a:srgbClr val="17364A"/>
                </a:solidFill>
                <a:latin typeface="Aptos" pitchFamily="34" charset="0"/>
                <a:ea typeface="Aptos" pitchFamily="34" charset="-122"/>
                <a:cs typeface="Aptos" pitchFamily="34" charset="-120"/>
              </a:rPr>
              <a:t>Uncertainty and missing data documentation</a:t>
            </a:r>
            <a:endParaRPr lang="en-US" sz="1450" dirty="0"/>
          </a:p>
          <a:p>
            <a:r>
              <a:rPr lang="en-US" sz="1450" dirty="0">
                <a:solidFill>
                  <a:srgbClr val="17364A"/>
                </a:solidFill>
                <a:latin typeface="Aptos" pitchFamily="34" charset="0"/>
                <a:ea typeface="Aptos" pitchFamily="34" charset="-122"/>
                <a:cs typeface="Aptos" pitchFamily="34" charset="-120"/>
              </a:rPr>
              <a:t>Equity and escalation review</a:t>
            </a:r>
            <a:endParaRPr lang="en-US" sz="1450" dirty="0"/>
          </a:p>
          <a:p>
            <a:r>
              <a:rPr lang="en-US" sz="1450" dirty="0">
                <a:solidFill>
                  <a:srgbClr val="17364A"/>
                </a:solidFill>
                <a:latin typeface="Aptos" pitchFamily="34" charset="0"/>
                <a:ea typeface="Aptos" pitchFamily="34" charset="-122"/>
                <a:cs typeface="Aptos" pitchFamily="34" charset="-120"/>
              </a:rPr>
              <a:t>Monitoring indicators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should AI outputs do in case investigation?</a:t>
            </a:r>
            <a:endParaRPr lang="en-US" sz="1450" dirty="0"/>
          </a:p>
          <a:p>
            <a:r>
              <a:rPr lang="en-US" sz="1450" dirty="0">
                <a:solidFill>
                  <a:srgbClr val="17364A"/>
                </a:solidFill>
                <a:latin typeface="Aptos" pitchFamily="34" charset="0"/>
                <a:ea typeface="Aptos" pitchFamily="34" charset="-122"/>
                <a:cs typeface="Aptos" pitchFamily="34" charset="-120"/>
              </a:rPr>
              <a:t>2. What is an outbreak signal?</a:t>
            </a:r>
            <a:endParaRPr lang="en-US" sz="1450" dirty="0"/>
          </a:p>
          <a:p>
            <a:r>
              <a:rPr lang="en-US" sz="1450" dirty="0">
                <a:solidFill>
                  <a:srgbClr val="17364A"/>
                </a:solidFill>
                <a:latin typeface="Aptos" pitchFamily="34" charset="0"/>
                <a:ea typeface="Aptos" pitchFamily="34" charset="-122"/>
                <a:cs typeface="Aptos" pitchFamily="34" charset="-120"/>
              </a:rPr>
              <a:t>3. Why is uncertainty documentation important during response?</a:t>
            </a:r>
            <a:endParaRPr lang="en-US" sz="1450" dirty="0"/>
          </a:p>
          <a:p>
            <a:r>
              <a:rPr lang="en-US" sz="1450" dirty="0">
                <a:solidFill>
                  <a:srgbClr val="17364A"/>
                </a:solidFill>
                <a:latin typeface="Aptos" pitchFamily="34" charset="0"/>
                <a:ea typeface="Aptos" pitchFamily="34" charset="-122"/>
                <a:cs typeface="Aptos" pitchFamily="34" charset="-120"/>
              </a:rPr>
              <a:t>4. Which guardrail is appropriate for AI-extracted exposures?</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OWASP guidance for LLM application security</a:t>
            </a:r>
            <a:endParaRPr lang="en-US" sz="1450" dirty="0"/>
          </a:p>
          <a:p>
            <a:r>
              <a:rPr lang="en-US" sz="1450" dirty="0">
                <a:solidFill>
                  <a:srgbClr val="17364A"/>
                </a:solidFill>
                <a:latin typeface="Aptos" pitchFamily="34" charset="0"/>
                <a:ea typeface="Aptos" pitchFamily="34" charset="-122"/>
                <a:cs typeface="Aptos" pitchFamily="34" charset="-120"/>
              </a:rPr>
              <a:t>Agency policies for privacy, cybersecurity, records, procurement, accessibility, and public communications</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Case Investigation and Outbreak Response</dc:title>
  <dc:subject>AI for Case Investigation and Outbreak Response learning module</dc:subject>
  <dc:creator>Paula Soper</dc:creator>
  <cp:lastModifiedBy>Paula Soper</cp:lastModifiedBy>
  <cp:revision>1</cp:revision>
  <dcterms:created xsi:type="dcterms:W3CDTF">2026-07-12T18:22:12Z</dcterms:created>
  <dcterms:modified xsi:type="dcterms:W3CDTF">2026-07-12T18:22:12Z</dcterms:modified>
</cp:coreProperties>
</file>