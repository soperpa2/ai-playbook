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Factors, Workflow Integration, and Usability Testing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human factors, workflow integration, and usability testing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workflow usability test plan that can support readiness assessment, governance review, procurement, implementation,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workflow usability test plan. It should be specific to a public health workflow and…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ops-220-human-factors-workflow-integration-and-usability-testing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Factors, Workflow Integration, and Usability Testing matters because AI systems are embedded in public health programs, data systems,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factors is the discipline of designing systems around human abilities, limits, environments, and tasks. In AI-supported…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Usability testing is structured observation of how users interact with a tool or workflow. It can reveal confusion, workarounds,…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load refers to the mental effort required to complete a task: AI can reduce burden by summarizing information, but it can also increase burden if staff must verify…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disease investigator may receive an AI-generated case summary in the surveillance system.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summary hides uncertainty or makes unsupported claims look official, the investigator may over-trust it.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summary is too long, poorly organized, or disconnected from source fields, it may not reduce burden.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Usability testing would observe investigators using the summary and identify changes needed before launch.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integration begins with current-state mapping.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document how work happens today, including informal workarounds, duplicate entry, handoffs, delays, and decision points.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should be introduced only after the team understands which step is being improved and how the change affects users.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Future-state design should define how staff will see, review, correct, accept, reject, or escalate AI outputs.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interface should make source information available, show uncertainty when appropriate, and avoid presenting AI outputs as final…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design supports human judgment rather than bypassing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workflow usability test plan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workflow usability test plan. It should be specific to a public health workflow and…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AHRQ human factors and usability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human factors, workflow integration, and usability testing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220: Human Factors, Workflow Integration, and Usability Testing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