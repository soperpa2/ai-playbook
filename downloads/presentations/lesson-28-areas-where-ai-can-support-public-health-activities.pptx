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9dde47330a4420" /><Relationship Type="http://schemas.openxmlformats.org/officeDocument/2006/relationships/extended-properties" Target="/docProps/app.xml" Id="R109f26fade754955" /><Relationship Type="http://schemas.openxmlformats.org/officeDocument/2006/relationships/officeDocument" Target="/ppt/presentation.xml" Id="Rc8e1e79775ce4608" /></Relationships>
</file>

<file path=ppt/presentation.xml><?xml version="1.0" encoding="utf-8"?>
<p:presentation xmlns:p="http://schemas.openxmlformats.org/presentationml/2006/main">
  <p:sldMasterIdLst>
    <p:sldMasterId xmlns:r="http://schemas.openxmlformats.org/officeDocument/2006/relationships" id="2147483648" r:id="R01de13b7af5b4e93"/>
  </p:sldMasterIdLst>
  <p:notesMasterIdLst>
    <p:notesMasterId xmlns:r="http://schemas.openxmlformats.org/officeDocument/2006/relationships" r:id="R46f80a60baa941d0"/>
  </p:notesMasterIdLst>
  <p:sldIdLst>
    <p:sldId xmlns:r="http://schemas.openxmlformats.org/officeDocument/2006/relationships" id="256" r:id="R6ba02f44c84d47f2"/>
    <p:sldId xmlns:r="http://schemas.openxmlformats.org/officeDocument/2006/relationships" id="257" r:id="R7f03458629b34586"/>
    <p:sldId xmlns:r="http://schemas.openxmlformats.org/officeDocument/2006/relationships" id="258" r:id="Rba15f1a3ecc04e63"/>
    <p:sldId xmlns:r="http://schemas.openxmlformats.org/officeDocument/2006/relationships" id="259" r:id="Rde59daf8fde64bb3"/>
    <p:sldId xmlns:r="http://schemas.openxmlformats.org/officeDocument/2006/relationships" id="260" r:id="R18e45b4aa10c4d3f"/>
    <p:sldId xmlns:r="http://schemas.openxmlformats.org/officeDocument/2006/relationships" id="261" r:id="R775db77c92714f9e"/>
    <p:sldId xmlns:r="http://schemas.openxmlformats.org/officeDocument/2006/relationships" id="262" r:id="Rbfeb0ae0f3314a8b"/>
    <p:sldId xmlns:r="http://schemas.openxmlformats.org/officeDocument/2006/relationships" id="263" r:id="R4f25061868bb4da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d5cd81dd1b4694" /><Relationship Type="http://schemas.openxmlformats.org/officeDocument/2006/relationships/slideMaster" Target="/ppt/slideMasters/slideMaster1.xml" Id="R01de13b7af5b4e93" /><Relationship Type="http://schemas.openxmlformats.org/officeDocument/2006/relationships/notesMaster" Target="/ppt/notesMasters/notesMaster1.xml" Id="R46f80a60baa941d0" /><Relationship Type="http://schemas.openxmlformats.org/officeDocument/2006/relationships/presProps" Target="/ppt/presProps.xml" Id="R9a0e1da46afa4313" /><Relationship Type="http://schemas.openxmlformats.org/officeDocument/2006/relationships/tableStyles" Target="/ppt/tableStyles.xml" Id="R508c725b34a64d2c" /><Relationship Type="http://schemas.openxmlformats.org/officeDocument/2006/relationships/slide" Target="/ppt/slides/slide1.xml" Id="R6ba02f44c84d47f2" /><Relationship Type="http://schemas.openxmlformats.org/officeDocument/2006/relationships/slide" Target="/ppt/slides/slide2.xml" Id="R7f03458629b34586" /><Relationship Type="http://schemas.openxmlformats.org/officeDocument/2006/relationships/slide" Target="/ppt/slides/slide3.xml" Id="Rba15f1a3ecc04e63" /><Relationship Type="http://schemas.openxmlformats.org/officeDocument/2006/relationships/slide" Target="/ppt/slides/slide4.xml" Id="Rde59daf8fde64bb3" /><Relationship Type="http://schemas.openxmlformats.org/officeDocument/2006/relationships/slide" Target="/ppt/slides/slide5.xml" Id="R18e45b4aa10c4d3f" /><Relationship Type="http://schemas.openxmlformats.org/officeDocument/2006/relationships/slide" Target="/ppt/slides/slide6.xml" Id="R775db77c92714f9e" /><Relationship Type="http://schemas.openxmlformats.org/officeDocument/2006/relationships/slide" Target="/ppt/slides/slide7.xml" Id="Rbfeb0ae0f3314a8b" /><Relationship Type="http://schemas.openxmlformats.org/officeDocument/2006/relationships/slide" Target="/ppt/slides/slide8.xml" Id="R4f25061868bb4d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99ee7bd59c4c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0e468b999147b4" /><Relationship Type="http://schemas.openxmlformats.org/officeDocument/2006/relationships/notesMaster" Target="/ppt/notesMasters/notesMaster1.xml" Id="R66b2c226b3944e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62ef1f52bd45ca" /><Relationship Type="http://schemas.openxmlformats.org/officeDocument/2006/relationships/notesMaster" Target="/ppt/notesMasters/notesMaster1.xml" Id="R0d8b2d83057b4c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84e05d9fb54ea9" /><Relationship Type="http://schemas.openxmlformats.org/officeDocument/2006/relationships/notesMaster" Target="/ppt/notesMasters/notesMaster1.xml" Id="R2903b50950504b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de33546c364589" /><Relationship Type="http://schemas.openxmlformats.org/officeDocument/2006/relationships/notesMaster" Target="/ppt/notesMasters/notesMaster1.xml" Id="R7a8c1255f9d24f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ce780801f54dff" /><Relationship Type="http://schemas.openxmlformats.org/officeDocument/2006/relationships/notesMaster" Target="/ppt/notesMasters/notesMaster1.xml" Id="R494dbfc96ef446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038067d2054b93" /><Relationship Type="http://schemas.openxmlformats.org/officeDocument/2006/relationships/notesMaster" Target="/ppt/notesMasters/notesMaster1.xml" Id="Rab1d940a30ad41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4cf11999fc4070" /><Relationship Type="http://schemas.openxmlformats.org/officeDocument/2006/relationships/notesMaster" Target="/ppt/notesMasters/notesMaster1.xml" Id="R7078173025724f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d02e65b77a4a28" /><Relationship Type="http://schemas.openxmlformats.org/officeDocument/2006/relationships/notesMaster" Target="/ppt/notesMasters/notesMaster1.xml" Id="Re0f89a814e5c4a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Areas Where AI Can Support Public Health Activities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Expanded examples showing how AI can support specific public health activities, what safeguards are needed, and which plays and tools help agencies move from idea to responsible implementation.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2, 3, 4, 7, 11, 12, 13 and Tools 3, 7, 13, 14, 19, 20, 22, 41, 44, 47.</a:t>
            </a:r>
          </a:p>
          <a:p xmlns:a="http://schemas.openxmlformats.org/drawingml/2006/main">
            <a:r>
              <a:t>Emphasize the core guardrail: These examples are planning prompts, not automatic recommendations to adopt AI without readiness assessment, governance review, stakeholder engagement, and monitoring.</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2, 3, 4, 7, 11, 12, 13 and Tools 3, 7, 13, 14, 19, 20, 22, 41, 44, 47.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2, 3, 4, 7, 11, 12, 13 and Tools 3, 7, 13, 14, 19, 20, 22, 41, 44, 47.</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2, 3, 4, 7, 11, 12, 13 and Tools 3, 7, 13, 14, 19, 20, 22, 41, 44, 47.</a:t>
            </a:r>
          </a:p>
          <a:p xmlns:a="http://schemas.openxmlformats.org/drawingml/2006/main">
            <a:r>
              <a:t>Invite participants to identify where these practices would need to be documented in their own department.</a:t>
            </a:r>
          </a:p>
          <a:p xmlns:a="http://schemas.openxmlformats.org/drawingml/2006/main">
            <a:r>
              <a:t>Use the bullets as prompts for discussion rather than as a checklist to memorize.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2, 3, 4, 7, 11, 12, 13 and Tools 3, 7, 13, 14, 19, 20, 22, 41, 44, 47.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2, 3, 4, 7, 11, 12, 13 and Tools 3, 7, 13, 14, 19, 20, 22, 41, 44, 47.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opportunity list, Use case screening notes, Prioritized concepts for governance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2, 3, 4, 7, 11, 12, 13 and Tools 3, 7, 13, 14, 19, 20, 22, 41, 44, 47.</a:t>
            </a:r>
          </a:p>
          <a:p xmlns:a="http://schemas.openxmlformats.org/drawingml/2006/main">
            <a:r>
              <a:t>Point participants back to the playbook and toolkit resources page for additional references.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cedc6f93474d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652df6b0084eab" /><Relationship Type="http://schemas.openxmlformats.org/officeDocument/2006/relationships/slideLayout" Target="/ppt/slideLayouts/slideLayout1.xml" Id="R2aabbd4b34db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abbd4b34db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916bbf6e7e43ac" /><Relationship Type="http://schemas.openxmlformats.org/officeDocument/2006/relationships/image" Target="/ppt/media/image.png" Id="Rc688a9abb1774fc3" /><Relationship Type="http://schemas.openxmlformats.org/officeDocument/2006/relationships/notesSlide" Target="/ppt/notesSlides/notesSlide1.xml" Id="Raf312486060543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c122faca8940ad" /><Relationship Type="http://schemas.openxmlformats.org/officeDocument/2006/relationships/notesSlide" Target="/ppt/notesSlides/notesSlide2.xml" Id="R57c23c066bbe4a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2c249e3b3c4c8d" /><Relationship Type="http://schemas.openxmlformats.org/officeDocument/2006/relationships/notesSlide" Target="/ppt/notesSlides/notesSlide3.xml" Id="R85114bfa562547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b80efe99614127" /><Relationship Type="http://schemas.openxmlformats.org/officeDocument/2006/relationships/notesSlide" Target="/ppt/notesSlides/notesSlide4.xml" Id="R041bd4ea22984f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411d8f0c444442" /><Relationship Type="http://schemas.openxmlformats.org/officeDocument/2006/relationships/notesSlide" Target="/ppt/notesSlides/notesSlide5.xml" Id="R2b437d73ac574c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f6432a32934d90" /><Relationship Type="http://schemas.openxmlformats.org/officeDocument/2006/relationships/notesSlide" Target="/ppt/notesSlides/notesSlide6.xml" Id="R5163cb220e2f45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cc89d06ee44eb6" /><Relationship Type="http://schemas.openxmlformats.org/officeDocument/2006/relationships/notesSlide" Target="/ppt/notesSlides/notesSlide7.xml" Id="R58253e17f47f4b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1fb518a535452c" /><Relationship Type="http://schemas.openxmlformats.org/officeDocument/2006/relationships/notesSlide" Target="/ppt/notesSlides/notesSlide8.xml" Id="R9131797985804b45"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688a9abb1774fc3"/>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F6D0A7-776A-401B-A13F-90C12981E011}"/>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28</a:t>
            </a:r>
          </a:p>
        </p:txBody>
      </p:sp>
      <p:sp>
        <p:nvSpPr>
          <p:cNvPr id="3" name="">
            <a:extLst xmlns:a="http://schemas.openxmlformats.org/drawingml/2006/main">
              <a:ext uri="{FF2B5EF4-FFF2-40B4-BE49-F238E27FC236}">
                <a16:creationId xmlns:a16="http://schemas.microsoft.com/office/drawing/2014/main" id="{C7374FFF-9C89-4EA8-ABE3-F48E45CA0179}"/>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003B70"/>
                </a:solidFill>
              </a:defRPr>
            </a:pPr>
            <a:r>
              <a:rPr sz="3300" b="1">
                <a:solidFill>
                  <a:srgbClr val="003B70"/>
                </a:solidFill>
              </a:rPr>
              <a:t>Areas Where AI Can Support Public Health Activities</a:t>
            </a:r>
          </a:p>
        </p:txBody>
      </p:sp>
      <p:sp>
        <p:nvSpPr>
          <p:cNvPr id="4" name="">
            <a:extLst xmlns:a="http://schemas.openxmlformats.org/drawingml/2006/main">
              <a:ext uri="{FF2B5EF4-FFF2-40B4-BE49-F238E27FC236}">
                <a16:creationId xmlns:a16="http://schemas.microsoft.com/office/drawing/2014/main" id="{DE931AF0-AF92-486D-ABAE-BD0FF77F5517}"/>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F46E892D-79FC-4669-8AAA-3016D18955BE}"/>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9C33F8BF-8D04-40C8-B8B3-ECEBCE1468D3}"/>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7560759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F0DA21-D60A-4D62-AA48-5456067C4CC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6F9818F-5964-4190-BC4C-6CB267590DA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87BDAEB1-7256-4E4C-BD36-DF9CD03B4B3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59A8421-EA6D-4395-9578-C12C43C2D0FC}"/>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Expanded examples showing how AI can support specific public health activities, what safeguards are needed, and which plays and tools help agencies move from idea to responsible implementation.</a:t>
            </a:r>
          </a:p>
        </p:txBody>
      </p:sp>
      <p:sp>
        <p:nvSpPr>
          <p:cNvPr id="5" name="">
            <a:extLst xmlns:a="http://schemas.openxmlformats.org/drawingml/2006/main">
              <a:ext uri="{FF2B5EF4-FFF2-40B4-BE49-F238E27FC236}">
                <a16:creationId xmlns:a16="http://schemas.microsoft.com/office/drawing/2014/main" id="{920D66DC-B3D2-493E-BA5D-B6E7D88D7489}"/>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9326998-1F7D-4B99-B3F2-4E16B8919388}"/>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FDFC083-44DD-4E1A-9043-2E15ECED6437}"/>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32D2993D-E88C-487F-85D9-5BAE8B20DB24}"/>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Support areas help staff move from abstract AI concepts to concrete public health opportunities. They should be used to identify possible use cases, not to skip readiness, governance, stakeholder engagement, or risk review.</a:t>
            </a:r>
          </a:p>
        </p:txBody>
      </p:sp>
      <p:sp>
        <p:nvSpPr>
          <p:cNvPr id="9" name="">
            <a:extLst xmlns:a="http://schemas.openxmlformats.org/drawingml/2006/main">
              <a:ext uri="{FF2B5EF4-FFF2-40B4-BE49-F238E27FC236}">
                <a16:creationId xmlns:a16="http://schemas.microsoft.com/office/drawing/2014/main" id="{333B20E4-F571-461A-99A5-C1705C7DE9E2}"/>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94E0E3D-5618-4697-9245-4C2A3D1C772F}"/>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36CD9E14-E198-49CF-85FC-A85FDA5DC29B}"/>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A16BA4C6-88A8-44AD-A756-C7185CAF065E}"/>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These examples are planning prompts, not automatic recommendations to adopt AI without readiness assessment, governance review, stakeholder engagement, and monitoring.</a:t>
            </a:r>
          </a:p>
        </p:txBody>
      </p:sp>
      <p:sp>
        <p:nvSpPr>
          <p:cNvPr id="13" name="">
            <a:extLst xmlns:a="http://schemas.openxmlformats.org/drawingml/2006/main">
              <a:ext uri="{FF2B5EF4-FFF2-40B4-BE49-F238E27FC236}">
                <a16:creationId xmlns:a16="http://schemas.microsoft.com/office/drawing/2014/main" id="{7CBCC0D3-608C-4E6B-93F6-D7A03D02CA6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4" name="">
            <a:extLst xmlns:a="http://schemas.openxmlformats.org/drawingml/2006/main">
              <a:ext uri="{FF2B5EF4-FFF2-40B4-BE49-F238E27FC236}">
                <a16:creationId xmlns:a16="http://schemas.microsoft.com/office/drawing/2014/main" id="{8EE6E335-A6E2-446C-8466-8A2628F1AD3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09697620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CAB407-AE14-4BD9-8D05-B6465CD8630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492F7FF-1C74-441D-899E-3D14B48269A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BFA102A4-1F27-4BCB-AA76-AD5FE5CEFC7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000F9EF-BAAF-487F-8E56-FE07C7B8F66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19E3072D-06C1-4143-85CC-CB52D5BFF44C}"/>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Areas Where AI Can Support Public Health Activities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DE9783AB-0335-48E7-9A06-353BC4F00EB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7" name="">
            <a:extLst xmlns:a="http://schemas.openxmlformats.org/drawingml/2006/main">
              <a:ext uri="{FF2B5EF4-FFF2-40B4-BE49-F238E27FC236}">
                <a16:creationId xmlns:a16="http://schemas.microsoft.com/office/drawing/2014/main" id="{D5B4EC1F-D799-4426-95CA-A937D27E182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8021952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2F768F-C9C4-49E2-B3E2-ABF3D123B1D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3029F0D-DF83-4C57-9DB9-D649397DFAC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71605F05-0873-4D8C-84B0-A2EA387951A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90E990D-9726-4109-91C7-2AD58D6C262D}"/>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Expanded examples showing how AI can support specific public health activities, what safeguards are needed, and which plays and tools help agencies move from idea to responsible implementation.</a:t>
            </a:r>
          </a:p>
        </p:txBody>
      </p:sp>
      <p:sp>
        <p:nvSpPr>
          <p:cNvPr id="5" name="">
            <a:extLst xmlns:a="http://schemas.openxmlformats.org/drawingml/2006/main">
              <a:ext uri="{FF2B5EF4-FFF2-40B4-BE49-F238E27FC236}">
                <a16:creationId xmlns:a16="http://schemas.microsoft.com/office/drawing/2014/main" id="{7BD662F6-67B1-48F5-9A41-BD0E77D88960}"/>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12BD9C2-4D20-4F4E-9A92-CCF7149CA022}"/>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EF59BE6-E99C-4631-B586-02312AA11F90}"/>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36997999-0CAE-4724-8782-0D87B622E406}"/>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Expanded examples showing how AI can support specific public health activities, what safeguards are needed, and which plays and tools help agencies move from idea to responsible implementation.</a:t>
            </a:r>
          </a:p>
        </p:txBody>
      </p:sp>
      <p:sp>
        <p:nvSpPr>
          <p:cNvPr id="9" name="">
            <a:extLst xmlns:a="http://schemas.openxmlformats.org/drawingml/2006/main">
              <a:ext uri="{FF2B5EF4-FFF2-40B4-BE49-F238E27FC236}">
                <a16:creationId xmlns:a16="http://schemas.microsoft.com/office/drawing/2014/main" id="{9AF9F35D-DC4A-42F7-B2A6-A31A8A5F4EB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0" name="">
            <a:extLst xmlns:a="http://schemas.openxmlformats.org/drawingml/2006/main">
              <a:ext uri="{FF2B5EF4-FFF2-40B4-BE49-F238E27FC236}">
                <a16:creationId xmlns:a16="http://schemas.microsoft.com/office/drawing/2014/main" id="{D80090CD-15F7-4B05-BA2D-A235C9399B1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82196929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8C3EDC-EEB9-4DED-9314-77BCF0AEF0F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43453AC-A9E1-4CAF-BAF8-D68B4309CF0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DFDADE17-62C2-456E-A0FC-6A00F5C1973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48CE8F2-749E-41E2-B42A-DE2F35FB0A75}"/>
              </a:ext>
            </a:extLst>
          </p:cNvPr>
          <p:cNvSpPr>
            <a:spLocks xmlns:a="http://schemas.openxmlformats.org/drawingml/2006/main" noGrp="1"/>
          </p:cNvSpPr>
          <p:nvPr/>
        </p:nvSpPr>
        <p:spPr>
          <a:xfrm xmlns:a="http://schemas.openxmlformats.org/drawingml/2006/main">
            <a:off x="952500" y="1952625"/>
            <a:ext cx="9906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 Expanded examples showing how AI can support specific public health activities, what safeguards are needed, and which plays and tools help agencies move from idea to.</a:t>
            </a:r>
          </a:p>
        </p:txBody>
      </p:sp>
      <p:sp>
        <p:nvSpPr>
          <p:cNvPr id="5" name="">
            <a:extLst xmlns:a="http://schemas.openxmlformats.org/drawingml/2006/main">
              <a:ext uri="{FF2B5EF4-FFF2-40B4-BE49-F238E27FC236}">
                <a16:creationId xmlns:a16="http://schemas.microsoft.com/office/drawing/2014/main" id="{3D92D1F7-4927-4D75-AA67-E97029979CC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6" name="">
            <a:extLst xmlns:a="http://schemas.openxmlformats.org/drawingml/2006/main">
              <a:ext uri="{FF2B5EF4-FFF2-40B4-BE49-F238E27FC236}">
                <a16:creationId xmlns:a16="http://schemas.microsoft.com/office/drawing/2014/main" id="{7E800138-796D-4052-85DC-36AC3440CFF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3672077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BAE6E3-90C2-4455-8D35-8EA19FF2B6A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DA0C3ED-B187-4AC1-8F2E-2784C0EF173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FA7488FF-ECA0-479E-ACA4-1A3CEEF7CE3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2FA0169-0114-4ED9-AAC9-78495091F1C3}"/>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B6A090AF-8DD8-432D-A74B-1D6AFF368E07}"/>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55DC8AB-000C-403D-A807-B6383C4C11AA}"/>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F3B51FA-C06B-45BD-BF3C-0D77C95D3040}"/>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Surveillance and outbreak intelligence</a:t>
            </a:r>
          </a:p>
        </p:txBody>
      </p:sp>
      <p:sp>
        <p:nvSpPr>
          <p:cNvPr id="8" name="">
            <a:extLst xmlns:a="http://schemas.openxmlformats.org/drawingml/2006/main">
              <a:ext uri="{FF2B5EF4-FFF2-40B4-BE49-F238E27FC236}">
                <a16:creationId xmlns:a16="http://schemas.microsoft.com/office/drawing/2014/main" id="{C5D16C58-0D30-4EEE-9803-63B199176D7D}"/>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D0B8FBDE-6CF5-441E-B362-0EF3191C139E}"/>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DC4A995-F878-4087-9C91-EE8642AB5767}"/>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730F25B-28BD-48E3-80B3-8349B4A43979}"/>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Plain-language communication</a:t>
            </a:r>
          </a:p>
        </p:txBody>
      </p:sp>
      <p:sp>
        <p:nvSpPr>
          <p:cNvPr id="12" name="">
            <a:extLst xmlns:a="http://schemas.openxmlformats.org/drawingml/2006/main">
              <a:ext uri="{FF2B5EF4-FFF2-40B4-BE49-F238E27FC236}">
                <a16:creationId xmlns:a16="http://schemas.microsoft.com/office/drawing/2014/main" id="{C1EB14C1-DC07-4E52-9A13-82656C760C42}"/>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FCB10BE0-9332-4C1D-B3EE-9962CF939BA3}"/>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4C0B8DA-AE72-4CC6-B70C-B704D024CE73}"/>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60CE898E-D9B8-4D63-B0C6-F239310F47B4}"/>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Workflow routing</a:t>
            </a:r>
          </a:p>
        </p:txBody>
      </p:sp>
      <p:sp>
        <p:nvSpPr>
          <p:cNvPr id="16" name="">
            <a:extLst xmlns:a="http://schemas.openxmlformats.org/drawingml/2006/main">
              <a:ext uri="{FF2B5EF4-FFF2-40B4-BE49-F238E27FC236}">
                <a16:creationId xmlns:a16="http://schemas.microsoft.com/office/drawing/2014/main" id="{984D56D2-FF0D-4AF9-9128-12FA1A8F8616}"/>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CF47965D-F3AC-4952-8D39-A3D8BA39EBD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8" name="">
            <a:extLst xmlns:a="http://schemas.openxmlformats.org/drawingml/2006/main">
              <a:ext uri="{FF2B5EF4-FFF2-40B4-BE49-F238E27FC236}">
                <a16:creationId xmlns:a16="http://schemas.microsoft.com/office/drawing/2014/main" id="{54761F55-FA05-4B28-932C-08C0AD74D96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238378080"/>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5DE64C-0A50-4DE4-BBA5-25251FE7066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6DD026E-F31A-46AB-8561-C857F28FA66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1969F9AC-E496-44F9-8816-CA7666CD0AD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1E077D7-80AA-4C16-91E7-48DD7D5B6D53}"/>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A7F58BD-E663-432B-B2A4-F48F35E4DBE9}"/>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F1CE8F5-12F1-449D-A5EC-9838F469522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CA1BB209-9B55-4C21-BAD0-80132BBA5B83}"/>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support areas align with current public health priorities? Which areas are feasible given current data, workforce, governance, and funding? Which areas could create equity, privacy, transparency, or public trust concerns?</a:t>
            </a:r>
          </a:p>
        </p:txBody>
      </p:sp>
      <p:sp>
        <p:nvSpPr>
          <p:cNvPr id="8" name="">
            <a:extLst xmlns:a="http://schemas.openxmlformats.org/drawingml/2006/main">
              <a:ext uri="{FF2B5EF4-FFF2-40B4-BE49-F238E27FC236}">
                <a16:creationId xmlns:a16="http://schemas.microsoft.com/office/drawing/2014/main" id="{7BBDA6AC-B3D9-4210-B55C-F7655C040AE1}"/>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2A9292A-FCD5-458F-A9D9-6EB237CFC1D6}"/>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ED18BAD1-B27E-4728-89E9-2635A81738F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07D74DA6-E452-4844-8FC0-5803ECCA6BEE}"/>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Select three support areas and score each for public health value, feasibility, risk, equity impact, data readiness, staff readiness, and sustainment.</a:t>
            </a:r>
          </a:p>
        </p:txBody>
      </p:sp>
      <p:sp>
        <p:nvSpPr>
          <p:cNvPr id="12" name="">
            <a:extLst xmlns:a="http://schemas.openxmlformats.org/drawingml/2006/main">
              <a:ext uri="{FF2B5EF4-FFF2-40B4-BE49-F238E27FC236}">
                <a16:creationId xmlns:a16="http://schemas.microsoft.com/office/drawing/2014/main" id="{38AC49E7-2754-43C8-B041-A2AC6142373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3" name="">
            <a:extLst xmlns:a="http://schemas.openxmlformats.org/drawingml/2006/main">
              <a:ext uri="{FF2B5EF4-FFF2-40B4-BE49-F238E27FC236}">
                <a16:creationId xmlns:a16="http://schemas.microsoft.com/office/drawing/2014/main" id="{EA9050F5-91CF-4900-80D5-B38875DDAA5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4326953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04D8DE-0521-4342-B7EC-755BC5CD12E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A496DD7-CEBA-4099-BB78-861B47A9DBD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80332F74-71A4-43B5-BC79-7C82A04A43C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C6CE1FE-CD68-4DD1-BBE6-4DCAC1BB8805}"/>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5034008-3B7E-4EE6-8FA0-A7E29989D08C}"/>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414F93A-6381-4B22-AC50-01CD2610F7C2}"/>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17C8326E-F06A-4ECF-9BB9-97181E5E58FC}"/>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2, 3, 4, 7, 11, 12, 13 and Tools 3, 7, 13, 14, 19, 20, 22, 41, 44, 47.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290D40A8-917E-44E6-813B-360E86282EC5}"/>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C6125FC-842A-44BD-8E8F-5A3648B4CD23}"/>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0C9B01B3-C889-4742-A9DF-06A62C6BFAF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531D1D91-D14E-48F1-BC0D-F4181B6CBF5D}"/>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9DBB45C1-D04C-494D-B589-E41B2252056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3" name="">
            <a:extLst xmlns:a="http://schemas.openxmlformats.org/drawingml/2006/main">
              <a:ext uri="{FF2B5EF4-FFF2-40B4-BE49-F238E27FC236}">
                <a16:creationId xmlns:a16="http://schemas.microsoft.com/office/drawing/2014/main" id="{3FCAFEA8-260B-420B-9777-31FF50FE086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805714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2026-07-02T17:47:05.9220000Z</dcterms:created>
  <dcterms:modified xsi:type="dcterms:W3CDTF">2026-07-02T17:47:05.9220000Z</dcterms:modified>
</coreProperties>
</file>