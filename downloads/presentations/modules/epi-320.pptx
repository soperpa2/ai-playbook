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 320 Ethical Use of AI in Resource Prioritization and Field Response
This module focuses on AI-supported prioritization of field response, outreach, and scarce resources.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Epidemiology Role-Based Track
Appears in tracks: epidemiology, policy, public-health-executive-leadership, ai-for-social-good, governance-security
This module focuses on AI-supported prioritization of field response, outreach, and scarce resources.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ethical use of ai in resource prioritization and field response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AI-supported prioritization of field response, outreach, and scarce resources.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Ethical Use of AI in Resource Prioritization and Field Response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AI-supported prioritization of field response, outreach, and scarce resources.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ethical use of ai in resource prioritization and field response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Ethical Use of AI in Resource Prioritization and Field Response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Ethical Use of AI in Resource Prioritization and Field Response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ethical use of ai in resource prioritization and field response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EPI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Ethical Use of AI in Resource Prioritization and Field Response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AI-supported prioritization of field response, outreach, and scarce.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Epidemiology Role-Based Track Appears in tracks: epidemiology, policy, public-health-executive-leadership, ai-for-social-good, governance-security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 Principles Workshop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ethical use of ai in resource prioritization and field response in.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ethical use of ai in resource prioritization and field response in public health.</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ethical use of ai in resource.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equity, privacy, security, legal, operational,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practical artifact that supports readiness, governance,.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AI-supported prioritization of field response, outreach, and scarce.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focuses on AI-supported prioritization of field response, outreach, and scarce resources.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designed for public health staff who must translate.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module helps learners move beyond general awareness by.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emphasizes paragraph-based reasoning, defined responsibilities,.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Decision right: The authority to approve, deny, modify, pause, or escalate an AI use case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Evidence artifact: A document, log, checklist, test result, approval record, or review note.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Escalation pathway: A defined route for raising concerns to the appropriate reviewer or.</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Decision right: The authority to approve, deny, modify, pause, or escalate an AI use.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Evidence artifact: A document, log, checklist, test result,.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Accountability owner: The person or role responsible for ensuring.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Ethical Use of AI in Resource Prioritization and Field Response matters because AI adoption.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structured approach, staff may rely on informal practices, vendor assurances,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operate under legal authorities, public accountability, resource.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Ethical Use of AI in Resource Prioritization and Field Response matters because AI adoption changes how.</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Ethical Use of AI in Resource Prioritization and Field Response.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Without a structured approach, staff may rely on informal.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operate under legal authorities, public.</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is preparing to use AI in a workflow related to AI-supported.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project team initially treats the tool as a helpful efficiency aid, but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responds by creating a clear artifact that defines intended use, prohibited use,.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is preparing to use AI in a workflow related to AI-supported prioritization of.</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project team initially treats the tool as a helpful efficiency.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responds by creating a clear artifact that defines.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identify who is affected, what data are used, what AI output is produced, who.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prevents the module from becoming abstract and anchors the work in public health practice.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should identify who is affected, what data are used, what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second step is to assign responsibilities.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AI-supported workflows often cross program, IT, legal, privacy,.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risks can change when data sources, models, vendors, policies, users, or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define review intervals and change triggers.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694176"/>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topic applies across generative AI, predictive analytics, NLP, RAG, automation,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more sensitive the data, the more consequential the output, or the more automated the.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public health decision or workflow does this topic affect?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has authority to approve or pause the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has authority to approve or pause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show that the workflow is responsible and.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the agency know when the workflow needs to be revised?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the agency know when the workflow needs to be revised?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practical ethical use of ai in resource prioritization and field response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define the use case, affected roles, review criteria, safeguards,.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practical ethical use of ai in resource prioritization and field response artifact for one.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ethical use of ai in resource prioritization.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artifact should define the use case, affected roles, review.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Ethical Use of AI in Resource Prioritization and Field Response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Ethical Use of AI in Resource Prioritization and Field Response artifact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Ethical Use of AI in Resource Prioritization and Field Response.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Role and responsibility table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and safeguard summary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Escalation and monitoring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Approval or review note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Escalation and monitoring plan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Ethical Use of AI in Resource Prioritization and Field Response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Ethical Use of AI in Resource Prioritization and Field Response artifact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evidence that ethical use of ai in resource prioritization and field.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the best reason to assign an accountability owner?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AI-supported workflow be escalated for review?</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evidence that ethical use of ai in resource prioritization and field response.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ethical use of ai in resource.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and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health IT, interoperability, and information blocking.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policies for privacy, public records, cybersecurity, procurement, civil rights,.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Ethical Use of AI in Resource Prioritization and Field Response</dc:title>
  <dc:subject>Ethical Use of AI in Resource Prioritization and Field Response learning module</dc:subject>
  <dc:creator>Paula Soper</dc:creator>
  <cp:lastModifiedBy>Paula Soper</cp:lastModifiedBy>
  <cp:revision>1</cp:revision>
  <dcterms:created xsi:type="dcterms:W3CDTF">2026-07-13T02:33:44Z</dcterms:created>
  <dcterms:modified xsi:type="dcterms:W3CDTF">2026-07-13T02:33:44Z</dcterms:modified>
</cp:coreProperties>
</file>