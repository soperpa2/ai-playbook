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governance-security, shared-foundational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is the set of people, policies, processes, decision rights,.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does not mean that every staff member must become an AI expert,.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Good governance helps an agency decide what AI uses are appropriate,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Governance and Security Track Appears in.</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11: AI Advisory Committee Charter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12: AI Governance Board Charter (Template)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governance in plain language and explain why it matters for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AI governance from AI policy, IT security review, project.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common AI governance roles, including program owner, data steward,.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governance in plain language and explain why it matters for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AI governance from AI policy,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common AI governance roles, including.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which AI uses should be escalated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introductory AI governance intake and escalation note for one.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introductory AI governance intake and escalation note for one real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introductory AI governance intake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is the set of people, policies, processes, decision rights,.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does not mean that every staff member must become an AI expert,.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Good governance helps an agency decide what AI uses are appropriate,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is the set of people, policies, processes, decision rights,.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AI governance is the organized approach an agency uses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body: A governance body is the group or structure responsible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rights: Decision rights define who is allowed to approve, reject,.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AI governance is the organized approach an agency uses to direct,.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AI governance is the organized.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includes policies, roles, review pathways,.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body: A governance body is the group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accountability: Human accountability means that a person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Oversight: Oversight is the ongoing review of AI use after approval. 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Escalation is the process for raising a question, concern,.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accountability: Human accountability means that a person or accountable.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accountability: Human accountability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should not become the invisible decision-maker.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Oversight: Oversight is the ongoing review of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decisions that affect people, communities,.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help staff work faster and identify patterns, but it can also.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 tool may produce a convincing but incorrect summary, expose protected.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people, communities, partners,.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public health, governance must connect technology decisions to mission.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technically impressive tool is not enough.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must ask whether the tool serves a legitimate public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public health, governance must connect technology decisions to mission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public health, governance must connect.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technically impressive tool is not enough.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must ask whether the tool serves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wants to use a generative AI tool to help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goal is to identify common themes related to access to mobile.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see the tool as a way to save time.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wants to use a generative AI tool to help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wants to use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goal is to identify common themes related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want to use the themes in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example shows that governance is not only for technical teams.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define the purpose and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Data and privacy staff assess what may be entered into a tool.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community engagement staff consider.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Communications staff ensure public statements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Leadership decides whether the use is appropriate.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should be understandable to all staff because the earliest.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first decision is recognizing that an AI use exists.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treat AI use as more than “using a tool.” If a tool classifies,.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should be understandable to all staff because the earliest.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should be understandable to all.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should treat AI use as more than “using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decision is identifying the purpose.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fourth decision is defining the role of the AI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 output may be a draft, a suggestion, a risk score, a classification,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governance question is whether the output informs human work or changes.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fourth decision is defining the role of the AI output.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output may be a draft, a suggestion, a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draft that a trained staff member reviews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score that determines who receives outreach.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seventh decision is planning oversight after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use should not be approved once and forgotten.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know what evidence will be reviewed over time, such as.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seventh decision is planning oversight after approval.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seventh decision is planning oversight after.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use should not be approved once and forgotten.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know what evidence will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Unapproved tool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public or personal AI tools before the agency has reviewed.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publish a plain-language list of approved, restricted,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Unapproved tool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may use public or personal AI tools before.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publish a plain-language list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Hidden automation.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and confidentiality failures.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public health information can be exposed through inappropriate.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require data classification, minimum necessary use, approved.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and confidentiality failures.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Sensitive public health information can be exposed.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require data classification, minimum.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and representation harms.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Governance overload.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can create review processes so burdensome that staff avoid them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 use risk tiers, standard intake forms, clear timelines,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Governance overload.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Governance overload.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can create review processes so burdensome.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 use risk tiers, standard intake forms,.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 AI-supported workflows, governance should be visible at the points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Before use, staff should know whether the tool is approved, what data may be.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use, staff should know how to review outputs, document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AI-supported workflows, governance should be visible at the points where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Before use, staff should know whether the tool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use, staff should know how to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After use, the agency should be able to audit what.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supervisors and leaders, governance means ensuring that staff have clear.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avoid approving AI tools without resources for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all staff, governance means pausing when an AI use involves 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supervisors and leaders, governance means ensuring that staff have clear.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supervisors and leaders, governance means.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 should avoid approving AI tools without.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all staff, governance means pausing when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might AI already be entering your work through drafting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AI uses in your program area would be low risk, and what uses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in your agency would need to review an AI use that involves sensitive.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might AI already be entering your work through drafting tools, analytics.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might AI already be entering your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AI uses in your program area would be 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in your agency would need to review an AI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information would you need before you could explain an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would make staff comfortable raising concerns about AI outputs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information would you need before you could explain an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information would you need before you could.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would make staff comfortable raising concerns.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Select one real or realistic public health workflow where AI might be 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Examples include summarizing meeting notes, drafting public health messages,.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 a one-page introductory AI governance intake and escalation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Examples include summarizing meeting notes,.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note should include: the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Practical exercise example: A chronic disease.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After completing the note, identify one governance question that remains.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Can this data be entered into the proposed tool under current.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must approve public language based on AI-assisted summaries?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After completing the note, identify one governance question that remains.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threshold would make the project high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AI summary did.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Learners should produce an introductory AI governance intake and escalation.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include a purpose statement, data description,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can be used as a training record, a draft intake form, or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 escalation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Learners should produce an introductory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include a purpose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can be used as a training record,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Learners should produce an introductory AI governance intake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Learners should produce an introductory AI governance intake and escalation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Learners should produce an introductory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include a purpose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can be used as a training record,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describes AI governance in a public health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AI use should most clearly be escalated for formal review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the most important reason to define human review in 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describes AI governance in a public health agency?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describes AI governance in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Artificial Intelligence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AI RMF Playbook.:.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National Institute of Standards and Technology. Artificial Intelligence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National Institute of Standards and Technology. Artificial Intelligence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National Institute of Standards and Technology.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Artificial Intelligence Risk Management Framework.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World Health Organization. Regulatory considerations on artificial.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World Health Organization. Regulatory considerations on artificial intelligence.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World Health Organization.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Regulatory considerations on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2026-07-14T04:35:33Z</dcterms:created>
  <dcterms:modified xsi:type="dcterms:W3CDTF">2026-07-14T04:35:33Z</dcterms:modified>
</cp:coreProperties>
</file>