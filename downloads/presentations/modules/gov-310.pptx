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 practices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 planning before data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 sensitive data, but.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can increase privacy and confidentiality risks in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identifiable data, de-identified data, aggregated data, limited datasets,.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technical and operational safeguards that reduce privacy risk, including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can increase privacy and confidentiality risks in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identifiable data, de-identified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technical and operational safeguards that reduce privacy.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re-identification risk when public health data are linked,.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privacy-preserving AI review worksheet for a real or realistic public health workflow.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privacy-preserving AI review worksheet for a real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 practices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 planning before data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 sensitive data, but.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change the privacy risk profile of a public health dataset even when the source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that seems low risk in one context may become more sensitive when linked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and retrieval systems can also reveal sensitive details through summaries,.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De-identification is the process of reducing the risk that data can be connected to a specific.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practice, de-identification must be interpreted carefully because rare.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can appear anonymous but still be linkable to individuals when combined with other.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practice, de-identification must be interpreted.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Re-identification risk is the possibility that a person,.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can increase this risk by making patterns easier to discover,.</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Differential privacy is a statistical approach that adds carefully calibrated noise to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be useful for public reporting or statistical release, but it does not solve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need to understand that differential privacy involves tradeoffs between.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Differential privacy is a statistical approach that adds carefully.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need to understand that differential privacy.</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Consider a health department that wants to use AI to summarize disease investigation notes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notes may include symptoms, dates, employer names, schools, shelters, correctional.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Even if the AI system is internal, the agency must define who can access the notes, whether.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notes may include symptoms, dates, employer names, schools,.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 if the AI system is internal, the agency must define who can.</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begins with data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whether the workflow uses protected health information, personally.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Classification should be tied to rules for storage, access, sharing, retention, and approved.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Privacy-preserving AI begins with data classification.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whether the workflow uses protected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AI tool may be acceptable for public guidance documents.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next step is determining the minimum necessary data for the AI.</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controls must also apply to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AI-generated summary, risk score, cluster report, or dashboard can reveal sensitive.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 review should consider small cells, unusual combinations of attributes, identifiable.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controls must also apply to outputs.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AI-generated summary, risk score, cluster report, or dashboard.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 review should consider small cells, unusual combinations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Logs should document who generated outputs, what data were used,.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failure mode is assuming that de-identification is permanent.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that are de-identified for one purpose may be re-identifiable in another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perform use-case-specific privacy review and to document assumptions about.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that are de-identified for one purpose may be re-identifiable.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perform use-case-specific privacy review and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exposing sensitive data to unapproved AI.</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risk can also arise from vendor relationships.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Vendors may request sample data for testing or model tuning.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use synthetic, masked, or minimized data whenever possible and should require.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risk can also arise from vendor relationships.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risk can also arise from vendor relationships.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request sample data for testing or model tuning.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use synthetic, masked, or minimized data whenever.</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privacy-preserving design means controlling what data can be placed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templates should make prohibited content clear and should encourage use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predictive analytics, privacy concerns include which features are used, whether sensitive.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privacy-preserving design means controlling.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templates should make prohibited content clear and should.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predictive analytics, privacy concerns include which features.</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AI use cases in your agency require identifiable or sensitive data, and which could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data elements create the greatest re-identification risk in your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are free-text fields reviewed before they are used in AI-supported workflows?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AI use cases in your agency require identifiable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data elements create the greatest re-identification risk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are free-text fields reviewed before they are used in.</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outputs could reveal sensitive information even if the input data are controlled?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privacy-preserving AI controls for a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outputs could reveal sensitive information even if the input.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privacy-preserving AI controls for a.</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privacy-preserving AI review worksheet for one proposed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identify the data involved, the sensitivity level, the minimum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also identify residual risks and questions that need privacy, legal,.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privacy-preserving AI review worksheet for one proposed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worksheet should identify the data involved, the sensitivity.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also identify residual risks and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pay special attention to free text, small-area.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privacy-preserving AI review worksheet with a brief summary of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privacy-preserving AI review worksheet with a brief summary of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de-identification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AI increase re-identification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strong privacy guardrail for an AI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de-identification in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HHS HIPAA de-identification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Privacy Framework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governance and public health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legal, security, and records management policies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2026-07-13T02:33:44Z</dcterms:created>
  <dcterms:modified xsi:type="dcterms:W3CDTF">2026-07-13T02:33:44Z</dcterms:modified>
</cp:coreProperties>
</file>