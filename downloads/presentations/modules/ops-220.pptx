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220 AI for Environmental Health and Field Operations
This module introduces responsible AI use in environmental health and field operations. Public health field work may include inspections, complaint investigation, outbreak response, environmental monitoring, emergency preparedness, outreach, and service coordination. AI can support triage, routing, summarization, mapping, scheduling, report drafting, and pattern detection, but it can also create risks if outputs are inaccurate, biased, poorly reviewed, or disconnected from local context. The module is designed for national use and does not name specific approved tools. Agencies vary in inspection systems, environmental health authorities, field data platforms, mobile applications, GIS tools, and AI approval processes. Learners should focus on use case fit, data sensitivity, field workflow realities, human review, and safeguards before AI is introduced.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
Primary track: Operations and Data Quality
Appears in tracks: operations-data-quality
This module introduces responsible AI use in environmental health and field operations. Public health field work may include inspections, complaint investigation, outbreak response, environmental monitoring, emergency preparedness, outreach, and service coordination. AI can support triage, routing, summarization, mapping, scheduling, report drafting, and pattern detection, but it can also create risks if outputs are inaccurate, biased, poorly reviewed, or disconnected from local context. The module is designed for national use and does not name specific approved tools. Agencies vary in inspection systems, environmental health authorities, field data platforms, mobile applications, GIS tools, and AI approval processes. Learners should focus on use case fit, data sensitivity, field workflow realities, human review, and safeguards before AI is introduced.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AI support opportunities in environmental health and field operations.
Assess data sensitivity, geospatial risk, and operational context for field AI use cases.
Distinguish advisory decision support from prohibited automation in field workflows.
Design safeguards for AI-supported inspection, complaint, outreach, or emergency response workflows.
Create a monitoring plan for field AI impacts, including equity and operational usefulness.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responsible AI use in environmental health and field operations. Public health field work may include inspections, complaint investigation, outbreak response, environmental monitoring, emergency preparedness, outreach, and service coordination. AI can support triage, routing, summarization, mapping, scheduling, report drafting, and pattern detection, but it can also create risks if outputs are inaccurate, biased, poorly reviewed, or disconnected from local context.
The module is designed for national use and does not name specific approved tools. Agencies vary in inspection systems, environmental health authorities, field data platforms, mobile applications, GIS tools, and AI approval processes. Learners should focus on use case fit, data sensitivity, field workflow realities, human review, and safeguards before AI is introduced.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cybersecurity, Tribal consultation, labor relations, human resources,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Field operations are where AI recommendations can quickly become real-world actions. An AI-supported prioritization tool might influence which facility is inspected first, which complaint receives urgent follow-up, where outreach occurs, or how limited staff are deployed. These decisions can affect businesses, residents, workers, communities, and public trust.
Environmental health and field data can include sensitive information such as addresses, facility histories, complaints, enforcement actions, photos, geolocation, environmental hazards, and community vulnerabilities. AI systems using these data must be designed and reviewed carefully. They should support field judgment rather than replace professional assessment, regulatory authority, or community engagement.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environmental health program wants to explore AI-assisted triage of food safety complaints. The proposed system would summarize complaint narratives, identify possible high-risk complaints, and suggest inspection priority. The program hopes this will help staff respond more quickly when complaint volume is high.
Before moving forward, the team reviews the data involved, including complaint addresses, facility names, complainant details, symptoms, and inspection history. The governance review requires removal or protection of identifiable complainant information, human review of all priority recommendations, documentation of false positives and false negatives, and monitoring to ensure that certain neighborhoods or facility types are not unfairly over- or under-prioritized.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use in field operations should be evaluated through workflow mapping. The team should identify where information enters the system, who reviews it, what action may follow, and what legal or operational authority is involved. AI may be useful for organizing information, but field staff must retain authority for professional judgment, inspection decisions, and enforcement actions.
Data quality is a major issue in field operations. Complaint narratives may be incomplete, photos may be unclear, inspection codes may be inconsistent, and historic data may reflect past inequities in reporting or enforcement. AI systems trained or configured on these data may reproduce existing patterns unless reviewed carefully.
AI-supported field workflows should be piloted in limited settings before scale. Pilots should include field staff feedback, comparison with current workflow, error analysis, equity review, documentation burden, and monitoring of unintended consequences. A tool that saves time for one role may create additional work or risk for another.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key risk is inappropriate prioritization. AI may under-prioritize complaints from communities with lower reporting access or over-prioritize facilities that have more documented history because they have been inspected more often. Guardrails include subgroup review, field staff validation, review of false negatives, and monitoring for geographic or facility-type disparities.
Another risk is unsafe automation of regulatory or enforcement action. AI should not independently issue citations, enforcement actions, closure recommendations, or public notices without authorized human review. Guardrails include prohibited actions, human approval points, audit logs, and clear documentation of decision authority.
A third risk is exposing sensitive field data through unapproved AI tools. Addresses, photos, complaint details, facility records, and environmental hazard information may be sensitive or restricted. Guardrails include approved platforms, data minimization, access controls, geospatial suppression, and privacy/security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 responsible field AI workflow should include intake, data classification, AI-supported organization or triage, human review, documented decision, field action, outcome recording, and monitoring. Staff should know which outputs are advisory and which decisions require professional judgment or supervisory approval. The workflow should also describe how staff correct AI errors and report concerns.
Field operations also require communication planning. If AI affects inspection prioritization, complaint response, or outreach, the agency should be prepared to explain how the tool is used, what safeguards are in place, and how human staff remain accountable. This helps maintain trust with businesses, residents, workers, and community partners.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field decisions should never be automated without human review?
What location or complaint data would require special protection before AI use?
How would you monitor whether AI-supported triage is fair and useful?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field workflow review for a fictional environmental health or field operations use case. Choose a use case such as complaint triage, inspection scheduling, emergency outreach routing, environmental hazard report summarization, or field note drafting. Use fictional or generalized information only.
Your review should include workflow steps, data involved, sensitive fields, potential benefits, prohibited AI actions, human review points, equity concerns, field staff feedback needs, monitoring indicators, and escalation triggers.
Example: For food safety complaint triage, the learner identifies complaint text, facility name, symptoms, address, and inspection history as sensitive data elements. The workflow allows AI to suggest priority but requires an inspector or supervisor to approve action, tracks false negatives, and monitors whether complaints from under-resourced neighborhoods are missed.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Field Workflow Review
Field AI Safeguards and Monitoring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AI for Environmental Health and Field Operations module?
2. Which practice best supports responsible AI use in public health?
3. Which statement best reflects the risk or guardrail for this module: A key risk is inappropriate prioritization. AI may under-prioritize complaints from communities with lower reporting access or over-prioritize facilities that have more documented history because they have been inspected more often. Guardrails include subgroup review, field staff validation, review of false negatives, and monitoring for geographic or facility-type disparities.
Another risk is unsafe automation of regulatory or enforcement action. AI should not independently issue citations, enforcement actions, closure recommendations, or public notices without authorized human review. Guardrails include prohibited actions, human approval points, audit logs, and clear documentation of decision authority.
A third risk is exposing sensitive field data through unapproved AI tools. Addresses, photos, complaint details, facility records, and environmental hazard information may be sensitive or restricted. Guardrails include approved platforms, data minimization, access controls, geospatial suppression, and privacy/security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4. When should a staff member escalate an AI-related concern?
5. What counts as stronger completion evidence for a training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[object Object]
[object Object]
[object Object]
[object Object]
[object Object]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Environmental Health and Field Operations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introduces responsible AI use in environmental health and field.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field work may include inspections, complaint investigation,.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support triage, routing, summarization, mapping, scheduling, report.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 Primary track: Operations and Data Quality Appears in.</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appropriate AI support opportunities in environmental health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data sensitivity, geospatial risk, and operational context for field.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advisory decision support from prohibited automation in field.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appropriate AI support opportunities in environmental health and field.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Design safeguards for AI-supported inspection,.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monitoring plan for field AI impacts,.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introduces responsible AI use in environmental health and field.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field work may include inspections, complaint investigation,.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support triage, routing, summarization, mapping, scheduling, report.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introduces responsible AI use in environmental health and field.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Field operations are where AI recommendations can quickly become real-world.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AI-supported prioritization tool might influence which facility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decisions can affect businesses, residents, workers, communities,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Field operations are where AI recommendations can quickly become real-world.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environmental health program wants to explore AI-assisted triage of food.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proposed system would summarize complaint narratives, identify possible.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program hopes this will help staff respond more quickly when complaint.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environmental health program wants to explore AI-assisted triage of food.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proposed system would summarize complaint.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Before moving forward, the team reviews the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governance review requires removal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use in field operations should be evaluated through workflow mapping.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team should identify where information enters the system, who reviews.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may be useful for organizing information, but field staff must retain.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use in field operations should be evaluated through workflow mapping.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team should identify where information enters.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be useful for organizing information,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quality is a major issue in field operations.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key risk is inappropriate prioritization.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may under-prioritize complaints from communities with lower reporting.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subgroup review, field staff validation, review of false.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key risk is inappropriate prioritization.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may under-prioritize complaints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subgroup review, field staff.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risk is unsafe automation of regulatory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responsible field AI workflow should include intake, data classification,.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know which outputs are advisory and which decisions require.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workflow should also describe how staff correct AI errors and report.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responsible field AI workflow should include intake, data classification,.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responsible field AI workflow should include.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should know which outputs are advisory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Field operations also require communication.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field decisions should never be automated without human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location or complaint data would require special protection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would you monitor whether AI-supported triage is fair and useful?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field decisions should never be automated without human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field decisions should never be automated.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location or complaint data would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would you monitor whether AI-supported triage.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 field workflow review for a fictional environmental health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Choose a use case such as complaint triage, inspection scheduling,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fictional or generalized information only.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field workflow review for a fictional environmental health or field.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Choose a use case such as complaint triage,.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Your review should include workflow steps,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Example: For food safety complaint triage,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Field Workflow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Field AI Safeguards and Monitoring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Field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Field Workflow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Field AI Safeguards and Monitoring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most important first step after completing the AI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responsible AI use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statement best reflects the risk or guardrail for this module: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most important first step after completing the AI for Environmental.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most important first step after.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4. When should a staff member escalate an AI-related concern?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5. What counts as stronger completion evidence for a training module?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should a staff member escalate an AI-related concern?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should a staff member escalate an AI-related.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Environmental Health and Field Operations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[object Object]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[object Object]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[object Object]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[object Object]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[object Object]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[object Object]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[object Object]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Environmental Health and Field Operations</dc:title>
  <dc:subject>AI for Environmental Health and Field Operations learning module</dc:subject>
  <dc:creator>Paula Soper</dc:creator>
  <cp:lastModifiedBy>Paula Soper</cp:lastModifiedBy>
  <cp:revision>1</cp:revision>
  <dcterms:created xsi:type="dcterms:W3CDTF">2026-07-14T04:35:32Z</dcterms:created>
  <dcterms:modified xsi:type="dcterms:W3CDTF">2026-07-14T04:35:32Z</dcterms:modified>
</cp:coreProperties>
</file>