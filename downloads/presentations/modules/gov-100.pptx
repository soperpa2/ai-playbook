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 and it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 review is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Governance and Security Track Appears in tracks: shared-foundational,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11: AI Advisory Committee Charter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12: AI Governance Board Charter (Template)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 (Template)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governance in plain language and explain why it matters for public health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AI governance from AI policy, IT security review, project management,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common AI governance roles, including program owner, data steward, privacy lead,.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governance in plain language and explain why it matters for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AI governance from AI policy, IT security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common AI governance roles, including program owner,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which AI uses should be escalated for formal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introductory AI governance intake and escalation note for one real or realistic.</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introductory AI governance intake and escalation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 and it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 review is needed,.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AI governance is the organized approach an agency uses to direct,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body: A governance body is the group or structure responsible for reviewing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rights: Decision rights define who is allowed to approve, reject, pause, revise,.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AI governance is the organized approach an agency.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includes policies, roles, review pathways, decision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body: A governance body is the group or structure.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accountability: Human accountability means that a person or accountable role remains.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Oversight: Oversight is the ongoing review of AI use after approval. It includes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Escalation is the process for raising a question, concern, incident, or proposed.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accountability: Human accountability means that a person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should not become the invisible decision-maker in a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Oversight: Oversight is the ongoing review of AI use after approval.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make decisions that affect people, communities, partners, regulated.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help staff work faster and identify patterns, but it can also introduce new risks.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 tool may produce a convincing but incorrect summary, expose protected or sensitive.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public health, governance must connect technology decisions to mission and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technically impressive tool is not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must ask whether the tool serves a legitimate public health purpose, uses.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public health, governance must connect technology decisions to mission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public health, governance must connect technology decisions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technically impressive tool is not enough.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must ask whether the tool serves a legitimate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wants to use a generative AI tool to help staff summarize long.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is to identify common themes related to access to mobile vaccination clinics,.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see the tool as a way to save time.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wants to use a generative AI tool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goal is to identify common themes related to access to mobile.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want to use the themes in a public report.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example shows that governance is not only for technical teams.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define the purpose and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and privacy staff assess what may be entered into a tool.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community engagement staff consider whether the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ensure public statements are clear and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Leadership decides whether the use is appropriate and whether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should be understandable to all staff because the earliest governance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first decision is recognizing that an AI use exists.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treat AI use as more than “using a tool.” If a tool classifies, summarizes,.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should be understandable to all staff because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should treat AI use as more than “using a tool.” If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decision is identifying the purpose.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fourth decision is defining the role of the AI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 output may be a draft, a suggestion, a risk score, a classification, a summary,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governance question is whether the output informs human work or changes a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fourth decision is defining the role of the AI output.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output may be a draft, a suggestion, a risk score,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draft that a trained staff member reviews may be low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score that determines who receives outreach first, which.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seventh decision is planning oversight after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use should not be approved once and forgotten.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know what evidence will be reviewed over time, such as error reports, user.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seventh decision is planning oversight after approval.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seventh decision is planning oversight after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use should not be approved once and forgotten.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know what evidence will be reviewed over time,.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Unapproved tool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public or personal AI tools before the agency has reviewed privacy, security,.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publish a plain-language list of approved, restricted, and prohibited uses,.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Unapproved tool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use public or personal AI tools before the agency has.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publish a plain-language list of approved, restricted,.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Hidden automation.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and confidentiality failures.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Sensitive public health information can be exposed through inappropriate prompts, 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require data classification, minimum necessary use, approved environments, access.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and confidentiality failures.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Sensitive public health information can be exposed through.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require data classification, minimum necessary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and representation harms.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Governance overload.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can create review processes so burdensome that staff avoid them or innovation stalls.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use risk tiers, standard intake forms, clear timelines, and lightweight pathways for.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Governance overload.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Governance overload.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can create review processes so burdensome that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use risk tiers, standard intake forms, clear timelines,.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 AI-supported workflows, governance should be visible at the points where work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Before use, staff should know whether the tool is approved, what data may be used, what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use, staff should know how to review outputs, document decisions, protect sensitive.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 AI-supported workflows, governance should be visible at the points where 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use, staff should know whether the tool is approved,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use, staff should know how to review outputs,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After use, the agency should be able to audit what was approved,.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supervisors and leaders, governance means ensuring that staff have clear rules,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should avoid approving AI tools without resources for training,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all staff, governance means pausing when an AI use involves sensitive data, public-facing.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supervisors and leaders, governance means ensuring that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 should avoid approving AI tools without resources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all staff, governance means pausing when an AI use involves.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might AI already be entering your work through drafting tools, analytics tools,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AI uses in your program area would be low risk, and what uses would require formal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in your agency would need to review an AI use that involves sensitive data, public-facing.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might AI already be entering your work through drafting.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AI uses in your program area would be low risk, and what uses.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in your agency would need to review an AI use that involves.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information would you need before you could explain an AI-supported workflow to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would make staff comfortable raising concerns about AI outputs or unapproved use without.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information would you need before you could explain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would make staff comfortable raising concerns about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Select one real or realistic public health workflow where AI might be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Examples include summarizing meeting notes, drafting public health messages, classifying.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 a one-page introductory AI governance intake and escalation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Examples include summarizing meeting notes, drafting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note should include: the public health purpose; the staff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Practical exercise example: A chronic disease program wants to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After completing the note, identify one governance question that remains unresolved.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Can this data be entered into the proposed tool under current data-use agreements?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must approve public language based on AI-assisted summaries?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would make the project high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AI summary did not erase smaller.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Learners should produce an introductory AI governance intake and escalation note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include a purpose statement, data description, AI function, likely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can be used as a training record, a draft intake form, or a starting point for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include a purpose statement, data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can be used as a training record, a draft intake.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Learners should produce an introductory AI governance intake and escalation note for one.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include a purpose statement, data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can be used as a training record, a draft intake.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AI governance in a public health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AI use should most clearly be escalated for formal review before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the most important reason to define human review in an AI-supported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AI governance in a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Artificial Intelligence Risk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AI RMF Playbook.:.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Artificial Intelligence Risk Management.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National Institute of Standards and Technology.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Artificial Intelligence Risk Management Framework (AI RMF 1.0).</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2023.: https://www.nist.gov/itl/ai-risk-management-framework</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World Health Organization. Regulatory considerations on artificial intelligence for health..</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World Health Organization.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Regulatory considerations on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2023.: https://www.who.int/publications/i/item/9789240078871</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2026-07-13T02:33:45Z</dcterms:created>
  <dcterms:modified xsi:type="dcterms:W3CDTF">2026-07-13T02:33:45Z</dcterms:modified>
</cp:coreProperties>
</file>