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Readiness for Responsible AI is designed for an individual learner using the AI Playbook and Toolkit for Public Health Departments.
Use this overview to build your own foundation before you participate in AI project work. The learning section can support self-paced learning, onboarding, leadership orientation, governance preparation, and role-specific readiness.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Staff AI training plan.
Produce or contribute to: Module assignment matrix by role.
Produce or contribute to: Training completion expectations.
Produce or contribute to: List of governance or implementation artifacts produced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learning modules are designed to help health departments create a shared baseline before you begin AI project work. They can be used for staff onboarding, leadership orientation, governance preparation, cross-program training, or pre-work before readiness assessment and use case prioritization.
This overview explains how you can use the learning section as a self-paced learning path, not just a reference library. You can use the modules before workshops, during guided learning sessions, or as onboarding if you will participate in AI-supported work.
The goal is to help you understand your role in shared readiness. You may need to understand what AI can and cannot do in their workflows. If you are in a leadership role, you need to understand governance and resource implications. If you work in privacy, legal, procurement, IT, communications, equity, or data, you need enough shared language to review proposals consistently.
Your department can adapt the modules into short learning sessions by pairing the narrative content with the discussion questions and practical exercise. The expected takeaways should become practical implementation artifacts, such as a training plan, a list of governance questions, or a completed readiness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governance: The structures, policies, roles, review pathways, and oversight processes used to guide responsible AI use before, during, and after deployment.
Human-in-the-loop: A workflow design in which a person reviews, approves, corrects, or overrides AI outputs before they affect decisions, services, communications, or public health action.
Responsible AI policy: An agency policy that defines expectations for transparency, privacy, security, equity, human oversight, safety, legal compliance, scientific integrity, accountability, and monitoring.
Use case: A specific public health task, workflow, decision support need, or service problem where AI might help. A use case should describe the problem, users, data, value, risks, workflow impact, and governance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plan is a core concept for this lesson because it turns shared readiness for responsible ai from an abstract AI topic into something you can recognize in daily public health work. A practical list of who needs which learning modules, by when, and for what role.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Module assignment matrix is a core concept for this lesson because it turns shared readiness for responsible ai from an abstract AI topic into something you can recognize in daily public health work. A table that connects job roles to required lessons, exercises, and evidence of completion.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Completion expectations is a core concept for this lesson because it turns shared readiness for responsible ai from an abstract AI topic into something you can recognize in daily public health work. The minimum evidence needed to show that a learner has understood and applied the material.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this lesson by selecting one public health activity that is familiar to your role. Describe the current workflow, the pain point, the data involved, the people affected, and the decision or output that the workflow produces. Then decide whether AI could responsibly support drafting, summarizing, routing, analysis, monitoring, or documentation without replacing accountable human judgment. For example, a communications specialist might be assigned Generative AI, Responsible Prompting and Review, Public Transparency, Accessibility and Language Access, and AI Incident Response before using AI to draft public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1, Play 2, Play 3, Play 5, Play 6) to identify the decisions, approvals, people, and timing needed for responsible implementation. Use the related tools (Tool 1, Tool 2, Tool 7, Tool 23, Tool 24, Tool 28, Tool 29) to create documentation that can be reviewed, saved, revised, and used as evidence of readiness. The practical exercise asks you to produce evidence that can feed into that work: Create a short training plan that assigns modules to staff groups, identifies which exercises should be completed, and connects each module to a play or tool that the department will use next.
The main guardrail for this lesson is that Connect your learning to agency policy, approved tools, data safeguards, escalation expectations, and governance requirements.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Your department can use the learning modules as practical training material rather than static background reading. The modules help staff, leaders, governance members, and program teams build a common foundation before you begin AI project work.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short training plan that assigns modules to staff groups, identifies which exercises should be completed, and connects each module to a play or tool that the department will use next.
Staff AI training plan
Module assignment matrix by role
Training completion expectations
List of governance or implementation artifacts produced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staff groups need baseline AI training before tools are approved?
Which modules should be required before governance participation, vendor review, or use case prioritization?
How will the department document that you understand data safeguards, human review expectations, and escalation pathways?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Shared Readiness for Responsible AI</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Staff AI training plan.</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Module assignment matrix by role.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These learning modules are designed to help health departments create a shared baseline before you begin AI project work. They can be used for staff onboarding, leadership orientation, governance preparation, cross-program training, or pre-work before readiness assessment and use case prioritization.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AI governance: The structures, policies, roles, review pathways, and oversight processes used to guide responsible AI use before, during, and after deployment.</a:t>
            </a:r>
            <a:endParaRPr lang="en-US" sz="1320" dirty="0"/>
          </a:p>
          <a:p>
            <a:r>
              <a:rPr lang="en-US" sz="1320" dirty="0">
                <a:solidFill>
                  <a:srgbClr val="17364A"/>
                </a:solidFill>
                <a:latin typeface="Aptos" pitchFamily="34" charset="0"/>
                <a:ea typeface="Aptos" pitchFamily="34" charset="-122"/>
                <a:cs typeface="Aptos" pitchFamily="34" charset="-120"/>
              </a:rPr>
              <a:t>Human-in-the-loop: A workflow design in which a person reviews, approves, corrects, or overrides AI outputs before they affect decisions, services, communications, or public health action.</a:t>
            </a:r>
            <a:endParaRPr lang="en-US" sz="1320" dirty="0"/>
          </a:p>
          <a:p>
            <a:r>
              <a:rPr lang="en-US" sz="1320" dirty="0">
                <a:solidFill>
                  <a:srgbClr val="17364A"/>
                </a:solidFill>
                <a:latin typeface="Aptos" pitchFamily="34" charset="0"/>
                <a:ea typeface="Aptos" pitchFamily="34" charset="-122"/>
                <a:cs typeface="Aptos" pitchFamily="34" charset="-120"/>
              </a:rPr>
              <a:t>Responsible AI policy: An agency policy that defines expectations for transparency, privacy, security, equity, human oversight, safety, legal compliance, scientific integrity, accountability, and monitoring.</a:t>
            </a:r>
            <a:endParaRPr lang="en-US" sz="1320" dirty="0"/>
          </a:p>
          <a:p>
            <a:r>
              <a:rPr lang="en-US" sz="1320" dirty="0">
                <a:solidFill>
                  <a:srgbClr val="17364A"/>
                </a:solidFill>
                <a:latin typeface="Aptos" pitchFamily="34" charset="0"/>
                <a:ea typeface="Aptos" pitchFamily="34" charset="-122"/>
                <a:cs typeface="Aptos" pitchFamily="34" charset="-120"/>
              </a:rPr>
              <a:t>Use case: A specific public health task, workflow, decision support need, or service problem where AI might help. A use case should describe the problem, users, data, value, risks, workflow impact, and governance.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Training plan is a core concept for this lesson because it turns shared readiness for responsible ai from an abstract AI topic into something you can recognize in daily public health work. A practical list of who needs which learning modules, by when, and for what role.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Module assignment matrix is a core concept for this lesson because it turns shared readiness for responsible ai from an abstract AI topic into something you can recognize in daily public health work. A table that connects job roles to required lessons, exercises, and evidence of completion.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Completion expectations is a core concept for this lesson because it turns shared readiness for responsible ai from an abstract AI topic into something you can recognize in daily public health work. The minimum evidence needed to show that a learner has understood and applied the material.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Apply this lesson by selecting one public health activity that is familiar to your role. Describe the current workflow, the pain point, the data involved, the people affected, and the decision or output that the workflow produces. Then decide whether AI could responsibly support drafting, summarizing, routing, analysis, monitoring, or documentation without replacing accountable human judgment. For example, a communications specialist might be assigned Generative AI, Responsible Prompting and Review, Public Transparency, Accessibility and Language Access, and AI Incident Response before using AI to draft public messages.</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1, Play 2, Play 3, Play 5, Play 6) to identify the decisions, approvals, people, and timing needed for responsible implementation. Use the related tools (Tool 1, Tool 2, Tool 7, Tool 23, Tool 24, Tool 28, Tool 29) to create documentation that can be reviewed, saved, revised, and used as evidence of readiness. The practical exercise asks you to produce evidence that can feed into that work: Create a short training plan that assigns modules to staff groups, identifies which exercises should be completed, and connects each module to a play or tool that the department will use next. The main guardrail for this lesson is that Connect your learning to agency policy, approved tools, data safeguards, escalation expectations, and governance requirements.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Your department can use the learning modules as practical training material rather than static background reading. The modules help staff, leaders, governance members, and program teams build a common foundation before you begin AI project work.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Create a short training plan that assigns modules to staff groups, identifies which exercises should be completed, and connects each module to a play or tool that the department will use next.</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Staff AI training plan</a:t>
            </a:r>
            <a:endParaRPr lang="en-US" sz="1400" dirty="0"/>
          </a:p>
          <a:p>
            <a:r>
              <a:rPr lang="en-US" sz="1400" dirty="0">
                <a:solidFill>
                  <a:srgbClr val="17364A"/>
                </a:solidFill>
                <a:latin typeface="Aptos" pitchFamily="34" charset="0"/>
                <a:ea typeface="Aptos" pitchFamily="34" charset="-122"/>
                <a:cs typeface="Aptos" pitchFamily="34" charset="-120"/>
              </a:rPr>
              <a:t>Expected artifact: Module assignment matrix by role</a:t>
            </a:r>
            <a:endParaRPr lang="en-US" sz="1400" dirty="0"/>
          </a:p>
          <a:p>
            <a:r>
              <a:rPr lang="en-US" sz="1400" dirty="0">
                <a:solidFill>
                  <a:srgbClr val="17364A"/>
                </a:solidFill>
                <a:latin typeface="Aptos" pitchFamily="34" charset="0"/>
                <a:ea typeface="Aptos" pitchFamily="34" charset="-122"/>
                <a:cs typeface="Aptos" pitchFamily="34" charset="-120"/>
              </a:rPr>
              <a:t>Expected artifact: Training completion expectations</a:t>
            </a:r>
            <a:endParaRPr lang="en-US" sz="1400" dirty="0"/>
          </a:p>
          <a:p>
            <a:r>
              <a:rPr lang="en-US" sz="1400" dirty="0">
                <a:solidFill>
                  <a:srgbClr val="17364A"/>
                </a:solidFill>
                <a:latin typeface="Aptos" pitchFamily="34" charset="0"/>
                <a:ea typeface="Aptos" pitchFamily="34" charset="-122"/>
                <a:cs typeface="Aptos" pitchFamily="34" charset="-120"/>
              </a:rPr>
              <a:t>Expected artifact: List of governance or implementation artifacts produced during training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Shared Readiness for Responsible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staff groups need baseline AI training before tools are approved?</a:t>
            </a:r>
            <a:endParaRPr lang="en-US" sz="1500" dirty="0"/>
          </a:p>
          <a:p>
            <a:r>
              <a:rPr lang="en-US" sz="1500" dirty="0">
                <a:solidFill>
                  <a:srgbClr val="17364A"/>
                </a:solidFill>
                <a:latin typeface="Aptos" pitchFamily="34" charset="0"/>
                <a:ea typeface="Aptos" pitchFamily="34" charset="-122"/>
                <a:cs typeface="Aptos" pitchFamily="34" charset="-120"/>
              </a:rPr>
              <a:t>Which modules should be required before governance participation, vendor review, or use case prioritization?</a:t>
            </a:r>
            <a:endParaRPr lang="en-US" sz="1500" dirty="0"/>
          </a:p>
          <a:p>
            <a:r>
              <a:rPr lang="en-US" sz="1500" dirty="0">
                <a:solidFill>
                  <a:srgbClr val="17364A"/>
                </a:solidFill>
                <a:latin typeface="Aptos" pitchFamily="34" charset="0"/>
                <a:ea typeface="Aptos" pitchFamily="34" charset="-122"/>
                <a:cs typeface="Aptos" pitchFamily="34" charset="-120"/>
              </a:rPr>
              <a:t>How will the department document that you understand data safeguards, human review expectations, and escalation pathways?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Readiness for Responsible AI</dc:title>
  <dc:subject>Shared Readiness for Responsible AI learning module</dc:subject>
  <dc:creator>Paula Soper</dc:creator>
  <cp:lastModifiedBy>Paula Soper</cp:lastModifiedBy>
  <cp:revision>1</cp:revision>
  <dcterms:created xsi:type="dcterms:W3CDTF">2026-07-09T20:18:52Z</dcterms:created>
  <dcterms:modified xsi:type="dcterms:W3CDTF">2026-07-09T20:18:52Z</dcterms:modified>
</cp:coreProperties>
</file>