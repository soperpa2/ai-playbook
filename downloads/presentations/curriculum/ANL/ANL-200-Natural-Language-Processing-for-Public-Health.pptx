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Language Processing for Public Health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NLP in plain language and distinguish common NLP tasks.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public health workflows where NLP may be useful.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risks related to accuracy, bias, privacy, hallucination, language, and missing context.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source verification and human review requirements for NLP outputs.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NLP evaluation plan for one public health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NLP use case description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anl-200-natural-language-processing-for-public-health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can reduce burden by helping staff find, organize, classify, extract, translate, or summarize information from large volumes of text.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support case investigation, environmental health complaint triage, syndromic surveillance, public inquiry response, community engagement…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text is often ambiguous, incomplete, sensitive, and context-dependent.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outputs should not be treated as facts without review.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may omit important details, misread abbreviations, misunderstand negation, translate poorly, or generate a summary that sounds correct but is…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processing: NLP refers to AI methods that process, analyze, classify, summarize, extract, translate, or generate human…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extraction: Information extraction pulls specific facts from text, such as symptoms, dates, locations, exposures, risk…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classification: Text classification assigns text to categories, such as complaint type, urgency, topic, likely condition, or…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Summarization: Summarization creates a shorter version of longer text. Public health summarization should preserve…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Hallucination: A hallucination is an AI-generated statement that is false, unsupported, or not present in the source…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contact center may receive hundreds of public inquiries during an outbreak.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could classify messages by topic, identify urgent issues, and draft response summaries for staff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can improve timeliness, but messages may contain sensitive information, emotional language, misinformation, or ambiguous requests.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need review procedures and escalation criteria.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is often used for summarization, drafting, and question answering, but outputs must be checked against source material.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may use NLP-derived features, so extraction quality affects model performance.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systems use NLP to retrieve and summarize documents, which requires document governance and source citation.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using NLP to trigger actions should require clear thresholds and human approval for consequential steps.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implementation begins with task definition.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Extraction, classification, summarization, translation, topic modeling, and question answering are different tasks with different…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performs well at summarization may perform poorly at extracting dates or classifying urgency.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define the task narrowly before selecting or testing a tool.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should use representative source text.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examples should include common language, uncommon language, abbreviations, misspellings, multilingual text, ambiguous statements,…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summaries.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tools may omit, distort, or invent information.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source review, citations, factuality checks, and human approval.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and accessibility gaps.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may perform differently across languages, dialects, literacy levels, or disability-related communication needs.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NLP evaluation plan for one public health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text source, NLP task, intended use, prohibited use, required human review, accuracy measures, bias or subgroup review, privacy…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use case description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evaluation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verification and privacy safeguards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Guidance on Large Multi-Modal Models:…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records, data governance, and program policies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NLP?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task is an example of information extraction?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is source verification important for NLP outputs?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NLP use requires strong safeguards?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200: Natural Language Processing for Public Health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