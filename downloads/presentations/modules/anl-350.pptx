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350 Communicating Model Results and Uncertainty
Public health staff often need to communicate AI or model results to leaders, partners, the public, or operational teams. This module teaches learners how to explain model outputs, uncertainty, limitations, and appropriate use without overstating precision or creating false confidence. The module focuses on practical communication. Learners translate metrics, confidence, caveats, and validation findings into language that supports responsible decisions. The goal is to ensure that model results inform judgment rather than replace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analytics-modeling, communications, public-health-executive-leadership, epidemiology, governance-security
Public health staff often need to communicate AI or model results to leaders, partners, the public, or operational teams. This module teaches learners how to explain model outputs, uncertainty, limitations, and appropriate use without overstating precision or creating false confidence. The module focuses on practical communication. Learners translate metrics, confidence, caveats, and validation findings into language that supports responsible decisions. The goal is to ensure that model results inform judgment rather than replace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model results in plain language for nontechnical audiences.
Distinguish uncertainty, variability, error, bias, and data limitations.
Identify when model results should include confidence intervals, prediction intervals, caveats, or subgroup findings.
Avoid overclaiming, causal overreach, and false precision in AI communications.
Create a model communication brief for a public health decision-maker.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staff often need to communicate AI or model results to leaders, partners, the public, or operational teams. This module teaches learners how to explain model outputs, uncertainty, limitations, and appropriate use without overstating precision or creating false confidence.
The module focuses on practical communication. Learners translate metrics, confidence, caveats, and validation findings into language that supports responsible decisions. The goal is to ensure that model results inform judgment rather than replace it.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Uncertainty: The degree to which an estimate, prediction, or conclusion may be imprecise or incomplete.
Prediction interval: A range that estimates where a future observation may fall.
Confidence interval: A range that expresses uncertainty around an estimated parameter.
Calibration: How closely predicted probabilities match observed outcomes.
Caveat: A clear statement of limitation, condition, or caution.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Model outputs can influence urgent decisions. A forecast may affect staffing, a risk score may affect outreach, and a hotspot map may affect deployment of field teams. If uncertainty is not explained clearly, decision-makers may treat estimates as facts or ignore important limitations.
Public health communication must balance clarity and caution. Too much technical detail can obscure the message, but too little detail can hide uncertainty. A strong communication product explains what the model suggests, what it does not show, how reliable it is, and what human judgment or additional evidence is needed.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epidemiology team uses a time-series model to forecast emergency department visits for respiratory illness. The forecast shows a possible increase over the next two weeks, but the prediction interval is wide because reporting patterns changed after a holiday. A strong communication brief would state that visits may rise, explain the uncertainty, identify possible reasons for reduced confidence, and recommend preparedness actions that are proportional to the evidence.
The brief should not say that the model proves an outbreak is occurring. It should present the forecast as one input into surveillance judgment, alongside laboratory data, provider reports, syndromic trends, and field intelligence.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Model communication begins with the decision context. The same model output may be communicated differently to a technical team, health officer, program manager, community partner, or public audience. Technical users may need details about metrics and data limitations, while executives may need decision implications, confidence, and recommended actions.
Uncertainty should be explained visually and verbally. Trend lines, ranges, maps, and risk categories can help, but they can also imply precision that the model does not have. Labels should avoid unsupported certainty. Words such as likely, possible, estimated, preliminary, and subject to change can be helpful when used consistently.
Subgroup findings require special care. If model performance differs by age, race, ethnicity, language, geography, disability, housing status, or data source, communications should avoid presenting aggregate performance as universal. Decision-makers need to know whether a model is less reliable for some populations.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major failure mode is false precision. A model may produce a number such as 82.4 percent risk, but the data and validation may not support that level of exactness. A guardrail is to use appropriate rounding, risk categories, and uncertainty statements.
Another failure mode is hiding limitations to make results look more actionable. This can erode trust if the model later performs poorly. A guardrail is to include a standard limitations section in model briefs and require review before results are shared outside the technical team.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can help draft summaries of model findings, but the draft must be checked by analysts who understand the model. Predictive analytics, outbreak forecasts, risk stratification tools, and geospatial models all require communication practices that preserve uncertainty. RAG systems used for briefings should cite source reports and validation evidence.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Who needs to understand this model result?
What decision will the result support?
What uncertainty or limitation could change the decision?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Are there subgroup performance concerns?
What wording would prevent overclaiming?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one-page model communication brief. Include the decision question, model result, uncertainty, validation status, limitations, subgroup considerations, recommended use, prohibited use,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Model communication brief
Plain-language uncertainty statement
Subgroup caveat if relevant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Review sign-off note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Model communication brief
Plain-language uncertainty statement
Subgroup caveat if relevant
Review sign-off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communicate uncertainty with model results?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350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Communicating Model Results and Uncertainty</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staff often need to communicate AI or model results 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how to explain model outputs, uncertainty,.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focuses on practical communication.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Analytics and Modeling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model results in plain language for nontechnical audiences.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uncertainty, variability, error, bias, and data limitations.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when model results should include confidence intervals, prediction.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model results in plain language for nontechnical audiences.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Identify when model results should include.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Avoid overclaiming, causal overreach, and false.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Create a model communication brief for a public.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health staff often need to communicate AI or model results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teaches learners how to explain model outputs, uncertainty,.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module focuses on practical communication.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staff often need to communicate AI or model results to leaders,.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Uncertainty: The degree to which an estimate, prediction, or conclusion may.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Prediction interval: A range that estimates where a future observation may.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Confidence interval: A range that expresses uncertainty around an estimated.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Uncertainty: The degree to which an estimate, prediction, or conclusion may be.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Calibration: How closely predicted probabilities.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Caveat: A clear statement of limitation,.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Model outputs can influence urgent decisions.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forecast may affect staffing, a risk score may affect outreach, and 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uncertainty is not explained clearly, decision-makers may treat estimates.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Model outputs can influence urgent decisions.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 epidemiology team uses a time-series model to forecast emergency.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forecast shows a possible increase over the next two weeks, but the.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strong communication brief would state that visits may rise, explain the.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epidemiology team uses a time-series model to forecast emergency department.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 epidemiology team uses a time-series model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forecast shows a possible increase over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strong communication brief would state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Model communication begins with the decision context.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same model output may be communicated differently to a technical team,.</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Technical users may need details about metrics and data limitations, while.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Model communication begins with the decision context.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major failure mode is false precision.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model may produce a number such as 82.4 percent risk, but the data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use appropriate rounding, risk categories, and uncertainty.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major failure mode is false precision.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model may produce a number such as 82.4 percent.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Another failure mode is hiding limitations to make.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can erode trust if the model later performs.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can help draft summaries of model findings, but the draft must.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analytics, outbreak forecasts, risk stratification tools,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RAG systems used for briefings should cite source reports and validation.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can help draft summaries of model findings, but the draft must be.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Generative AI can help draft summaries of model.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Predictive analytics, outbreak forecasts, risk.</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Who needs to understand this model result?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decision will the result support?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uncertainty or limitation could change the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Who needs to understand this model result?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Who needs to understand this model result?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decision will the result support?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uncertainty or limitation could change the.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Are there subgroup performance concerns?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wording would prevent overclaiming?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Are there subgroup performance concerns?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Are there subgroup performance concerns?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wording would prevent overclaiming?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one-page model communication brief.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the decision question, model result, uncertainty, validation status,.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one-page model communication brief.</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one-page model communication brief.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the decision question, model result,.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Model communication brief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Plain-language uncertainty statement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Subgroup caveat if relevant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Model communication brief</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Model communication brief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Plain-language uncertainty statement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Subgroup caveat if relevant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Review sign-off note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Review sign-off note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Review sign-off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Model communication brief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Plain-language uncertainty statement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Subgroup caveat if relevant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Model communication brief</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Model communication brief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Plain-language uncertainty statement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Subgroup caveat if relevant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best reason to communicate uncertainty with model results?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best reason to communicate uncertainty with model results?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best reason to communicate uncertainty.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Data decision</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How to validate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data quality, model performance, validation evidence,.</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Communicating Model Results and Uncertainty</dc:title>
  <dc:subject>Communicating Model Results and Uncertainty learning module</dc:subject>
  <dc:creator>Paula Soper</dc:creator>
  <cp:lastModifiedBy>Paula Soper</cp:lastModifiedBy>
  <cp:revision>1</cp:revision>
  <dcterms:created xsi:type="dcterms:W3CDTF">2026-07-14T04:35:31Z</dcterms:created>
  <dcterms:modified xsi:type="dcterms:W3CDTF">2026-07-14T04:35:31Z</dcterms:modified>
</cp:coreProperties>
</file>