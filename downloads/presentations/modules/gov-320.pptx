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320 AI Documentation, Model Cards, and System Cards
AI documentation makes systems understandable, reviewable, and accountable. Model cards and system cards are structured documentation tools that describe intended use, data, evaluation, limitations, risks, human oversight, and monitoring. This module helps public health staff create documentation that supports governance review, vendor oversight, public accountability, and incident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operations-data-quality
AI documentation makes systems understandable, reviewable, and accountable. Model cards and system cards are structured documentation tools that describe intended use, data, evaluation, limitations, risks, human oversight, and monitoring. This module helps public health staff create documentation that supports governance review, vendor oversight, public accountability, and incident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this tool to complete or strengthen the practical exercise for the module using fictional, de-identified, or generalized.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documentation, model cards, and system cards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documentation packet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documentation makes systems understandable, reviewable, and accountable. Model cards and system cards are structured documentation tools that describe intended use, data, evaluation, limitations, risks, human oversight, and monitoring. This module helps public health staff create documentation that supports governance review, vendor oversight, public accountability, and incident response.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Documentation, Model Cards, and System Cards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AI documentation records what the system is intended to do, how it was developed or configured, what data it uses, how it was evaluated, what limitations are known, and how it is monitored. Documentation supports accountability across the AI lifecycle.
A model card is a structured summary of a model, including intended use, data, evaluation, limitations, risks, and appropriate use. A system card extends documentation to the broader system, including workflow integration, interfaces, user roles, retrieval sources, human oversight, and operational controls.
Documentation is not a paperwork exercise. It is how agencies preserve institutional memory, support governance review, answer vendor questions, investigate incidents, train staff, and explain decisions to leaders or the public when appropriate.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agency using a generative AI assistant to draft public health messages should document the approved use, source materials, prohibited content, review process, accessibility expectations, language review, hallucination controls, user training, monitoring process, and incident response pathway. A system card would help reviewers understand the whole workflow rather than only the model.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AI documentation should be created before deployment and maintained after launch. The documentation should identify the system owner, intended users, data inputs, outputs, human review requirements, validation approach, known limitations, and change management process. A document that is created once and never updated will not support responsible operations.
Model cards are especially useful for predictive or classification models because they can document training data, evaluation metrics, subgroup performance, limitations, and intended use. System cards are especially useful for generative, RAG, and agentic systems because these tools depend on prompts, retrieval content, integrations, permissions, and human workflows.
Documentation should also cover changes. Model updates, prompt changes, data source changes, terminology updates, and workflow changes can all affect system behavior. Change logs and version histories help agencies reconstruct what happened if outputs change or incidents occur.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documentation packet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documentation packet. It should be specific to a public health workflow and should include technical dependencies, governance questions, human review expectations, monitoring indicators, and unresolved risks.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documentation packet.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ai documentation, model cards, and system cards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Agency privacy, cybersecurity, data governance, procurement, and records management policies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Documentation, Model Cards, and System Cards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documentation makes systems understandable, reviewable, and accountable.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Model cards and system cards are structured documentation tools that.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public health staff create documentation that supports.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Governance and Security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ai documentation, model cards, and system cards in.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technical, operational, privacy, security, equity,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system,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ai documentation, model cards, and system cards in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the technical, operational, privacy,.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common failure modes that can affect.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practical guardrails that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AI documentation packet that can support readiness assessment,.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AI documentation packet that can support readiness assessment,.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AI documentation packet that can support.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documentation makes systems understandable, reviewable, and accountable.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Model cards and system cards are structured documentation tools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helps public health staff create documentation that supports.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documentation makes systems understandable, reviewable, and accountable.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Documentation, Model Cards, and System Cards matters because AI systems.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topic affects whether AI outputs are accurate, explainable, safe,.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that ignore this area may create tools that work in a demonstration.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Documentation, Model Cards, and System Cards matters because AI systems are.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documentation records what the system is intended to do, how it was.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Documentation supports accountability across the AI lifecycle.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model card is a structured summary of a model, including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documentation records what the system is intended to do, how it was developed.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documentation records what the system 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model card is a structured summary of a model,.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system card extends documentation to the broader.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agency using a generative AI assistant to draft public health messages.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system card would help reviewers understand the whole workflow rather than.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agency using a generative AI assistant to draft public health messages should.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 agency using a generative AI assistant to draft.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system card would help reviewers understand the.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documentation should be created before deployment and maintained after.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documentation should identify the system owner, intended users,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document that is created once and never updated will not support.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documentation should be created before deployment and maintained after launch.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documentation should identify the system.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Model cards are especially useful for predictive.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System cards are especially useful for generative,.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technical detail rather.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staff do not connect technical decisions to authority,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Another risk is relying on vendor claims without agency-defined evidence.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technical detail rather than 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When staff do not connect technical decisions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Vendors may provide demonstrations, dashboards,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require documentation, test.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predictive analytics, RAG, automation, and agentic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controls should be scaled to the risk of the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tool that drafts internal training text may require lighter review than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predictive analytics, RAG, automation, and agentic workflows all.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predictive analytics, RAG,.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tool that drafts internal training text may.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module should be applied during readiness.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one current or proposed AI workflow in your.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decisions, data sources, users, or partners would be affected if this.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reviewers need before approving the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one current or proposed AI workflow in your.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one current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decisions, data sources, users, or partners.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reviewers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safeguards should be required before pilot testing?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owns ongoing monitoring and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safeguards should be required before pilot testing?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safeguards should be required before pilot.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owns ongoing monitoring and review?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AI documentation packet for one real or realistic public health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describe the use case, affected users, data 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be used in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AI documentation packet for one real or realistic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artifact should describe the use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Learners should document assumptions and identify.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AI documentation packet.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should be specific to a public health workflow and should include.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documentation packet.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AI documentation packet. It should be.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documentation packet. It should be.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best reason to address ai documentation, model cards,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practice best supports responsible implementation?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Which statement best describes a common failure mode?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best reason to address ai documentation, model cards, and system.</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best reason to address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AI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AI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LLM Applications, when security.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privacy, cybersecurity, data governance,.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Documentation, Model Cards, and System Cards</dc:title>
  <dc:subject>AI Documentation, Model Cards, and System Cards learning module</dc:subject>
  <dc:creator>Paula Soper</dc:creator>
  <cp:lastModifiedBy>Paula Soper</cp:lastModifiedBy>
  <cp:revision>1</cp:revision>
  <dcterms:created xsi:type="dcterms:W3CDTF">2026-07-14T04:35:32Z</dcterms:created>
  <dcterms:modified xsi:type="dcterms:W3CDTF">2026-07-14T04:35:32Z</dcterms:modified>
</cp:coreProperties>
</file>