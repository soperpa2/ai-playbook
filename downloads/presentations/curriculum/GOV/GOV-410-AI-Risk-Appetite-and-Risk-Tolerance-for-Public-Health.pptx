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Risk Appetite and Risk Tolerance for Public Health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difference between risk appetite, risk tolerance, and risk acceptance.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AI uses that may be low, moderate, high, or unacceptable risk in a public health context.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risk tolerance statements for different AI use categories.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risk tolerance to review level, safeguards, monitoring, and escalation.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a draft AI risk appetite statement for leadership or governance discussion.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AI risk appetite statement; risk tolerance table; prohibited-use examples; mitigation and escalation conditions.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Governance and Security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gov-410-ai-risk-appetite-and-risk-tolerance-for-public-health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agencies make risk decisions every day, but AI can make those decisions less visible.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generative AI tool might be acceptable for drafting internal meeting notes but not for producing unsupervised public health guidance.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predictive model might be acceptable for planning staffing levels but not for denying services.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agentic workflow might be acceptable for creating a draft task but not for sending an enforcement notice without human approval.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appetite helps agencies explain these distinctions.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Explain the difference between risk appetite, risk tolerance, and risk acceptance.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AI uses that may be low, moderate, high, or unacceptable risk in a public health context.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Develop risk tolerance statements for different AI use categories.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Connect risk tolerance to review level, safeguards, monitoring, and escalation.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Produce a draft AI risk appetite statement for leadership or governance discussion.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agency may define a higher risk appetite for internal administrative uses that do not involve sensitive data, public communication, or…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may define a moderate appetite for staff-facing decision support when human review, validation, and documentation are required.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may define a very low appetite for unsupervised public-facing advice, automated eligibility decisions, enforcement actions, or tools that…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statements help governance reviewers make consistent decisions.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appetite applies differently across AI types.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AI for internal drafting may fall into a lower-risk category when reviewed by humans.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models used for prioritization require stronger validation and monitoring.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Agentic tools that can take system actions require strict limits, stop authority, and auditability.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appetite should be expressed in plain language and translated into operating rules.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example, an agency might state that it encourages low-risk AI uses that reduce internal administrative burden when no sensitive data…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might state that it will consider moderate-risk uses involving operational data only with documented validation, access controls, human…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might state that it does not permit AI to make final public health enforcement, eligibility, or legal decisions without authorized…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tolerance turns these statements into thresholds.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tolerance may specify that a tool cannot be launched if source traceability is absent, if subgroup performance cannot be assessed for a…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vague risk language.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Phrases like 'use AI responsibly' do not help staff decide what is allowed.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define concrete examples of encouraged, conditional, restricted, and prohibited uses.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risk appetite that ignores equity.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tool may appear operationally useful while shifting burden to communities that are already underrepresented or over-surveilled.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 risk appetite statement and a risk tolerance table for at least four AI use categories: internal productivity, staff decision support,…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appetite statement; risk tolerance table; prohibited-use examples; mitigation and escalation conditions.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7A3E9D"/>
          </a:solidFill>
          <a:ln w="12700">
            <a:solidFill>
              <a:srgbClr val="7A3E9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7A3E9D"/>
          </a:solidFill>
          <a:ln>
            <a:solidFill>
              <a:srgbClr val="7A3E9D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and Security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 410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 410: AI Risk Appetite and Risk Tolerance for Public Health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