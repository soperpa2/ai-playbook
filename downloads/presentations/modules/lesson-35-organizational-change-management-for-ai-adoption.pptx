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 430 Organizational Change Management for AI Adoption
AI adoption changes how people work, make decisions, document actions, communicate with partners, and understand their roles. Successful implementation requires change management, not just technical deployment. Staff need to understand why a tool is being introduced, how it affects their workflow, what they are responsible for reviewing, and how concerns will be handled. This module helps leaders plan the organizational side of AI adoption. It focuses on stakeholder engagement, communication, training, workflow redesign, trust-building, feedback loops, readiness assessment, and adoption monitoring. The goal is to prevent AI from being experienced as a top-down technology mandate and instead support thoughtful integration into public health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advanced/leadership
Primary track: Public Health Executive Leadership Track
Appears in tracks: governance-security
AI adoption changes how people work, make decisions, document actions, communicate with partners, and understand their roles. Successful implementation requires change management, not just technical deployment. Staff need to understand why a tool is being introduced, how it affects their workflow, what they are responsible for reviewing, and how concerns will be handled. This module helps leaders plan the organizational side of AI adoption. It focuses on stakeholder engagement, communication, training, workflow redesign, trust-building, feedback loops, readiness assessment, and adoption monitoring. The goal is to prevent AI from being experienced as a top-down technology mandate and instead support thoughtful integration into public health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why AI implementation requires change management.
Identify stakeholders affected by an AI-supported workflow.
Develop a change management plan that includes communication, training, workflow updates, feedback, and adoption measures.
Recognize staff concerns related to trust, workload, deskilling, surveillance, accountability, and job impact.
Produce an AI adoption and change management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AI adoption changes how people work, make decisions, document actions, communicate with partners, and understand their roles. Successful implementation requires change management, not just technical deployment. Staff need to understand why a tool is being introduced, how it affects their workflow, what they are responsible for reviewing, and how concerns will be handled.
This module helps leaders plan the organizational side of AI adoption. It focuses on stakeholder engagement, communication, training, workflow redesign, trust-building, feedback loops, readiness assessment, and adoption monitoring. The goal is to prevent AI from being experienced as a top-down technology mandate and instead support thoughtful integration into public health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AI tools may fail even when the technology works because the organization is not ready to use them. Staff may not trust the output, may over-trust it, may not understand their review responsibilities, or may develop workarounds that undermine safeguards. Leaders may underestimate the time needed for training, workflow redesign, and user feedback.
Change management is also an equity and workforce issue. Staff who are not included in design may experience AI as a threat or burden. Programs with less technical capacity may be left behind. Communities may experience changes in service delivery without understanding how AI is involved. A change plan helps ensure that adoption is transparent, inclusive, and aligned with public health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health department launches an AI assistant to help staff find internal policies and program guidance. The tool is technically functional, but staff do not use it because they are unsure whether answers are official, whether searches are monitored, and whether they remain responsible for verifying information. Some staff worry that the tool will be used to judge their productivity.
A change management plan addresses these concerns directly. It explains the purpose of the tool, approved uses, prohibited uses, privacy protections, source citation requirements, human verification expectations, and feedback process. It also includes supervisors, program champions, training sessions, office hours, and monitoring of adoption barriers.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and Governance Deep Dive
AI change management should begin before procurement or configuration. Leaders should identify who will be affected, what pain points the tool is supposed to address, which workflows will change, and what staff need to learn. Stakeholder engagement should include frontline users, supervisors, program leaders, IT, privacy, legal, communications, equity staff, and where appropriate, community representatives.
The communication plan should be specific. Staff need to know what the tool does, what it does not do, why the agency is using it, what data may be entered, what outputs require review, and how errors should be reported. Communication should also acknowledge uncertainty. Overselling AI can damage trust when limitations become visible. Under-explaining AI can lead to rumors, resistance, or unsafe use.
Training should be tied to workflow. Generic AI literacy is not enough. Users need role-specific examples, review criteria, escalation scenarios, documentation expectations, and practice with realistic outputs. Supervisors need to know how to reinforce appropriate use and respond to concerns. Change management should continue after launch through feedback, monitoring, and iterative improvement.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One risk is adoption without understanding. Staff may use the tool incorrectly or treat outputs as authoritative because training was superficial. A guardrail is to require role-based training and workflow-specific practice before access is granted.
Another risk is resistance caused by lack of transparency. If staff believe AI is being introduced to monitor or replace them, they may avoid or undermine the tool. A guardrail is to communicate purpose, boundaries, data practices, and workforce implications clearly and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adoption requires training on review, citation, privacy, and public records. Predictive analytics adoption requires training on interpretation, limitations, and override documentation. Agentic workflow adoption requires training on approvals, stop procedures, and escalation. Each AI type changes work in different ways, so change management must be specific.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current or proposed AI use case in your agency raises this leadership or governance issue most clearly?
Who currently has authority to make decisions about this issue, and is that authority documented?
What evidence would governance or leadership need before approving the use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staff, partners, or communities would be affected if this issue were handled poorly?
What policy, process, or artifact should be created or updated after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change management plan for one AI use case. Include stakeholder map, communication messages, training needs, workflow changes, adoption measures, feedback process, and launch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You Begin
Choose a real or realistic public health AI use case. Document assumptions, unresolved questions, and which agency roles would need to review the artifact before it is adopted. The exercise should produce a work product that could support governance review, leadership discussion, implementation planning, or policy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AI adoption plan; stakeholder map; communication plan; training plan; feedback and adoption monitoring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AI adoption plan; stakeholder map; communication plan; training plan; feedback and adoption monitoring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strongest reason this module topic belongs in AI leadership and governance training?
2. Which practice best supports accountable public health AI governance?
3. When should an AI use case be escalated for leadership or governance review?
4. What is weak evidence of completion for a leadership and governance module?
5. What should leaders do when an AI use case has meaningful benefits but unresolved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Artificial Intelligence Risk Management Framework (AI RMF 1.0): https://www.nist.gov/itl/ai-risk-management-framework
NIST Generative AI Profile: https://www.nist.gov/publications/artificial-intelligence-risk-management-framework-generative-artificial-intelligence
NIST Privacy Framework
CDC Public Health Data Strategy and Data Modernization resources: https://www.cdc.gov/public-health-data-strategy/php/about/index.html
WHO Ethics and Governance of Artificial Intelligence for Health: https://www.who.int/publications/i/item/9789240029200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OMB Memorandum M-24-10 on federal AI governance, risk management, and innovation, where relevant to public-sector governance models
Agency strategic plans, procurement policies, privacy policies, cybersecurity policies, records policies, and equity plans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EXE 430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Organizational Change Management for AI Adoption</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Organizational Change Management for AI Adoption</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Module Context</a:t>
            </a:r>
            <a:endParaRPr lang="en-US" sz="2700" dirty="0"/>
          </a:p>
        </p:txBody>
      </p:sp>
      <p:sp>
        <p:nvSpPr>
          <p:cNvPr id="7" name="Text 5"/>
          <p:cNvSpPr/>
          <p:nvPr/>
        </p:nvSpPr>
        <p:spPr>
          <a:xfrm>
            <a:off x="822960" y="1325880"/>
            <a:ext cx="10378440" cy="1371600"/>
          </a:xfrm>
          <a:prstGeom prst="rect">
            <a:avLst/>
          </a:prstGeom>
          <a:noFill/>
          <a:ln/>
        </p:spPr>
        <p:txBody>
          <a:bodyPr wrap="square" lIns="635" tIns="635" rIns="635" bIns="635" rtlCol="0" anchor="t">
            <a:normAutofit/>
          </a:bodyPr>
          <a:lstStyle/>
          <a:p>
            <a:r>
              <a:rPr lang="en-US" sz="1600" dirty="0">
                <a:solidFill>
                  <a:srgbClr val="17364A"/>
                </a:solidFill>
                <a:latin typeface="Aptos" pitchFamily="34" charset="0"/>
                <a:ea typeface="Aptos" pitchFamily="34" charset="-122"/>
                <a:cs typeface="Aptos" pitchFamily="34" charset="-120"/>
              </a:rPr>
              <a:t>Level: advanced/leadership</a:t>
            </a:r>
            <a:endParaRPr lang="en-US" sz="1600" dirty="0"/>
          </a:p>
          <a:p>
            <a:r>
              <a:rPr lang="en-US" sz="1600" dirty="0">
                <a:solidFill>
                  <a:srgbClr val="17364A"/>
                </a:solidFill>
                <a:latin typeface="Aptos" pitchFamily="34" charset="0"/>
                <a:ea typeface="Aptos" pitchFamily="34" charset="-122"/>
                <a:cs typeface="Aptos" pitchFamily="34" charset="-120"/>
              </a:rPr>
              <a:t>Primary track: Public Health Executive Leadership Track</a:t>
            </a:r>
            <a:endParaRPr lang="en-US" sz="1600" dirty="0"/>
          </a:p>
          <a:p>
            <a:r>
              <a:rPr lang="en-US" sz="1600" dirty="0">
                <a:solidFill>
                  <a:srgbClr val="17364A"/>
                </a:solidFill>
                <a:latin typeface="Aptos" pitchFamily="34" charset="0"/>
                <a:ea typeface="Aptos" pitchFamily="34" charset="-122"/>
                <a:cs typeface="Aptos" pitchFamily="34" charset="-120"/>
              </a:rPr>
              <a:t>Appears in tracks: governance-security</a:t>
            </a:r>
            <a:endParaRPr lang="en-US" sz="1600" dirty="0"/>
          </a:p>
        </p:txBody>
      </p:sp>
      <p:sp>
        <p:nvSpPr>
          <p:cNvPr id="8" name="Text 6"/>
          <p:cNvSpPr/>
          <p:nvPr/>
        </p:nvSpPr>
        <p:spPr>
          <a:xfrm>
            <a:off x="822960" y="2743200"/>
            <a:ext cx="10378440" cy="2834640"/>
          </a:xfrm>
          <a:prstGeom prst="rect">
            <a:avLst/>
          </a:prstGeom>
          <a:noFill/>
          <a:ln/>
        </p:spPr>
        <p:txBody>
          <a:bodyPr wrap="square" lIns="1016" tIns="1016" rIns="1016" bIns="1016" rtlCol="0" anchor="t">
            <a:normAutofit/>
          </a:bodyPr>
          <a:lstStyle/>
          <a:p>
            <a:pPr indent="0" marL="0">
              <a:buNone/>
            </a:pPr>
            <a:r>
              <a:rPr lang="en-US" sz="1400" dirty="0">
                <a:solidFill>
                  <a:srgbClr val="17364A"/>
                </a:solidFill>
                <a:latin typeface="Aptos" pitchFamily="34" charset="0"/>
                <a:ea typeface="Aptos" pitchFamily="34" charset="-122"/>
                <a:cs typeface="Aptos" pitchFamily="34" charset="-120"/>
              </a:rPr>
              <a:t>AI adoption changes how people work, make decisions, document actions, communicate with partners, and understand their roles. Successful implementation requires change management, not just technical deployment. Staff need to understand why a tool is being introduced, how it affects their workflow, what they are responsible for reviewing, and how concerns will be handled. This module helps leaders plan the organizational side of AI adoption. It focuses on stakeholder engagement, communication, training, workflow redesign, trust-building, feedback loops, readiness assessment, and adoption monitoring. The goal is to prevent AI from being experienced as a top-down technology mandate and instead support thoughtful integration into public health practice.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Organizational Change Management for AI Adoption</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Learning Objectives</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Explain why AI implementation requires change management.</a:t>
            </a:r>
            <a:endParaRPr lang="en-US" sz="1450" dirty="0"/>
          </a:p>
          <a:p>
            <a:r>
              <a:rPr lang="en-US" sz="1450" dirty="0">
                <a:solidFill>
                  <a:srgbClr val="17364A"/>
                </a:solidFill>
                <a:latin typeface="Aptos" pitchFamily="34" charset="0"/>
                <a:ea typeface="Aptos" pitchFamily="34" charset="-122"/>
                <a:cs typeface="Aptos" pitchFamily="34" charset="-120"/>
              </a:rPr>
              <a:t>Identify stakeholders affected by an AI-supported workflow.</a:t>
            </a:r>
            <a:endParaRPr lang="en-US" sz="1450" dirty="0"/>
          </a:p>
          <a:p>
            <a:r>
              <a:rPr lang="en-US" sz="1450" dirty="0">
                <a:solidFill>
                  <a:srgbClr val="17364A"/>
                </a:solidFill>
                <a:latin typeface="Aptos" pitchFamily="34" charset="0"/>
                <a:ea typeface="Aptos" pitchFamily="34" charset="-122"/>
                <a:cs typeface="Aptos" pitchFamily="34" charset="-120"/>
              </a:rPr>
              <a:t>Develop a change management plan that includes communication, training, workflow updates, feedback, and adoption measures.</a:t>
            </a:r>
            <a:endParaRPr lang="en-US" sz="1450" dirty="0"/>
          </a:p>
          <a:p>
            <a:r>
              <a:rPr lang="en-US" sz="1450" dirty="0">
                <a:solidFill>
                  <a:srgbClr val="17364A"/>
                </a:solidFill>
                <a:latin typeface="Aptos" pitchFamily="34" charset="0"/>
                <a:ea typeface="Aptos" pitchFamily="34" charset="-122"/>
                <a:cs typeface="Aptos" pitchFamily="34" charset="-120"/>
              </a:rPr>
              <a:t>Recognize staff concerns related to trust, workload, deskilling, surveillance, accountability, and job impact.</a:t>
            </a:r>
            <a:endParaRPr lang="en-US" sz="1450" dirty="0"/>
          </a:p>
          <a:p>
            <a:r>
              <a:rPr lang="en-US" sz="1450" dirty="0">
                <a:solidFill>
                  <a:srgbClr val="17364A"/>
                </a:solidFill>
                <a:latin typeface="Aptos" pitchFamily="34" charset="0"/>
                <a:ea typeface="Aptos" pitchFamily="34" charset="-122"/>
                <a:cs typeface="Aptos" pitchFamily="34" charset="-120"/>
              </a:rPr>
              <a:t>Produce an AI adoption and change management plan.</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Organizational Change Management for AI Adoption</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Module Overview</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AI adoption changes how people work, make decisions, document actions, communicate with partners, and understand their roles. Successful implementation requires change management, not just technical deployment. Staff need to understand why a tool is being introduced, how it affects their workflow, what they are responsible for reviewing, and how concerns will be handled. This module helps leaders plan the organizational side of AI adoption. It focuses on stakeholder engagement, communication, training, workflow redesign, trust-building, feedback loops, readiness assessment, and adoption monitoring. The goal is to prevent AI from being experienced as a top-down technology mandate and instead support thoughtful integration into public health practice.</a:t>
            </a:r>
            <a:endParaRPr lang="en-US" sz="14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Organizational Change Management for AI Adoption</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AI tools may fail even when the technology works because the organization is not ready to use them. Staff may not trust the output, may over-trust it, may not understand their review responsibilities, or may develop workarounds that undermine safeguards. Leaders may underestimate the time needed for training, workflow redesign, and user feedback. Change management is also an equity and workforce issue. Staff who are not included in design may experience AI as a threat or burden. Programs with less technical capacity may be left behind. Communities may experience changes in service delivery without understanding how AI is involved. A change plan helps ensure that adoption is transparent, inclusive, and aligned with public health values.</a:t>
            </a:r>
            <a:endParaRPr lang="en-US" sz="14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Organizational Change Management for AI Adoption</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Public Health Example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 health department launches an AI assistant to help staff find internal policies and program guidance. The tool is technically functional, but staff do not use it because they are unsure whether answers are official, whether searches are monitored, and whether they remain responsible for verifying information. Some staff worry that the tool will be used to judge their productivity. A change management plan addresses these concerns directly. It explains the purpose of the tool, approved uses, prohibited uses, privacy protections, source citation requirements, human verification expectations, and feedback process. It also includes supervisors, program champions, training sessions, office hours, and monitoring of adoption barriers.</a:t>
            </a:r>
            <a:endParaRPr lang="en-US" sz="14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Organizational Change Management for AI Adoption</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Technical and Governance Deep Dive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AI change management should begin before procurement or configuration. Leaders should identify who will be affected, what pain points the tool is supposed to address, which workflows will change, and what staff need to learn. Stakeholder engagement should include frontline users, supervisors, program leaders, IT, privacy, legal, communications, equity staff, and where appropriate, community representatives. The communication plan should be specific. Staff need to know what the tool does, what it does not do, why the agency is using it, what data may be entered, what outputs require review, and how errors should be reported. Communication should also acknowledge uncertainty. Overselling AI can damage trust when limitations become visible. Under-explaining AI can lead to rumors, resistance, or unsafe use. Training should be tied to workflow. Generic AI literacy is not enough. Users need role-specific examples, review criteria, escalation scenarios, documentation expectations, and practice with realistic outputs. Supervisors need to know how to reinforce appropriate use and respond to concerns. Change management should continue after launch through feedback, monitoring, and iterative improvement.</a:t>
            </a:r>
            <a:endParaRPr lang="en-US" sz="14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Organizational Change Management for AI Adoption</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Risks, Failure Modes, and Guardrails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One risk is adoption without understanding. Staff may use the tool incorrectly or treat outputs as authoritative because training was superficial. A guardrail is to require role-based training and workflow-specific practice before access is granted. Another risk is resistance caused by lack of transparency. If staff believe AI is being introduced to monitor or replace them, they may avoid or undermine the tool. A guardrail is to communicate purpose, boundaries, data practices, and workforce implications clearly and early.</a:t>
            </a:r>
            <a:endParaRPr lang="en-US" sz="14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Organizational Change Management for AI Adoption</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Generative AI adoption requires training on review, citation, privacy, and public records. Predictive analytics adoption requires training on interpretation, limitations, and override documentation. Agentic workflow adoption requires training on approvals, stop procedures, and escalation. Each AI type changes work in different ways, so change management must be specific.</a:t>
            </a:r>
            <a:endParaRPr lang="en-US" sz="14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Organizational Change Management for AI Adoption</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Which current or proposed AI use case in your agency raises this leadership or governance issue most clearly? Who currently has authority to make decisions about this issue, and is that authority documented? What evidence would governance or leadership need before approving the use case?</a:t>
            </a:r>
            <a:endParaRPr lang="en-US" sz="14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Organizational Change Management for AI Adoption</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Which staff, partners, or communities would be affected if this issue were handled poorly? What policy, process, or artifact should be created or updated after this module?</a:t>
            </a:r>
            <a:endParaRPr lang="en-US" sz="14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Organizational Change Management for AI Adoption</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Practical Exercise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Create a change management plan for one AI use case. Include stakeholder map, communication messages, training needs, workflow changes, adoption measures, feedback process, and launch support.</a:t>
            </a:r>
            <a:endParaRPr lang="en-US" sz="14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Organizational Change Management for AI Adoption</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Before You Begin</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Choose a real or realistic public health AI use case. Document assumptions, unresolved questions, and which agency roles would need to review the artifact before it is adopted. The exercise should produce a work product that could support governance review, leadership discussion, implementation planning, or policy development.</a:t>
            </a:r>
            <a:endParaRPr lang="en-US" sz="14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Organizational Change Management for AI Adoption</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Artifact or Evidence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AI adoption plan; stakeholder map; communication plan; training plan; feedback and adoption monitoring plan.</a:t>
            </a:r>
            <a:endParaRPr lang="en-US" sz="14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Organizational Change Management for AI Adoption</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Assignment</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AI adoption plan; stakeholder map; communication plan; training plan; feedback and adoption monitoring plan.</a:t>
            </a:r>
            <a:endParaRPr lang="en-US" sz="14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Organizational Change Management for AI Adoption</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Knowledge Check</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1. What is the strongest reason this module topic belongs in AI leadership and governance training?</a:t>
            </a:r>
            <a:endParaRPr lang="en-US" sz="1450" dirty="0"/>
          </a:p>
          <a:p>
            <a:r>
              <a:rPr lang="en-US" sz="1450" dirty="0">
                <a:solidFill>
                  <a:srgbClr val="17364A"/>
                </a:solidFill>
                <a:latin typeface="Aptos" pitchFamily="34" charset="0"/>
                <a:ea typeface="Aptos" pitchFamily="34" charset="-122"/>
                <a:cs typeface="Aptos" pitchFamily="34" charset="-120"/>
              </a:rPr>
              <a:t>2. Which practice best supports accountable public health AI governance?</a:t>
            </a:r>
            <a:endParaRPr lang="en-US" sz="1450" dirty="0"/>
          </a:p>
          <a:p>
            <a:r>
              <a:rPr lang="en-US" sz="1450" dirty="0">
                <a:solidFill>
                  <a:srgbClr val="17364A"/>
                </a:solidFill>
                <a:latin typeface="Aptos" pitchFamily="34" charset="0"/>
                <a:ea typeface="Aptos" pitchFamily="34" charset="-122"/>
                <a:cs typeface="Aptos" pitchFamily="34" charset="-120"/>
              </a:rPr>
              <a:t>3. When should an AI use case be escalated for leadership or governance review?</a:t>
            </a:r>
            <a:endParaRPr lang="en-US" sz="1450" dirty="0"/>
          </a:p>
          <a:p>
            <a:r>
              <a:rPr lang="en-US" sz="1450" dirty="0">
                <a:solidFill>
                  <a:srgbClr val="17364A"/>
                </a:solidFill>
                <a:latin typeface="Aptos" pitchFamily="34" charset="0"/>
                <a:ea typeface="Aptos" pitchFamily="34" charset="-122"/>
                <a:cs typeface="Aptos" pitchFamily="34" charset="-120"/>
              </a:rPr>
              <a:t>4. What is weak evidence of completion for a leadership and governance module?</a:t>
            </a:r>
            <a:endParaRPr lang="en-US" sz="1450" dirty="0"/>
          </a:p>
          <a:p>
            <a:r>
              <a:rPr lang="en-US" sz="1450" dirty="0">
                <a:solidFill>
                  <a:srgbClr val="17364A"/>
                </a:solidFill>
                <a:latin typeface="Aptos" pitchFamily="34" charset="0"/>
                <a:ea typeface="Aptos" pitchFamily="34" charset="-122"/>
                <a:cs typeface="Aptos" pitchFamily="34" charset="-120"/>
              </a:rPr>
              <a:t>5. What should leaders do when an AI use case has meaningful benefits but unresolved risks?</a:t>
            </a:r>
            <a:endParaRPr lang="en-US" sz="14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Organizational Change Management for AI Adoption</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References and Resources</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NIST Artificial Intelligence Risk Management Framework (AI RMF 1.0): https://www.nist.gov/itl/ai-risk-management-framework</a:t>
            </a:r>
            <a:endParaRPr lang="en-US" sz="1450" dirty="0"/>
          </a:p>
          <a:p>
            <a:r>
              <a:rPr lang="en-US" sz="1450" dirty="0">
                <a:solidFill>
                  <a:srgbClr val="17364A"/>
                </a:solidFill>
                <a:latin typeface="Aptos" pitchFamily="34" charset="0"/>
                <a:ea typeface="Aptos" pitchFamily="34" charset="-122"/>
                <a:cs typeface="Aptos" pitchFamily="34" charset="-120"/>
              </a:rPr>
              <a:t>NIST Generative AI Profile: https://www.nist.gov/publications/artificial-intelligence-risk-management-framework-generative-artificial-intelligence</a:t>
            </a:r>
            <a:endParaRPr lang="en-US" sz="1450" dirty="0"/>
          </a:p>
          <a:p>
            <a:r>
              <a:rPr lang="en-US" sz="1450" dirty="0">
                <a:solidFill>
                  <a:srgbClr val="17364A"/>
                </a:solidFill>
                <a:latin typeface="Aptos" pitchFamily="34" charset="0"/>
                <a:ea typeface="Aptos" pitchFamily="34" charset="-122"/>
                <a:cs typeface="Aptos" pitchFamily="34" charset="-120"/>
              </a:rPr>
              <a:t>NIST Privacy Framework</a:t>
            </a:r>
            <a:endParaRPr lang="en-US" sz="1450" dirty="0"/>
          </a:p>
          <a:p>
            <a:r>
              <a:rPr lang="en-US" sz="1450" dirty="0">
                <a:solidFill>
                  <a:srgbClr val="17364A"/>
                </a:solidFill>
                <a:latin typeface="Aptos" pitchFamily="34" charset="0"/>
                <a:ea typeface="Aptos" pitchFamily="34" charset="-122"/>
                <a:cs typeface="Aptos" pitchFamily="34" charset="-120"/>
              </a:rPr>
              <a:t>CDC Public Health Data Strategy and Data Modernization resources: https://www.cdc.gov/public-health-data-strategy/php/about/index.html</a:t>
            </a:r>
            <a:endParaRPr lang="en-US" sz="1450" dirty="0"/>
          </a:p>
          <a:p>
            <a:r>
              <a:rPr lang="en-US" sz="1450" dirty="0">
                <a:solidFill>
                  <a:srgbClr val="17364A"/>
                </a:solidFill>
                <a:latin typeface="Aptos" pitchFamily="34" charset="0"/>
                <a:ea typeface="Aptos" pitchFamily="34" charset="-122"/>
                <a:cs typeface="Aptos" pitchFamily="34" charset="-120"/>
              </a:rPr>
              <a:t>WHO Ethics and Governance of Artificial Intelligence for Health: https://www.who.int/publications/i/item/9789240029200</a:t>
            </a:r>
            <a:endParaRPr lang="en-US" sz="14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Organizational Change Management for AI Adoption</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References and Resources Continued</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OMB Memorandum M-24-10 on federal AI governance, risk management, and innovation, where relevant to public-sector governance models</a:t>
            </a:r>
            <a:endParaRPr lang="en-US" sz="1450" dirty="0"/>
          </a:p>
          <a:p>
            <a:r>
              <a:rPr lang="en-US" sz="1450" dirty="0">
                <a:solidFill>
                  <a:srgbClr val="17364A"/>
                </a:solidFill>
                <a:latin typeface="Aptos" pitchFamily="34" charset="0"/>
                <a:ea typeface="Aptos" pitchFamily="34" charset="-122"/>
                <a:cs typeface="Aptos" pitchFamily="34" charset="-120"/>
              </a:rPr>
              <a:t>Agency strategic plans, procurement policies, privacy policies, cybersecurity policies, records policies, and equity plans</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Organizational Change Management for AI Adoption</dc:title>
  <dc:subject>Organizational Change Management for AI Adoption learning module</dc:subject>
  <dc:creator>Paula Soper</dc:creator>
  <cp:lastModifiedBy>Paula Soper</cp:lastModifiedBy>
  <cp:revision>1</cp:revision>
  <dcterms:created xsi:type="dcterms:W3CDTF">2026-07-12T18:22:13Z</dcterms:created>
  <dcterms:modified xsi:type="dcterms:W3CDTF">2026-07-12T18:22:13Z</dcterms:modified>
</cp:coreProperties>
</file>