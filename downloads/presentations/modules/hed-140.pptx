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 140 AI for Training Facilitation and Learner Feedback
This module prepares trainers and health educators to use AI to support training facilitation, learner practice, formative feedback, and curriculum improvement. It emphasizes that AI feedback should support learning and revision, not replace instructors, supervisors, or official competency decisions. The module also addresses privacy, bias, accessibility, and approved-tool awareness when learner submissions or training records are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
Primary track: Health Education Track
Appears in tracks: health-education
This module prepares trainers and health educators to use AI to support training facilitation, learner practice, formative feedback, and curriculum improvement. It emphasizes that AI feedback should support learning and revision, not replace instructors, supervisors, or official competency decisions. The module also addresses privacy, bias, accessibility, and approved-tool awareness when learner submissions or training records are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appropriate and inappropriate uses of AI in training facilitation and learner feedback.
Design a formative feedback workflow that protects learner privacy and avoids sensitive data exposure.
Use rubrics to guide AI-assisted feedback on practice activities.
Develop a plan for instructor or supervisor review of AI-supported learner feedback.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prepares trainers and health educators to use AI to support training facilitation, learner practice, formative feedback, and curriculum improvement. It emphasizes that AI feedback should support learning and revision, not replace instructors, supervisors, or official competency decisions. The module also addresses privacy, bias, accessibility, and approved-tool awareness when learner submissions or training records are involved.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training module is intended for public health education, planning, and workforce development. It does not replace agency policy, legal review, privacy review, security review, procurement review, communications clearance, civil rights review, Tribal consultation, or governance approval. Learners should confirm applicable requirements, approved tools, data rules, and review pathways within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Training programs increasingly use AI to create scenarios, generate practice questions, summarize discussion themes, and provide formative feedback. These uses can improve access to practice and help learners revise their work, but they can also create privacy, fairness, and trust concerns. Learners may paste real work products, sensitive program details, or personal reflections into an AI tool without realizing how the information is handled. Trainers need workflows that make AI support useful while protecting learners and ensuring that humans remain accountable for learning decisions.
Formative feedback is different from official grading or certification. AI can identify strengths, missing elements, unclear assumptions, and possible revisions, but it should not be framed as final approval of competency. This distinction matters in public health because exercises may involve governance, privacy, legal, equity, communications, or technical issues that require human review. Training programs should make clear what the AI can do, what it cannot do, and when learners should seek instructor or supervisor input.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training team develops an AI-supported practice exercise for use case intake. Learners complete a fictional intake worksheet, then use an approved AI feedback prompt to check whether they described the public health problem, data, affected populations, risks, reviewers, and next steps. The prompt warns learners not to include real PHI, confidential agency information, or non-public operational details. The trainer reviews the AI feedback pattern after the session and updates the exercise instructions because many learners missed the same human review requirement.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AI can support training design by generating scenario variations, draft knowledge-check questions, discussion prompts, and role-play materials. Trainers should review all AI-generated training content for accuracy, fairness, accessibility, and alignment with learning objectives. AI can also help adapt practice cases for different roles, such as program staff, communications staff, epidemiologists, IT staff, or governance committee members. However, scenarios should be fictional, generalized, or properly de-identified unless the tool and data use are approved.
AI-assisted learner feedback should be guided by module-specific rubrics. A rubric tells the AI and the learner what quality means for a specific exercise. For example, a use case intake exercise might evaluate problem definition, workflow clarity, data sensitivity, affected populations, governance pathway, and safeguards. The feedback should return strengths, gaps, suggested revisions, and questions for human review rather than a pass/fail decision.
Training teams should decide whether learner submissions will be stored, who can see feedback, and whether AI feedback counts toward completion. In many settings, the safest first step is a copy-prompt workflow where learners use fictional content and paste the prompt into an agency-approved AI tool. If the website later accepts uploads or stores feedback, privacy, security, and records rules become more important. Trainers should document these choices before launching AI-supported feedback.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key risk is that learners may disclose sensitive information in examples or submissions. They may include real cases, partner names, staff concerns, security details, or program data because they want realistic feedback. Guardrails include explicit no-sensitive-data warnings, fictional case examples, confirmation checkboxes, and approved-tool requirements. Trainers should model safe examples and explain why realistic does not mean identifiable.
Another failure mode is treating AI feedback as objective or final. AI feedback may miss important context, overemphasize superficial writing quality, or fail to recognize local policy requirements. The training design should label AI feedback as formative and advisory. For exercises that affect real work, the final review should remain with instructors, supervisors, governance bodies, or designated reviewers.
A third risk is uneven learner experience. Some learners may receive more useful feedback because they write clearer submissions or know how to prompt AI, while others may receive vague or misleading feedback. Rubrics, sample submissions, prompt templates, and instructor debriefs can reduce this inequity. The training team should monitor feedback quality and revise prompts when needed.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module applies when AI supports workshops, self-paced courses, field exercises, tabletop exercises, onboarding, or role-based learning plans. The workflow should define the exercise, rubric, learner warning, feedback format, human review step, and storage policy. AI-generated feedback should help learners improve artifacts such as worksheets, scripts, review memos, and implementation plans. It should not approve real projects or replace human accountability.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kinds of learner submissions could contain sensitive information?
Which exercises in your training program could benefit from rubric-guided formative feedback?
How should instructors explain the difference between AI feedback and final review?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Design an AI formative feedback workflow for one practical exercise in this curriculum. Include the learner warning, approved-tool requirement, rubric criteria, feedback sections, human review step, and whether feedback will be saved.
Example: For a communications exercise, the workflow might require learners to use a fictional public health advisory, confirm they are not submitting sensitive data, request feedback on accuracy, plain language, accessibility, equity, and tone, then discuss the feedback with a trainer before revising the message.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formative feedback workflow for one training exercise.
Rubric with 5 to 8 criteria.
Learner-facing safety warning and human review note.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purpose of formative feedback?
2. What should learners avoid submitting to AI feedback tools?
3. Why are rubrics important for AI-assisted feedback?
4. What should AI feedback include?
5. When should human review remain part of the workflow?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[object Object]
[object Object]
[object Object]
[object Object]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HED 140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for Training Facilitation and Learner Feedback</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Training Facilitation and Learner Feedback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prepares trainers and health educators to use AI to support.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emphasizes that AI feedback should support learning and revision, not.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also addresses privacy, bias, accessibility, and approved-tool.</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 Primary track: Health Education Track Appears in tracks:.</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Training Facilitation and Learner Feedback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appropriate and inappropriate uses of AI in training facilitation.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Design a formative feedback workflow that protects learner privacy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Use rubrics to guide AI-assisted feedback on practice activities.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appropriate and inappropriate uses of AI in training facilitation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Explain appropriate and inappropriate uses of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Design a formative feedback workflow that protects.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rubrics to guide AI-assisted feedback 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Training Facilitation and Learner Feedback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prepares trainers and health educators to use AI to support.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emphasizes that AI feedback should support learning and revision, not.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module also addresses privacy, bias, accessibility, and approved-tool.</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prepares trainers and health educators to use AI to support training.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This module prepares trainers and health educators.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emphasizes that AI feedback should support.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module also addresses privacy, bias,.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Training Facilitation and Learner Feedback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training module is intended for public health education,.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agency policy, legal review, privacy review, security.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approved tools, data rules,.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training module is intended for public health education,.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Training Facilitation and Learner Feedback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Training programs increasingly use AI to create scenarios, generate practice.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These uses can improve access to practice and help learners revise their.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may paste real work products, sensitive program details, 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Training programs increasingly use AI to create scenarios, generate practice.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Training programs increasingly use AI to create.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These uses can improve access to practice and help.</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Learners may paste real work products, sensitive.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Training Facilitation and Learner Feedback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public health training team develops an AI-supported practice exercise for.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complete a fictional intake worksheet, then use an approved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prompt warns learners not to include real PHI, confidential agency.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public health training team develops an AI-supported practice exercise for use.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Learners complete a fictional intake worksheet,.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prompt warns learners not to include real PHI,.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trainer reviews the AI feedback pattern after.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Training Facilitation and Learner Feedback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can support training design by generating scenario variations, draft.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Trainers should review all AI-generated training content for accuracy,.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can also help adapt practice cases for different roles, such as program.</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can support training design by generating scenario variations, draft.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can support training design by generating.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Trainers should review all AI-generated training.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 can also help adapt practice cases for.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Training Facilitation and Learner Feedback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key risk is that learners may disclose sensitive information in examples.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They may include real cases, partner names, staff concerns, security.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explicit no-sensitive-data warnings, fictional case.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key risk is that learners may disclose sensitive information in examples or.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Training Facilitation and Learner Feedback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applies when AI supports workshops, self-paced courses, field.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workflow should define the exercise, rubric, learner warning, feedback.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AI-generated feedback should help learners improve artifacts such as.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applies when AI supports workshops, self-paced courses, field.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Training Facilitation and Learner Feedback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kinds of learner submissions could contain sensitive information?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Which exercises in your training program could benefit from rubric-guided.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 should instructors explain the difference between AI feedback and final.</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kinds of learner submissions could contain sensitive information?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kinds of learner submissions could contain.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Which exercises in your training program could.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How should instructors explain the difference.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Training Facilitation and Learner Feedback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Design an AI formative feedback workflow for one practical exercise in this.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the learner warning, approved-tool requirement, rubric criteria,.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Example: For a communications exercise, the workflow might require learners.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Design an AI formative feedback workflow for one practical exercise in this.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Include the learner warning, approved-tool.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Example: For a communications exercise, the.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Training Facilitation and Learner Feedback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formative feedback workflow for one training exercise.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Rubric with 5 to 8 criteria.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Learner-facing safety warning and human review note.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formative feedback workflow for one training exercise.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formative feedback workflow for one training.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Rubric with 5 to 8 criteria.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Learner-facing safety warning and human review note.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Training Facilitation and Learner Feedback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purpose of formative feedback?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What should learners avoid submitting to AI feedback tools?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Why are rubrics important for AI-assisted feedback?</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purpose of formative feedback?</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purpose of formative feedback?</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Training Facilitation and Learner Feedback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Training Facilitation and Learner Feedback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Training Facilitation and Learner Feedback</dc:title>
  <dc:subject>AI for Training Facilitation and Learner Feedback learning module</dc:subject>
  <dc:creator>Paula Soper</dc:creator>
  <cp:lastModifiedBy>Paula Soper</cp:lastModifiedBy>
  <cp:revision>1</cp:revision>
  <dcterms:created xsi:type="dcterms:W3CDTF">2026-07-14T04:35:33Z</dcterms:created>
  <dcterms:modified xsi:type="dcterms:W3CDTF">2026-07-14T04:35:33Z</dcterms:modified>
</cp:coreProperties>
</file>