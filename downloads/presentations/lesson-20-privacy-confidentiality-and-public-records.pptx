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Confidentiality, and Public Records is designed for an individual learner using the AI Playbook and Toolkit for Public Health Departments.
AI use in public health must account for PHI, PII, confidential public health records, investigation data, data-sharing limits, retention rules, and public records obligations.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data classification examples.
Produce or contribute to: Privacy escalation rules.
Produce or contribute to: Public records documentation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change where data travel, who can access them, how long they are retained, and whether outputs become records. You need plain-language training on what information may be used, which AI environments are approved, and when legal, privacy, records, or data-sharing review is required.
Privacy training needs to be practical. You should not have to interpret complex law in the moment of writing a prompt. They need clear categories, approved tools, examples of prohibited data, and a simple escalation path when they are unsure.
Public records issues are especially important for government agencies. AI-assisted drafts, prompts, summaries, and decision notes may become part of the administrative record. Your department should decide how these materials are stored and reviewed before AI use becomes routine.
The goal is not to stop all AI use. The goal is to match the sensitivity of the data to the correct environment, review pathway, and documentation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classification: Sorting data into sensitivity levels, such as public, internal, confidential, protected, restricted, or sovereign, so staff know which AI environments and safeguards are appropriate.
Data use agreement: A written agreement that defines what data may be shared or used, for what purpose, by whom, under what safeguards, and with what limits on reuse, disclosure, retention, or transfer.
Personally identifiable information (PII): Information that can identify a person directly or indirectly, such as name, address, date of birth, record number, or combinations of demographic and contextual details.
Protected health information (PHI): Individually identifiable health information protected under HIPAA. PHI should not be entered into public AI tools or unapproved systems.
Public records: Records created or received in official agency work that may be subject to retention, disclosure, or public records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records is a core concept for this lesson because it turns privacy, confidentiality, and public records from an abstract AI topic into something you can recognize in daily public health work. Records created or received in official work that may be subject to retention or disclosure rules.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Confidential data is a core concept for this lesson because it turns privacy, confidentiality, and public records from an abstract AI topic into something you can recognize in daily public health work. Information protected by law, agreement, investigation status, or agency policy.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Review pathway is a core concept for this lesson because it turns privacy, confidentiality, and public records from an abstract AI topic into something you can recognize in daily public health work. The approval process for deciding whether a data type may be used with an AI tool.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Classify data before AI use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Review public records implications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Avoid entering sensitive data in public tools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2, Play 3, Play 7, Play 11, Play 12) to identify the decisions, approvals, people, and timing needed for responsible implementation. Use the related tools (Tool 7, Tool 10, Tool 15, Tool 17, Tool 34) to create documentation that can be reviewed, saved, revised, and used as evidence of readiness. The practical exercise asks you to produce evidence that can feed into that work: Sort example AI tasks into public, internal, confidential, and highly restricted data-use categories, then identify the approved AI environment and review pathway for each.
The main guardrail for this lesson is that Sensitive or confidential data can be exposed, retained, reused, or disclosed if you use the wrong AI environment.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Privacy, confidentiality, and records controls are foundational for STLT public health AI because departments handle sensitive information, regulatory records, investigations, partner data, and public accountability obligations.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example AI tasks into public, internal, confidential, and highly restricted data-use categories, then identify the approved AI environment and review pathway for each.
AI data classification examples
Privacy escalation rules
Public records documentation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types of department data should never be entered into public AI tools?
Where should AI prompts and outputs be stored when they support official work?
Who decides whether a proposed AI use requires privacy, legal, or records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HIPAA: Federal privacy framework when protected health information may be involved. https://www.hhs.gov/hipaa/index.html
CDC Public Health Data Policy and Standards: Public health data policy and standards context for responsible data use. https://www.cdc.gov/surveillance/data-modernization/policy.html
NIST Privacy Framework: Privacy risk management structure for data processing and technology decisions. https://www.nist.gov/privacy-framework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Privacy, Confidentiality, and Public Records</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data classification examples.</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Privacy escalation rules.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can change where data travel, who can access them, how long they are retained, and whether outputs become records. You need plain-language training on what information may be used, which AI environments are approved, and when legal, privacy, records, or data-sharing review is required.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Data classification: Sorting data into sensitivity levels, such as public, internal, confidential, protected, restricted, or sovereign, so staff know which AI environments and safeguards are appropriate.</a:t>
            </a:r>
            <a:endParaRPr lang="en-US" sz="1320" dirty="0"/>
          </a:p>
          <a:p>
            <a:r>
              <a:rPr lang="en-US" sz="1320" dirty="0">
                <a:solidFill>
                  <a:srgbClr val="17364A"/>
                </a:solidFill>
                <a:latin typeface="Aptos" pitchFamily="34" charset="0"/>
                <a:ea typeface="Aptos" pitchFamily="34" charset="-122"/>
                <a:cs typeface="Aptos" pitchFamily="34" charset="-120"/>
              </a:rPr>
              <a:t>Data use agreement: A written agreement that defines what data may be shared or used, for what purpose, by whom, under what safeguards, and with what limits on reuse, disclosure, retention, or transfer.</a:t>
            </a:r>
            <a:endParaRPr lang="en-US" sz="1320" dirty="0"/>
          </a:p>
          <a:p>
            <a:r>
              <a:rPr lang="en-US" sz="1320" dirty="0">
                <a:solidFill>
                  <a:srgbClr val="17364A"/>
                </a:solidFill>
                <a:latin typeface="Aptos" pitchFamily="34" charset="0"/>
                <a:ea typeface="Aptos" pitchFamily="34" charset="-122"/>
                <a:cs typeface="Aptos" pitchFamily="34" charset="-120"/>
              </a:rPr>
              <a:t>Personally identifiable information (PII): Information that can identify a person directly or indirectly, such as name, address, date of birth, record number, or combinations of demographic and contextual details.</a:t>
            </a:r>
            <a:endParaRPr lang="en-US" sz="1320" dirty="0"/>
          </a:p>
          <a:p>
            <a:r>
              <a:rPr lang="en-US" sz="1320" dirty="0">
                <a:solidFill>
                  <a:srgbClr val="17364A"/>
                </a:solidFill>
                <a:latin typeface="Aptos" pitchFamily="34" charset="0"/>
                <a:ea typeface="Aptos" pitchFamily="34" charset="-122"/>
                <a:cs typeface="Aptos" pitchFamily="34" charset="-120"/>
              </a:rPr>
              <a:t>Protected health information (PHI): Individually identifiable health information protected under HIPAA. PHI should not be entered into public AI tools or unapproved systems.</a:t>
            </a:r>
            <a:endParaRPr lang="en-US" sz="1320" dirty="0"/>
          </a:p>
          <a:p>
            <a:r>
              <a:rPr lang="en-US" sz="1320" dirty="0">
                <a:solidFill>
                  <a:srgbClr val="17364A"/>
                </a:solidFill>
                <a:latin typeface="Aptos" pitchFamily="34" charset="0"/>
                <a:ea typeface="Aptos" pitchFamily="34" charset="-122"/>
                <a:cs typeface="Aptos" pitchFamily="34" charset="-120"/>
              </a:rPr>
              <a:t>Public records: Records created or received in official agency work that may be subject to retention, disclosure, or public records requirements.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Public records is a core concept for this lesson because it turns privacy, confidentiality, and public records from an abstract AI topic into something you can recognize in daily public health work. Records created or received in official work that may be subject to retention or disclosure rules.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Confidential data is a core concept for this lesson because it turns privacy, confidentiality, and public records from an abstract AI topic into something you can recognize in daily public health work. Information protected by law, agreement, investigation status, or agency policy.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Review pathway is a core concept for this lesson because it turns privacy, confidentiality, and public records from an abstract AI topic into something you can recognize in daily public health work. The approval process for deciding whether a data type may be used with an AI tool.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Classify data before AI use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Review public records implications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Avoid entering sensitive data in public tools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2, Play 3, Play 7, Play 11, Play 12) to identify the decisions, approvals, people, and timing needed for responsible implementation. Use the related tools (Tool 7, Tool 10, Tool 15, Tool 17, Tool 34) to create documentation that can be reviewed, saved, revised, and used as evidence of readiness. The practical exercise asks you to produce evidence that can feed into that work: Sort example AI tasks into public, internal, confidential, and highly restricted data-use categories, then identify the approved AI environment and review pathway for each. The main guardrail for this lesson is that Sensitive or confidential data can be exposed, retained, reused, or disclosed if you use the wrong AI environment.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Privacy, confidentiality, and records controls are foundational for STLT public health AI because departments handle sensitive information, regulatory records, investigations, partner data, and public accountability obligations.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Sort example AI tasks into public, internal, confidential, and highly restricted data-use categories, then identify the approved AI environment and review pathway for each.</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data classification examples</a:t>
            </a:r>
            <a:endParaRPr lang="en-US" sz="1400" dirty="0"/>
          </a:p>
          <a:p>
            <a:r>
              <a:rPr lang="en-US" sz="1400" dirty="0">
                <a:solidFill>
                  <a:srgbClr val="17364A"/>
                </a:solidFill>
                <a:latin typeface="Aptos" pitchFamily="34" charset="0"/>
                <a:ea typeface="Aptos" pitchFamily="34" charset="-122"/>
                <a:cs typeface="Aptos" pitchFamily="34" charset="-120"/>
              </a:rPr>
              <a:t>Expected artifact: Privacy escalation rules</a:t>
            </a:r>
            <a:endParaRPr lang="en-US" sz="1400" dirty="0"/>
          </a:p>
          <a:p>
            <a:r>
              <a:rPr lang="en-US" sz="1400" dirty="0">
                <a:solidFill>
                  <a:srgbClr val="17364A"/>
                </a:solidFill>
                <a:latin typeface="Aptos" pitchFamily="34" charset="0"/>
                <a:ea typeface="Aptos" pitchFamily="34" charset="-122"/>
                <a:cs typeface="Aptos" pitchFamily="34" charset="-120"/>
              </a:rPr>
              <a:t>Expected artifact: Public records documentation notes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types of department data should never be entered into public AI tools?</a:t>
            </a:r>
            <a:endParaRPr lang="en-US" sz="1500" dirty="0"/>
          </a:p>
          <a:p>
            <a:r>
              <a:rPr lang="en-US" sz="1500" dirty="0">
                <a:solidFill>
                  <a:srgbClr val="17364A"/>
                </a:solidFill>
                <a:latin typeface="Aptos" pitchFamily="34" charset="0"/>
                <a:ea typeface="Aptos" pitchFamily="34" charset="-122"/>
                <a:cs typeface="Aptos" pitchFamily="34" charset="-120"/>
              </a:rPr>
              <a:t>Where should AI prompts and outputs be stored when they support official work?</a:t>
            </a:r>
            <a:endParaRPr lang="en-US" sz="1500" dirty="0"/>
          </a:p>
          <a:p>
            <a:r>
              <a:rPr lang="en-US" sz="1500" dirty="0">
                <a:solidFill>
                  <a:srgbClr val="17364A"/>
                </a:solidFill>
                <a:latin typeface="Aptos" pitchFamily="34" charset="0"/>
                <a:ea typeface="Aptos" pitchFamily="34" charset="-122"/>
                <a:cs typeface="Aptos" pitchFamily="34" charset="-120"/>
              </a:rPr>
              <a:t>Who decides whether a proposed AI use requires privacy, legal, or records review?</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 Confidentiality, and Public Records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HIPAA: Federal privacy framework when protected health information may be involved.</a:t>
            </a:r>
            <a:endParaRPr lang="en-US" sz="1280" dirty="0"/>
          </a:p>
          <a:p>
            <a:r>
              <a:rPr lang="en-US" sz="1280" dirty="0">
                <a:solidFill>
                  <a:srgbClr val="17364A"/>
                </a:solidFill>
                <a:latin typeface="Aptos" pitchFamily="34" charset="0"/>
                <a:ea typeface="Aptos" pitchFamily="34" charset="-122"/>
                <a:cs typeface="Aptos" pitchFamily="34" charset="-120"/>
              </a:rPr>
              <a:t>CDC Public Health Data Policy and Standards: Public health data policy and standards context for responsible data use.</a:t>
            </a:r>
            <a:endParaRPr lang="en-US" sz="1280" dirty="0"/>
          </a:p>
          <a:p>
            <a:r>
              <a:rPr lang="en-US" sz="1280" dirty="0">
                <a:solidFill>
                  <a:srgbClr val="17364A"/>
                </a:solidFill>
                <a:latin typeface="Aptos" pitchFamily="34" charset="0"/>
                <a:ea typeface="Aptos" pitchFamily="34" charset="-122"/>
                <a:cs typeface="Aptos" pitchFamily="34" charset="-120"/>
              </a:rPr>
              <a:t>NIST Privacy Framework: Privacy risk management structure for data processing and technology decisions.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 Confidentiality, and Public Records</dc:title>
  <dc:subject>Privacy, Confidentiality, and Public Records learning module</dc:subject>
  <dc:creator>Paula Soper</dc:creator>
  <cp:lastModifiedBy>Paula Soper</cp:lastModifiedBy>
  <cp:revision>1</cp:revision>
  <dcterms:created xsi:type="dcterms:W3CDTF">2026-07-09T20:18:52Z</dcterms:created>
  <dcterms:modified xsi:type="dcterms:W3CDTF">2026-07-09T20:18:52Z</dcterms:modified>
</cp:coreProperties>
</file>