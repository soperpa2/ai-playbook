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 300 Public Health AI Policy Landscape and Regulatory Readiness
The public health AI policy landscape is evolving quickly across federal agencies, states, local governments, professional organizations, courts, standards bodies, and procurement offices. Public health agencies do not need to wait for every rule to be settled before acting responsibly, but they do need a process for monitoring policy changes and translating them into agency practice. Regulatory readiness means the agency can identify relevant requirements, update internal policies, and document compliance as AI uses change. This module teaches policy and governance staff how to track AI policy developments, interpret their relevance to public health, and maintain internal AI policies that are adaptable. It focuses on readiness rather than legal advice. Learners examine how privacy, civil rights, procurement, public records, cybersecurity, accessibility, data governance, and administrative law may intersect with AI-supported public health work. Policy readiness protects agencies from both inaction and unstructured adoption. It helps leaders make decisions while acknowledging uncertainty, documenting assumptions, and creating mechanisms to update policies as the external environment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Policy Role-Based Track
Appears in tracks: policy, governance-and-security, public-health-executive-leadership, program-management
The public health AI policy landscape is evolving quickly across federal agencies, states, local governments, professional organizations, courts, standards bodies, and procurement offices. Public health agencies do not need to wait for every rule to be settled before acting responsibly, but they do need a process for monitoring policy changes and translating them into agency practice. Regulatory readiness means the agency can identify relevant requirements, update internal policies, and document compliance as AI uses change. This module teaches policy and governance staff how to track AI policy developments, interpret their relevance to public health, and maintain internal AI policies that are adaptable. It focuses on readiness rather than legal advice. Learners examine how privacy, civil rights, procurement, public records, cybersecurity, accessibility, data governance, and administrative law may intersect with AI-supported public health work. Policy readiness protects agencies from both inaction and unstructured adoption. It helps leaders make decisions while acknowledging uncertainty, documenting assumptions, and creating mechanisms to update policies as the external environment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Identify categories of law, policy, standards, and guidance that may affect public health AI.
Explain why regulatory readiness requires monitoring, interpretation, documentation, and policy maintenance.
Distinguish between binding requirements, agency policy, professional guidance, standards, and best practices.
Create a policy scan process for AI-related developments.
Produce an AI regulatory readiness memo or policy update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The public health AI policy landscape is evolving quickly across federal agencies, states, local governments, professional organizations, courts, standards bodies, and procurement offices. Public health agencies do not need to wait for every rule to be settled before acting responsibly, but they do need a process for monitoring policy changes and translating them into agency practice. Regulatory readiness means the agency can identify relevant requirements, update internal policies, and document compliance as AI uses change.
This module teaches policy and governance staff how to track AI policy developments, interpret their relevance to public health, and maintain internal AI policies that are adaptable. It focuses on readiness rather than legal advice. Learners examine how privacy, civil rights, procurement, public records, cybersecurity, accessibility, data governance, and administrative law may intersect with AI-supported public health work.
Policy readiness protects agencies from both inaction and unstructured adoption. It helps leaders make decisions while acknowledging uncertainty, documenting assumptions, and creating mechanisms to update policies as the external environment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local health department is considering AI tools for translation, complaint triage, and case note summarization. A policy scan identifies privacy, public records, procurement, accessibility, cybersecurity, and civil rights considerations. The agency creates a readiness memo that distinguishes existing requirements from emerging guidance, recommends interim safeguards, and establishes a quarterly process to update AI policies as requirements evolve.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Policy readiness begins by identifying relevant domains rather than looking for a single AI law. Public health AI may be affected by health privacy rules, state confidentiality laws, public records requirements, procurement standards, accessibility laws, cybersecurity policies, civil rights obligations, data sharing agreements, records retention rules, and professional ethics. AI-specific policy should be layered onto this existing policy environment.
Agencies should distinguish between different levels of authority. A statute, regulation, contract clause, grant requirement, executive order, agency policy, professional guideline, and technical standard do not all carry the same legal weight. However, nonbinding guidance can still be important because it may reflect emerging expectations for responsible practice, risk management, transparency, documentation, or auditability.
A policy scan should be assigned to a responsible role or group. The scan should identify sources to monitor, frequency of review, criteria for relevance, and a process for escalating items that may affect agency policy or active AI use cases. The process should avoid overreacting to every news item while still ensuring that meaningful changes are not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Regulatory readiness also requires change management. When policy requirements change, the agency may need to update SOPs, procurement language, risk tiers, training, documentation, vendor oversight, public transparency materials, or incident response procedures. A policy update is not complete until it has been translated into operational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Assuming there is no policy risk because there is no single AI statute.
Treating nonbinding guidance as irrelevant even when it reflects expected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Failing to update internal policies after legal, procurement, privacy, or cybersecurity changes.
Allowing vendors to define compliance obligations without agency review.
Maintaining policies that are too vague to guide real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Assign responsibility for AI policy scanning and interpretation.
Distinguish binding requirements from guidance and best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Maintain a crosswalk from external requirements to internal policies and procedures.
Update training, SOPs, and procurement language when policies change.
Document assumptions, decisions, and unresolved legal or policy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public health AI policy scan and regulatory readiness memo. Identify relevant policy domains, sources to monitor, current agency policy gaps, likely operational implications, recommended interim safeguards, and a process for ongoing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policy scan plan
Regulatory readiness memo
Policy-domain crosswalk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Recommended policy updates
Ongoing monitoring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policy scan plan
Regulatory readiness memo
Policy-domain crosswalk
Recommended policy updates
Ongoing monitoring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does regulatory readiness mean in this module?
2. Which statement is most accurate?
3. What is a policy scan?
4. What should happen after a policy change affects AI use?
5. What is strong completion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POL 300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Public Health AI Policy Landscape and Regulatory Readiness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intermediate/practitioner</a:t>
            </a:r>
            <a:endParaRPr lang="en-US" sz="1600" dirty="0"/>
          </a:p>
          <a:p>
            <a:r>
              <a:rPr lang="en-US" sz="1600" dirty="0">
                <a:solidFill>
                  <a:srgbClr val="17364A"/>
                </a:solidFill>
                <a:latin typeface="Aptos" pitchFamily="34" charset="0"/>
                <a:ea typeface="Aptos" pitchFamily="34" charset="-122"/>
                <a:cs typeface="Aptos" pitchFamily="34" charset="-120"/>
              </a:rPr>
              <a:t>Primary track: Policy Role-Based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policy, governance-and-security, public-health-executive-leadership, program-management</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The public health AI policy landscape is evolving quickly across federal agencies, states, local governments, professional organizations, courts, standards bodies, and procurement offices. Public health agencies do not need to wait for every rule to be settled before acting responsibly, but they do need a process for monitoring policy changes and translating them into agency practice. Regulatory readiness means the agency can identify relevant requirements, update internal policies, and document compliance as AI uses change. This module teaches policy and governance staff how to track AI policy developments, interpret their relevance to public health, and maintain internal AI policies that are adaptable. It focuses on readiness rather than legal advice. Learners examine how privacy, civil rights, procurement, public records, cybersecurity, accessibility, data governance, and administrative law may intersect with AI-supported public health work. Policy readiness protects agencies from both inaction and unstructured adoption. It helps leaders make decisions while acknowledging uncertainty, documenting assumptions, and creating mechanisms to update policies as the external environment changes.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Identify categories of law, policy, standards, and guidance that may affect public health AI.</a:t>
            </a:r>
            <a:endParaRPr lang="en-US" sz="1450" dirty="0"/>
          </a:p>
          <a:p>
            <a:r>
              <a:rPr lang="en-US" sz="1450" dirty="0">
                <a:solidFill>
                  <a:srgbClr val="17364A"/>
                </a:solidFill>
                <a:latin typeface="Aptos" pitchFamily="34" charset="0"/>
                <a:ea typeface="Aptos" pitchFamily="34" charset="-122"/>
                <a:cs typeface="Aptos" pitchFamily="34" charset="-120"/>
              </a:rPr>
              <a:t>Explain why regulatory readiness requires monitoring, interpretation, documentation, and policy maintenance.</a:t>
            </a:r>
            <a:endParaRPr lang="en-US" sz="1450" dirty="0"/>
          </a:p>
          <a:p>
            <a:r>
              <a:rPr lang="en-US" sz="1450" dirty="0">
                <a:solidFill>
                  <a:srgbClr val="17364A"/>
                </a:solidFill>
                <a:latin typeface="Aptos" pitchFamily="34" charset="0"/>
                <a:ea typeface="Aptos" pitchFamily="34" charset="-122"/>
                <a:cs typeface="Aptos" pitchFamily="34" charset="-120"/>
              </a:rPr>
              <a:t>Distinguish between binding requirements, agency policy, professional guidance, standards, and best practices.</a:t>
            </a:r>
            <a:endParaRPr lang="en-US" sz="1450" dirty="0"/>
          </a:p>
          <a:p>
            <a:r>
              <a:rPr lang="en-US" sz="1450" dirty="0">
                <a:solidFill>
                  <a:srgbClr val="17364A"/>
                </a:solidFill>
                <a:latin typeface="Aptos" pitchFamily="34" charset="0"/>
                <a:ea typeface="Aptos" pitchFamily="34" charset="-122"/>
                <a:cs typeface="Aptos" pitchFamily="34" charset="-120"/>
              </a:rPr>
              <a:t>Create a policy scan process for AI-related developments.</a:t>
            </a:r>
            <a:endParaRPr lang="en-US" sz="1450" dirty="0"/>
          </a:p>
          <a:p>
            <a:r>
              <a:rPr lang="en-US" sz="1450" dirty="0">
                <a:solidFill>
                  <a:srgbClr val="17364A"/>
                </a:solidFill>
                <a:latin typeface="Aptos" pitchFamily="34" charset="0"/>
                <a:ea typeface="Aptos" pitchFamily="34" charset="-122"/>
                <a:cs typeface="Aptos" pitchFamily="34" charset="-120"/>
              </a:rPr>
              <a:t>Produce an AI regulatory readiness memo or policy update plan.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The public health AI policy landscape is evolving quickly across federal agencies, states, local governments, professional organizations, courts, standards bodies, and procurement offices. Public health agencies do not need to wait for every rule to be settled before acting responsibly, but they do need a process for monitoring policy changes and translating them into agency practice. Regulatory readiness means the agency can identify relevant requirements, update internal policies, and document compliance as AI uses change. This module teaches policy and governance staff how to track AI policy developments, interpret their relevance to public health, and maintain internal AI policies that are adaptable. It focuses on readiness rather than legal advice. Learners examine how privacy, civil rights, procurement, public records, cybersecurity, accessibility, data governance, and administrative law may intersect with AI-supported public health work. Policy readiness protects agencies from both inaction and unstructured adoption. It helps leaders make decisions while acknowledging uncertainty, documenting assumptions, and creating mechanisms to update policies as the external environment changes.</a:t>
            </a:r>
            <a:endParaRPr lang="en-US" sz="14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local health department is considering AI tools for translation, complaint triage, and case note summarization. A policy scan identifies privacy, public records, procurement, accessibility, cybersecurity, and civil rights considerations. The agency creates a readiness memo that distinguishes existing requirements from emerging guidance, recommends interim safeguards, and establishes a quarterly process to update AI policies as requirements evolve.</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Topic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Policy readiness begins by identifying relevant domains rather than looking for a single AI law. Public health AI may be affected by health privacy rules, state confidentiality laws, public records requirements, procurement standards, accessibility laws, cybersecurity policies, civil rights obligations, data sharing agreements, records retention rules, and professional ethics. AI-specific policy should be layered onto this existing policy environment. Agencies should distinguish between different levels of authority. A statute, regulation, contract clause, grant requirement, executive order, agency policy, professional guideline, and technical standard do not all carry the same legal weight. However, nonbinding guidance can still be important because it may reflect emerging expectations for responsible practice, risk management, transparency, documentation, or auditability. A policy scan should be assigned to a responsible role or group. The scan should identify sources to monitor, frequency of review, criteria for relevance, and a process for escalating items that may affect agency policy or active AI use cases. The process should avoid overreacting to every news item while still ensuring that meaningful changes are not missed.</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Topic Deep Dive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Regulatory readiness also requires change management. When policy requirements change, the agency may need to update SOPs, procurement language, risk tiers, training, documentation, vendor oversight, public transparency materials, or incident response procedures. A policy update is not complete until it has been translated into operational practice.</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Risks and failure modes include the following: Assuming there is no policy risk because there is no single AI statute. Treating nonbinding guidance as irrelevant even when it reflects expected practice.</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Failing to update internal policies after legal, procurement, privacy, or cybersecurity changes. Allowing vendors to define compliance obligations without agency review. Maintaining policies that are too vague to guide real decisions.</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Recommended guardrails include the following: Assign responsibility for AI policy scanning and interpretation. Distinguish binding requirements from guidance and best practices.</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Maintain a crosswalk from external requirements to internal policies and procedures. Update training, SOPs, and procurement language when policies change. Document assumptions, decisions, and unresolved legal or policy questions.</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Where does this topic appear in your agency, program, or workflow? Which staff roles would need to understand or apply this concept before AI use is approved? What could go wrong if this topic is not addressed before implementation?</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evidence would governance, leadership, or operations staff need before moving forward? Which policy, data, equity, privacy, security, or workflow questions remain unresolved?</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 public health AI policy scan and regulatory readiness memo. Identify relevant policy domains, sources to monitor, current agency policy gaps, likely operational implications, recommended interim safeguards, and a process for ongoing updates.</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policy scan plan Regulatory readiness memo Policy-domain crosswalk</a:t>
            </a:r>
            <a:endParaRPr lang="en-US" sz="14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Recommended policy updates Ongoing monitoring process</a:t>
            </a:r>
            <a:endParaRPr lang="en-US" sz="14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AI policy scan plan</a:t>
            </a:r>
            <a:endParaRPr lang="en-US" sz="1450" dirty="0"/>
          </a:p>
          <a:p>
            <a:r>
              <a:rPr lang="en-US" sz="1450" dirty="0">
                <a:solidFill>
                  <a:srgbClr val="17364A"/>
                </a:solidFill>
                <a:latin typeface="Aptos" pitchFamily="34" charset="0"/>
                <a:ea typeface="Aptos" pitchFamily="34" charset="-122"/>
                <a:cs typeface="Aptos" pitchFamily="34" charset="-120"/>
              </a:rPr>
              <a:t>Regulatory readiness memo</a:t>
            </a:r>
            <a:endParaRPr lang="en-US" sz="1450" dirty="0"/>
          </a:p>
          <a:p>
            <a:r>
              <a:rPr lang="en-US" sz="1450" dirty="0">
                <a:solidFill>
                  <a:srgbClr val="17364A"/>
                </a:solidFill>
                <a:latin typeface="Aptos" pitchFamily="34" charset="0"/>
                <a:ea typeface="Aptos" pitchFamily="34" charset="-122"/>
                <a:cs typeface="Aptos" pitchFamily="34" charset="-120"/>
              </a:rPr>
              <a:t>Policy-domain crosswalk</a:t>
            </a:r>
            <a:endParaRPr lang="en-US" sz="1450" dirty="0"/>
          </a:p>
          <a:p>
            <a:r>
              <a:rPr lang="en-US" sz="1450" dirty="0">
                <a:solidFill>
                  <a:srgbClr val="17364A"/>
                </a:solidFill>
                <a:latin typeface="Aptos" pitchFamily="34" charset="0"/>
                <a:ea typeface="Aptos" pitchFamily="34" charset="-122"/>
                <a:cs typeface="Aptos" pitchFamily="34" charset="-120"/>
              </a:rPr>
              <a:t>Recommended policy updates</a:t>
            </a:r>
            <a:endParaRPr lang="en-US" sz="1450" dirty="0"/>
          </a:p>
          <a:p>
            <a:r>
              <a:rPr lang="en-US" sz="1450" dirty="0">
                <a:solidFill>
                  <a:srgbClr val="17364A"/>
                </a:solidFill>
                <a:latin typeface="Aptos" pitchFamily="34" charset="0"/>
                <a:ea typeface="Aptos" pitchFamily="34" charset="-122"/>
                <a:cs typeface="Aptos" pitchFamily="34" charset="-120"/>
              </a:rPr>
              <a:t>Ongoing monitoring process</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does regulatory readiness mean in this module?</a:t>
            </a:r>
            <a:endParaRPr lang="en-US" sz="1450" dirty="0"/>
          </a:p>
          <a:p>
            <a:r>
              <a:rPr lang="en-US" sz="1450" dirty="0">
                <a:solidFill>
                  <a:srgbClr val="17364A"/>
                </a:solidFill>
                <a:latin typeface="Aptos" pitchFamily="34" charset="0"/>
                <a:ea typeface="Aptos" pitchFamily="34" charset="-122"/>
                <a:cs typeface="Aptos" pitchFamily="34" charset="-120"/>
              </a:rPr>
              <a:t>2. Which statement is most accurate?</a:t>
            </a:r>
            <a:endParaRPr lang="en-US" sz="1450" dirty="0"/>
          </a:p>
          <a:p>
            <a:r>
              <a:rPr lang="en-US" sz="1450" dirty="0">
                <a:solidFill>
                  <a:srgbClr val="17364A"/>
                </a:solidFill>
                <a:latin typeface="Aptos" pitchFamily="34" charset="0"/>
                <a:ea typeface="Aptos" pitchFamily="34" charset="-122"/>
                <a:cs typeface="Aptos" pitchFamily="34" charset="-120"/>
              </a:rPr>
              <a:t>3. What is a policy scan?</a:t>
            </a:r>
            <a:endParaRPr lang="en-US" sz="1450" dirty="0"/>
          </a:p>
          <a:p>
            <a:r>
              <a:rPr lang="en-US" sz="1450" dirty="0">
                <a:solidFill>
                  <a:srgbClr val="17364A"/>
                </a:solidFill>
                <a:latin typeface="Aptos" pitchFamily="34" charset="0"/>
                <a:ea typeface="Aptos" pitchFamily="34" charset="-122"/>
                <a:cs typeface="Aptos" pitchFamily="34" charset="-120"/>
              </a:rPr>
              <a:t>4. What should happen after a policy change affects AI use?</a:t>
            </a:r>
            <a:endParaRPr lang="en-US" sz="1450" dirty="0"/>
          </a:p>
          <a:p>
            <a:r>
              <a:rPr lang="en-US" sz="1450" dirty="0">
                <a:solidFill>
                  <a:srgbClr val="17364A"/>
                </a:solidFill>
                <a:latin typeface="Aptos" pitchFamily="34" charset="0"/>
                <a:ea typeface="Aptos" pitchFamily="34" charset="-122"/>
                <a:cs typeface="Aptos" pitchFamily="34" charset="-120"/>
              </a:rPr>
              <a:t>5. What is strong completion evidence?</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NIST Artificial Intelligence Risk Management Framework: https://www.nist.gov/itl/ai-risk-management-framework</a:t>
            </a:r>
            <a:endParaRPr lang="en-US" sz="1450" dirty="0"/>
          </a:p>
          <a:p>
            <a:r>
              <a:rPr lang="en-US" sz="1450" dirty="0">
                <a:solidFill>
                  <a:srgbClr val="17364A"/>
                </a:solidFill>
                <a:latin typeface="Aptos" pitchFamily="34" charset="0"/>
                <a:ea typeface="Aptos" pitchFamily="34" charset="-122"/>
                <a:cs typeface="Aptos" pitchFamily="34" charset="-120"/>
              </a:rPr>
              <a:t>NIST Generative AI Profile: https://www.nist.gov/publications/artificial-intelligence-risk-management-framework-generative-artificial-intelligence</a:t>
            </a:r>
            <a:endParaRPr lang="en-US" sz="1450" dirty="0"/>
          </a:p>
          <a:p>
            <a:r>
              <a:rPr lang="en-US" sz="1450" dirty="0">
                <a:solidFill>
                  <a:srgbClr val="17364A"/>
                </a:solidFill>
                <a:latin typeface="Aptos" pitchFamily="34" charset="0"/>
                <a:ea typeface="Aptos" pitchFamily="34" charset="-122"/>
                <a:cs typeface="Aptos" pitchFamily="34" charset="-120"/>
              </a:rPr>
              <a:t>CDC Public Health Data Strategy and Data Modernization resources: https://www.cdc.gov/public-health-data-strategy/php/about/index.html</a:t>
            </a:r>
            <a:endParaRPr lang="en-US" sz="1450" dirty="0"/>
          </a:p>
          <a:p>
            <a:r>
              <a:rPr lang="en-US" sz="1450" dirty="0">
                <a:solidFill>
                  <a:srgbClr val="17364A"/>
                </a:solidFill>
                <a:latin typeface="Aptos" pitchFamily="34" charset="0"/>
                <a:ea typeface="Aptos" pitchFamily="34" charset="-122"/>
                <a:cs typeface="Aptos" pitchFamily="34" charset="-120"/>
              </a:rPr>
              <a:t>OWASP guidance for LLM application security</a:t>
            </a:r>
            <a:endParaRPr lang="en-US" sz="1450" dirty="0"/>
          </a:p>
          <a:p>
            <a:r>
              <a:rPr lang="en-US" sz="1450" dirty="0">
                <a:solidFill>
                  <a:srgbClr val="17364A"/>
                </a:solidFill>
                <a:latin typeface="Aptos" pitchFamily="34" charset="0"/>
                <a:ea typeface="Aptos" pitchFamily="34" charset="-122"/>
                <a:cs typeface="Aptos" pitchFamily="34" charset="-120"/>
              </a:rPr>
              <a:t>Agency policies for privacy, cybersecurity, records, procurement, accessibility, and public communications</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Health AI Policy Landscape and Regulatory Readiness</dc:title>
  <dc:subject>Public Health AI Policy Landscape and Regulatory Readiness learning module</dc:subject>
  <dc:creator>Paula Soper</dc:creator>
  <cp:lastModifiedBy>Paula Soper</cp:lastModifiedBy>
  <cp:revision>1</cp:revision>
  <dcterms:created xsi:type="dcterms:W3CDTF">2026-07-12T18:22:14Z</dcterms:created>
  <dcterms:modified xsi:type="dcterms:W3CDTF">2026-07-12T18:22:14Z</dcterms:modified>
</cp:coreProperties>
</file>