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Governance for AI-Ready Public Health Data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data governance for ai-ready public health data in public health AI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technical, operational, privacy, security, equity, and governance issues associated with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workflow, system, or implementation scenario.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common failure modes that can affect safety, accuracy, trust, workflow fit, or sustainability.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practical guardrails that should be documented before implementation.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AI-ready data governance checklist that can support readiness assessment, governance review, procurement,…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The expected artifact is a completed AI-ready data governance checklist. It should be specific to a public health workflow…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gov-330-data-governance-for-ai-ready-public-health-data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Governance for AI-Ready Public Health Data matters because AI systems are embedded in public health programs, data systems, and decision…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affects whether AI outputs are accurate, explainable, safe, equitable, secure, and sustainable.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that ignore this area may create tools that work in a demonstration but fail in actual practice.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topic also affects accountability.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must be able to explain how data are used, why a tool was approved, what evidence supports the workflow, who reviews outputs,…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63040"/>
            <a:ext cx="1060704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governance is the set of decision rights, roles, policies, standards, and practices that guide how data are collected,…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stewardship assigns responsibility for data quality, definitions, metadata, access, and appropriate use. Stewards do not…</a:t>
            </a:r>
            <a:endParaRPr lang="en-US" sz="1800" dirty="0"/>
          </a:p>
          <a:p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 describe the meaning, source, structure, quality, and permitted use of data. Without metadata, AI teams may…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25780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67528"/>
            <a:ext cx="10332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note: Ask learners to translate each concept into a public health workflow example before moving to the exercise.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may want to use multiple datasets to prioritize outreach for vaccination.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governance would clarify which datasets can be linked, which fields are authoritative, which populations are underrepresented, who can…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governance, the model may appear technical while resting on unclear authority and inconsistent data definitions.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AI, predictive analytics, RAG, automation, and agentic workflows all depend on the controls described in this module.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controls should be scaled to the risk of the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that drafts internal training text may require lighter review than a tool that updates case records, prioritizes outreach, or supports…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should be applied during readiness assessment, procurement, implementation planning, pilot testing, and post-deployment monitoring.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AI-ready data begin with inventory.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know what datasets exist, who stewards them, what they contain, how often they are updated, what quality issues are known,…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 catalog can make this information visible to program, analytics, informatics, and governance teams.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must also address data lineage and transformation.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outputs may depend on mapped, linked, deduplicated, geocoded, imputed, or aggregated data.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need to understand how those transformations were performed and whether they are appropriate for the AI use case.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technical detail rather than a public health control.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staff do not connect technical decisions to authority, workflow, equity, privacy, security, and accountability, the agency…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relying on vendor claims without agency-defined evidence.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may provide demonstrations, dashboards, or summary metrics that do not match the agency workflow or data environment.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documentation, test results, acceptance criteria, and agency-controlled review.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AI-ready data governance checklist for one real or realistic public health AI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describe the use case, affected users, data sources, system dependencies, risks, guardrails, review points, and unresolved…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exercise should produce a work product that could be used in a governance meeting, procurement review, implementation planning session,…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expected artifact is a completed AI-ready data governance checklist. It should be specific to a public health workflow…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Risk Management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LLM Applications, when security or AI integrations are relevant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privacy, cybersecurity, data governance, procurement, and records management…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best reason to address data governance for ai-ready public health data before deployment?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responsible implementation?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statement best describes a common failure mode?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be included in the practical artifact for this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When should the issue be escalated for governance or leadership review?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330: Data Governance for AI-Ready Public Health Data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