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 describe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 governance review,.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documentation, model cards, and system cards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documentation packet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documentation packet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 describe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cards and system cards are structured documentation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public health staff create documentation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Model Cards, and System Cards matters because AI systems are embedded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Model Cards, and System Cards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records what the system is intended to do, how it was developed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Documentation supports accountability across the AI lifecycle.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card is a structured summary of a model, including intended use, data, 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records what the system is intended to do, how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card is a structured summary of a model,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system card extends documentation to the broader system,.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agency using a generative AI assistant to draft public health messages should document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system card would help reviewers understand the whole workflow rather than only the model.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using a generative AI assistant to draft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system card would help reviewers understand the whole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should be created before deployment and maintained after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documentation should identify the system owner, intended users, data inputs,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document that is created once and never updated will not support responsible operations.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documentation should identify the system owner,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 cards are especially useful for predictive or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 cards are especially useful for generative, RAG,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documentation packet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documentation packet.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documentation packet.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documentation packet.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ai documentation, model cards, and system cards before.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ai documentation, model cards,.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2026-07-13T02:24:09Z</dcterms:created>
  <dcterms:modified xsi:type="dcterms:W3CDTF">2026-07-13T02:24:09Z</dcterms:modified>
</cp:coreProperties>
</file>