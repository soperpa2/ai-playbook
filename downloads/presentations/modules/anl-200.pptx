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 case.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NLP in plain language and distinguish common NLP tasks.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workflows where NLP may be useful.</a:t>
            </a:r>
            <a:endParaRPr lang="en-US" sz="2100" dirty="0"/>
          </a:p>
          <a:p>
            <a:r>
              <a:rPr lang="en-US" sz="2100" dirty="0">
                <a:solidFill>
                  <a:srgbClr val="17364A"/>
                </a:solidFill>
                <a:latin typeface="Aptos" pitchFamily="34" charset="0"/>
                <a:ea typeface="Aptos" pitchFamily="34" charset="-122"/>
                <a:cs typeface="Aptos" pitchFamily="34" charset="-120"/>
              </a:rPr>
              <a:t>Assess risks related to accuracy, bias, privacy, hallucination, language, and missing context.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NLP in plain language and distinguish common NLP tasks.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2100" dirty="0"/>
          </a:p>
          <a:p>
            <a:r>
              <a:rPr lang="en-US" sz="2100" dirty="0">
                <a:solidFill>
                  <a:srgbClr val="17364A"/>
                </a:solidFill>
                <a:latin typeface="Aptos" pitchFamily="34" charset="0"/>
                <a:ea typeface="Aptos" pitchFamily="34" charset="-122"/>
                <a:cs typeface="Aptos" pitchFamily="34" charset="-120"/>
              </a:rPr>
              <a:t>It can support case investigation, environmental health complaint triage, syndromic surveillance,.</a:t>
            </a:r>
            <a:endParaRPr lang="en-US" sz="2100" dirty="0"/>
          </a:p>
          <a:p>
            <a:r>
              <a:rPr lang="en-US" sz="2100" dirty="0">
                <a:solidFill>
                  <a:srgbClr val="17364A"/>
                </a:solidFill>
                <a:latin typeface="Aptos" pitchFamily="34" charset="0"/>
                <a:ea typeface="Aptos" pitchFamily="34" charset="-122"/>
                <a:cs typeface="Aptos" pitchFamily="34" charset="-120"/>
              </a:rPr>
              <a:t>However, text is often ambiguous, incomplete, sensitive, and context-dependent.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a:t>
            </a:r>
            <a:endParaRPr lang="en-US" sz="2100" dirty="0"/>
          </a:p>
          <a:p>
            <a:r>
              <a:rPr lang="en-US" sz="2100" dirty="0">
                <a:solidFill>
                  <a:srgbClr val="17364A"/>
                </a:solidFill>
                <a:latin typeface="Aptos" pitchFamily="34" charset="0"/>
                <a:ea typeface="Aptos" pitchFamily="34" charset="-122"/>
                <a:cs typeface="Aptos" pitchFamily="34" charset="-120"/>
              </a:rPr>
              <a:t>NLP refers to AI methods that process, analyze, classify, summarize, extract, translate, or generate.</a:t>
            </a:r>
            <a:endParaRPr lang="en-US" sz="2100" dirty="0"/>
          </a:p>
          <a:p>
            <a:r>
              <a:rPr lang="en-US" sz="2100" dirty="0">
                <a:solidFill>
                  <a:srgbClr val="17364A"/>
                </a:solidFill>
                <a:latin typeface="Aptos" pitchFamily="34" charset="0"/>
                <a:ea typeface="Aptos" pitchFamily="34" charset="-122"/>
                <a:cs typeface="Aptos" pitchFamily="34" charset="-120"/>
              </a:rPr>
              <a:t>It can work with structured prompts, free-text notes, documents, emails, calls, complaints, or reports.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Summarization.</a:t>
            </a:r>
            <a:endParaRPr lang="en-US" sz="2100" dirty="0"/>
          </a:p>
          <a:p>
            <a:r>
              <a:rPr lang="en-US" sz="2100" dirty="0">
                <a:solidFill>
                  <a:srgbClr val="17364A"/>
                </a:solidFill>
                <a:latin typeface="Aptos" pitchFamily="34" charset="0"/>
                <a:ea typeface="Aptos" pitchFamily="34" charset="-122"/>
                <a:cs typeface="Aptos" pitchFamily="34" charset="-120"/>
              </a:rPr>
              <a:t>Summarization creates a shorter version of longer text.</a:t>
            </a:r>
            <a:endParaRPr lang="en-US" sz="2100" dirty="0"/>
          </a:p>
          <a:p>
            <a:r>
              <a:rPr lang="en-US" sz="2100" dirty="0">
                <a:solidFill>
                  <a:srgbClr val="17364A"/>
                </a:solidFill>
                <a:latin typeface="Aptos" pitchFamily="34" charset="0"/>
                <a:ea typeface="Aptos" pitchFamily="34" charset="-122"/>
                <a:cs typeface="Aptos" pitchFamily="34" charset="-120"/>
              </a:rPr>
              <a:t>Public health summarization should preserve uncertainty, cite sources when possible, and avoid adding.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Summarization.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2100" dirty="0"/>
          </a:p>
          <a:p>
            <a:r>
              <a:rPr lang="en-US" sz="2100" dirty="0">
                <a:solidFill>
                  <a:srgbClr val="17364A"/>
                </a:solidFill>
                <a:latin typeface="Aptos" pitchFamily="34" charset="0"/>
                <a:ea typeface="Aptos" pitchFamily="34" charset="-122"/>
                <a:cs typeface="Aptos" pitchFamily="34" charset="-120"/>
              </a:rPr>
              <a:t>NLP could classify messages by topic, identify urgent issues, and draft response summaries for staff.</a:t>
            </a:r>
            <a:endParaRPr lang="en-US" sz="2100" dirty="0"/>
          </a:p>
          <a:p>
            <a:r>
              <a:rPr lang="en-US" sz="2100" dirty="0">
                <a:solidFill>
                  <a:srgbClr val="17364A"/>
                </a:solidFill>
                <a:latin typeface="Aptos" pitchFamily="34" charset="0"/>
                <a:ea typeface="Aptos" pitchFamily="34" charset="-122"/>
                <a:cs typeface="Aptos" pitchFamily="34" charset="-120"/>
              </a:rPr>
              <a:t>This can improve timeliness, but messages may contain sensitive information, emotional language,.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implementation begins with task definition.</a:t>
            </a:r>
            <a:endParaRPr lang="en-US" sz="2100" dirty="0"/>
          </a:p>
          <a:p>
            <a:r>
              <a:rPr lang="en-US" sz="2100" dirty="0">
                <a:solidFill>
                  <a:srgbClr val="17364A"/>
                </a:solidFill>
                <a:latin typeface="Aptos" pitchFamily="34" charset="0"/>
                <a:ea typeface="Aptos" pitchFamily="34" charset="-122"/>
                <a:cs typeface="Aptos" pitchFamily="34" charset="-120"/>
              </a:rPr>
              <a:t>Extraction, classification, summarization, translation, topic modeling, and question answering are.</a:t>
            </a:r>
            <a:endParaRPr lang="en-US" sz="2100" dirty="0"/>
          </a:p>
          <a:p>
            <a:r>
              <a:rPr lang="en-US" sz="2100" dirty="0">
                <a:solidFill>
                  <a:srgbClr val="17364A"/>
                </a:solidFill>
                <a:latin typeface="Aptos" pitchFamily="34" charset="0"/>
                <a:ea typeface="Aptos" pitchFamily="34" charset="-122"/>
                <a:cs typeface="Aptos" pitchFamily="34" charset="-120"/>
              </a:rPr>
              <a:t>A tool that performs well at summarization may perform poorly at extracting dates or classifying urgency.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implementation begins with task definition.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summaries.</a:t>
            </a:r>
            <a:endParaRPr lang="en-US" sz="2100" dirty="0"/>
          </a:p>
          <a:p>
            <a:r>
              <a:rPr lang="en-US" sz="2100" dirty="0">
                <a:solidFill>
                  <a:srgbClr val="17364A"/>
                </a:solidFill>
                <a:latin typeface="Aptos" pitchFamily="34" charset="0"/>
                <a:ea typeface="Aptos" pitchFamily="34" charset="-122"/>
                <a:cs typeface="Aptos" pitchFamily="34" charset="-120"/>
              </a:rPr>
              <a:t>NLP tools may omit, distort, or invent information.</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review, citations, factuality checks, and human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summaries.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Misclassification.</a:t>
            </a:r>
            <a:endParaRPr lang="en-US" sz="2100" dirty="0"/>
          </a:p>
          <a:p>
            <a:r>
              <a:rPr lang="en-US" sz="2100" dirty="0">
                <a:solidFill>
                  <a:srgbClr val="17364A"/>
                </a:solidFill>
                <a:latin typeface="Aptos" pitchFamily="34" charset="0"/>
                <a:ea typeface="Aptos" pitchFamily="34" charset="-122"/>
                <a:cs typeface="Aptos" pitchFamily="34" charset="-120"/>
              </a:rPr>
              <a:t>Incorrect labels can affect routing or priority.</a:t>
            </a:r>
            <a:endParaRPr lang="en-US" sz="2100" dirty="0"/>
          </a:p>
          <a:p>
            <a:r>
              <a:rPr lang="en-US" sz="2100" dirty="0">
                <a:solidFill>
                  <a:srgbClr val="17364A"/>
                </a:solidFill>
                <a:latin typeface="Aptos" pitchFamily="34" charset="0"/>
                <a:ea typeface="Aptos" pitchFamily="34" charset="-122"/>
                <a:cs typeface="Aptos" pitchFamily="34" charset="-120"/>
              </a:rPr>
              <a:t>Guardrails include validation, confidence thresholds, review queues, and monitoring of overrides.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Misclassification.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NLP-derived features, so extraction quality affects model performance.</a:t>
            </a:r>
            <a:endParaRPr lang="en-US" sz="2100" dirty="0"/>
          </a:p>
          <a:p>
            <a:r>
              <a:rPr lang="en-US" sz="2100" dirty="0">
                <a:solidFill>
                  <a:srgbClr val="17364A"/>
                </a:solidFill>
                <a:latin typeface="Aptos" pitchFamily="34" charset="0"/>
                <a:ea typeface="Aptos" pitchFamily="34" charset="-122"/>
                <a:cs typeface="Aptos" pitchFamily="34" charset="-120"/>
              </a:rPr>
              <a:t>RAG systems use NLP to retrieve and summarize documents, which requires document governance and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2100" dirty="0"/>
          </a:p>
          <a:p>
            <a:r>
              <a:rPr lang="en-US" sz="2100" dirty="0">
                <a:solidFill>
                  <a:srgbClr val="17364A"/>
                </a:solidFill>
                <a:latin typeface="Aptos" pitchFamily="34" charset="0"/>
                <a:ea typeface="Aptos" pitchFamily="34" charset="-122"/>
                <a:cs typeface="Aptos" pitchFamily="34" charset="-120"/>
              </a:rPr>
              <a:t>What task would NLP support: extraction, classification, summarization, translation, or topic detection?</a:t>
            </a:r>
            <a:endParaRPr lang="en-US" sz="2100" dirty="0"/>
          </a:p>
          <a:p>
            <a:r>
              <a:rPr lang="en-US" sz="2100" dirty="0">
                <a:solidFill>
                  <a:srgbClr val="17364A"/>
                </a:solidFill>
                <a:latin typeface="Aptos" pitchFamily="34" charset="0"/>
                <a:ea typeface="Aptos" pitchFamily="34" charset="-122"/>
                <a:cs typeface="Aptos" pitchFamily="34" charset="-120"/>
              </a:rPr>
              <a:t>What errors would be most harmful?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source material must be retained for human review?</a:t>
            </a:r>
            <a:endParaRPr lang="en-US" sz="2100" dirty="0"/>
          </a:p>
          <a:p>
            <a:r>
              <a:rPr lang="en-US" sz="2100" dirty="0">
                <a:solidFill>
                  <a:srgbClr val="17364A"/>
                </a:solidFill>
                <a:latin typeface="Aptos" pitchFamily="34" charset="0"/>
                <a:ea typeface="Aptos" pitchFamily="34" charset="-122"/>
                <a:cs typeface="Aptos" pitchFamily="34" charset="-120"/>
              </a:rPr>
              <a:t>How will staff evaluate accuracy across languages, populations, and program areas?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source material must be retained for human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NLP evaluation plan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text source, NLP task, intended use, prohibited use, required human review, accuracy.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NLP evaluation plan for one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Source verification and privacy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Source verification and privacy safeguards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NLP?</a:t>
            </a:r>
            <a:endParaRPr lang="en-US" sz="2100" dirty="0"/>
          </a:p>
          <a:p>
            <a:r>
              <a:rPr lang="en-US" sz="2100" dirty="0">
                <a:solidFill>
                  <a:srgbClr val="17364A"/>
                </a:solidFill>
                <a:latin typeface="Aptos" pitchFamily="34" charset="0"/>
                <a:ea typeface="Aptos" pitchFamily="34" charset="-122"/>
                <a:cs typeface="Aptos" pitchFamily="34" charset="-120"/>
              </a:rPr>
              <a:t>2. Which task is an example of information extraction?</a:t>
            </a:r>
            <a:endParaRPr lang="en-US" sz="2100" dirty="0"/>
          </a:p>
          <a:p>
            <a:r>
              <a:rPr lang="en-US" sz="2100" dirty="0">
                <a:solidFill>
                  <a:srgbClr val="17364A"/>
                </a:solidFill>
                <a:latin typeface="Aptos" pitchFamily="34" charset="0"/>
                <a:ea typeface="Aptos" pitchFamily="34" charset="-122"/>
                <a:cs typeface="Aptos" pitchFamily="34" charset="-120"/>
              </a:rPr>
              <a:t>3. Why is source verification important for NLP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NLP?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2026-07-13T01:54:43Z</dcterms:created>
  <dcterms:modified xsi:type="dcterms:W3CDTF">2026-07-13T01:54:43Z</dcterms:modified>
</cp:coreProperties>
</file>