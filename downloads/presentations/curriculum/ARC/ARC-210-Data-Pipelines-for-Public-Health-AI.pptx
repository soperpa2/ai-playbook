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Pipelines for Public Health AI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applied/foundational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the major steps in public health data pipelines, including ingestion, validation, transformation, storage, access, and…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between batch, real-time, and event-driven data flows.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how pipeline failures can affect AI outputs and operational decisions.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metadata, lineage, version control, and audit needs for AI-supported workflows.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data pipeline readiness checklist for a public health AI use case.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Data pipeline map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Technical Architecture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arc-210-data-pipelines-for-public-health-ai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210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pipeline readiness matters because AI systems can amplify routine data management problems.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delayed file, changed field name, failed interface, missing date, duplicate record, or outdated transformation rule may not be obvious to an end…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tool may continue generating fluent summaries or confident classifications even after the data feed has become unreliable.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need pipeline visibility before they rely on AI for operational workflows.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Visibility means knowing where data originate, how often they update, what transformations occur, what validation checks run, and who is alerted…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210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pipeline: A data pipeline is a set of technical and operational steps that moves data from a source to a destination…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ETL and ELT: ETL stands for extract, transform, load, while ELT stands for extract, load, transform. ETL transforms data…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monitoring: Pipeline monitoring is the routine process of checking whether data feeds, transformations, and outputs are…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lineage: Data lineage shows where data came from, what happened to them, and where they were used. Lineage supports…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syndromic surveillance team may use AI to identify unusual emergency department visit patterns.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depends on timely data feeds from hospitals, correct parsing of chief complaint text, reliable facility identifiers, and consistent…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one large hospital feed stops or a field changes after an EHR upgrade, the AI tool may miss a signal or generate a false alert.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monitoring is therefore part of outbreak detection readiness.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may use pipeline outputs to summarize records, but the summary should indicate source freshness and preserve traceability.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models may rely on engineered features created by a pipeline, so the feature pipeline must be monitored for drift and missingness.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systems depend on document ingestion pipelines, which must track document source, version, permissions, and refresh schedules.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workflows may depend on event-driven pipelines, making failure handling and approval points especially important.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210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design begins with the source and ends with the user-facing decision or output.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between, data may be received, staged, validated, transformed, standardized, linked, loaded, indexed, analyzed, and displayed.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step should have an owner, a purpose, a quality check, and a documented failure process.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pipelines move data on a schedule, such as nightly files or weekly extracts.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pipelines move data as events occur, such as laboratory reports or eCR messages.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Event-driven pipelines trigger actions when a defined event occurs, such as creating a review task when a high-priority result arrives.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210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Silent feed failure.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data feed can stop or change without visible failure in the AI interface.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include automated feed monitoring, expected volume thresholds, error queues, and notification procedures.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and terminology changes.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systems may change field names, formats, codes, or units.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210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data pipeline readiness checklist for one AI-supported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data source, update frequency, required fields, validation checks, transformations, lineage documentation, monitoring indicators,…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at least three pipeline failure scenarios and describe how each should be detected, escalated, and communicated to users.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pipeline map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readiness checklist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and escalation plan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data limitations statement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Data Modernization Initiative materials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AI Risk Management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data governance and system monitoring documentation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strongest reason to document data lineage for an AI-supported workflow?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pipeline type is most likely to trigger a workflow immediately after a defined event?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is a practical guardrail for silent feed failure?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Why should source freshness be visible to users?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strong evidence of completion for this module?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 210: Data Pipelines for Public Health AI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