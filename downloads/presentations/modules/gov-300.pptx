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300 AI Security, Prompt Injection, and Data Leakage
AI security focuses on protecting AI systems, integrations, prompts, outputs, data, users, and connected tools from misuse, unauthorized access, manipulation, and exposure. Public health agencies handle sensitive health, demographic, legal, operational, and community information. AI security is therefore a core public health safeguard, not only an IT responsibility. This module introduces security risks that are especially relevant to generative AI, RAG systems, and agentic workflows. These risks include prompt injection, sensitive information disclosure, insecure output handling, excessive agency, insecure plugins, supply chain vulnerabilities, data poisoning, and credential exposure. Learners will connect these risks to practical public health workflows. By the end of the module, learners should be able to identify AI security risks, ask stronger vendor and implementation questions, and create a secure AI use checklist for a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analytics-modeling
AI security focuses on protecting AI systems, integrations, prompts, outputs, data, users, and connected tools from misuse, unauthorized access, manipulation, and exposure. Public health agencies handle sensitive health, demographic, legal, operational, and community information. AI security is therefore a core public health safeguard, not only an IT responsibility. This module introduces security risks that are especially relevant to generative AI, RAG systems, and agentic workflows. These risks include prompt injection, sensitive information disclosure, insecure output handling, excessive agency, insecure plugins, supply chain vulnerabilities, data poisoning, and credential exposure. Learners will connect these risks to practical public health workflows. By the end of the module, learners should be able to identify AI security risks, ask stronger vendor and implementation questions, and create a secure AI use checklist for a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
Play 8: Develop a Funding Strategy - This lesson informs Play 8 by helping learners connect the lesson topic to develop a funding strategy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AI security in public health operational terms.
Identify prompt injection, data leakage, sensitive information disclosure, insecure output handling, excessive agency, and supply chain risks.
Explain why RAG, plugins, APIs, and agentic workflows increase the need for security controls.
Apply least privilege, approved-tool use, access controls, logging, testing, and incident response to AI workflows.
Develop security questions for AI procurement, implementation, and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secure AI workflow checklist.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security focuses on protecting AI systems, integrations, prompts, outputs, data, users, and connected tools from misuse, unauthorized access, manipulation, and exposure. Public health agencies handle sensitive health, demographic, legal, operational, and community information. AI security is therefore a core public health safeguard, not only an IT responsibility.
This module introduces security risks that are especially relevant to generative AI, RAG systems, and agentic workflows. These risks include prompt injection, sensitive information disclosure, insecure output handling, excessive agency, insecure plugins, supply chain vulnerabilities, data poisoning, and credential exposure. Learners will connect these risks to practical public health workflows.
By the end of the module, learners should be able to identify AI security risks, ask stronger vendor and implementation questions, and create a secure AI use checklist for a public health workflow.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security matters because public health AI tools may process sensitive records, internal protocols, draft communications, credentials, contracts, emergency plans, and partner information. The risks increase when AI tools are connected to email, calendars, case systems, data warehouses, document repositories, APIs, or messaging platforms. A security weakness can become a privacy breach, operational disruption, public trust problem, or legal issue.
Prompt injection is particularly important for public health because staff may ask AI tools to process external documents, emails, web pages, public comments, complaints, or uploaded files. Those materials may contain instructions designed to manipulate the AI system. If the AI tool has access to sensitive data or actions, prompt injection can become a pathway to data exposure or unauthorized activity.
Security controls should be built into governance and procurement. Agencies should require information about data handling, retention, encryption, access controls, audit logs, model training use, third-party services, incident notification, vulnerability management, and secure configuration. Security review should happen before deployment and continue after launch.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program may use an AI assistant to summarize uploaded partner reports. One report could contain hidden or visible instructions telling the AI to ignore prior rules and reveal confidential information. If the assistant treats the report content as instructions rather than data, it may produce unsafe outputs or attempt unauthorized actions.
A secure workflow would use an approved tool, restrict the assistant’s access, treat uploaded content as untrusted, disable unnecessary tool actions, log activity, and require human review before any output is shared. Staff should be trained to recognize suspicious instructions embedded in documents or outputs.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AI security begins with use-case classification. A low-risk training exercise using public documents requires different controls than a tool connected to case records or document repositories. Agencies should classify AI uses by data sensitivity, system access, autonomy, public-facing impact, and consequence of error.
Access control is central. AI tools should not have broad access to systems simply because broad access is convenient. Each integration should specify what the tool can read, write, update, send, or delete. Read-only access is safer than write access, but read-only access can still expose sensitive information if permissions are weak.
Prompt injection defenses should include system-level protections, content handling, tool restrictions, and user training. External content should be treated as data, not instruction. Tools should not follow directions found inside documents, emails, or web pages unless those directions come from an authorized user in the correct workflow. Agentic systems should require additional approval before taking consequential actions.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Output handling matters because AI outputs may be copied into reports, emails, code, dashboards, or scripts. Insecure output handling can lead to misinformation, broken code, malicious links, or inappropriate disclosure. Outputs should be validated before downstream use, especially when they affect systems, public communications, or records.
Incident response should include AI-specific triggers. Examples include unauthorized data exposure, unexpected tool use, prompt injection attempt, repeated unsafe output, model misuse, credential exposure, or vendor security incident. Logs should support investigation of prompts, inputs, retrieved sources, outputs, tool calls, users, and actions.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Prompt injection. Untrusted content may override instructions. Guardrails include treating external content as data, restricting tools, and testing with adversarial examples.
Sensitive information disclosure. AI may reveal information outside user permissions. Guardrails include access controls, data minimization, redaction, and audit logs.
Excessive agency. Tools may have more capability than needed. Guardrails include least privilege, approval gates, and prohibited-action lists.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Supply chain risk. AI tools may depend on vendors, plugins, models, or libraries with vulnerabilities. Guardrails include vendor review, security documentation, patching, and contract requirements.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AI security applies to generative AI, RAG, NLP, APIs, and agentic workflows. RAG systems need document-level permissions and protections against unauthorized retrieval. Agentic systems need tool restrictions and action approval. Prompt templates should include data boundaries, and technical implementations should enforce those boundaries rather than relying on user behavior alone.
Security should be designed as part of the workflow. Public health users should know which tools are approved, what data may be used, what outputs require review, and how to report suspicious or unsafe behavior.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sensitive data or systems would the AI workflow touch?
Could the AI tool access more information or actions than necessary?
What untrusted content might the tool process?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How will prompt injection attempts or unsafe outputs be detected?
What logs and incident response steps are required?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secure AI workflow checklist for one public health use case. Include data sensitivity, approved tools, access controls, least-privilege review, prompt injection risk, output handling, logging, vendor security questions, incident triggers, and escalation process.
The checklist should identify which controls must be in place before pilot testing and which controls must be monitored after launch.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Secure AI workflow checklist
Vendor and implementation security questions
Prompt injection risk notes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incident trigger and escalation plan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Secure AI workflow checklist
Vendor and implementation security questions
Prompt injection risk notes
AI incident trigger and escalation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prompt injection?
2. What does least privilege mean?
3. Why does agentic AI increase security risk?
4. Which control helps investigate AI-related incidents?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OWASP Top 10 for Large Language Model Applications: https://owasp.org/www-project-top-10-for-large-language-model-applications/
NIST Artificial Intelligence Risk Management Framework: https://www.nist.gov/itl/ai-risk-management-framework
NIST AI RMF Generative AI Profile: https://www.nist.gov/publications/artificial-intelligence-risk-management-framework-generative-artificial-intelligence
NIST Privacy Framework: https://www.nist.gov/privacy-framework
Agency cybersecurity, identity/access management, privacy, procurement, and incident response policies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Security, Prompt Injection, and Data Leakage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security focuses on protecting AI systems, integrations, prompts,.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handle sensitive health, demographic, legal,.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security is therefore a core public health safeguard, not only an IT.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Governance and Security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8: Develop a Funding Strategy - This lesson informs Play 8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32: Vendor Evaluation Checklist (Checklist) - Use this tool to complete.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34: STLT AI Procurement and Vendor Addendum (Checklist) - Use this tool.</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Define AI security in public health operational terms.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prompt injection, data leakage, sensitive information disclosure,.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Explain why RAG, plugins, APIs, and agentic workflows increase the need for.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Define AI security in public health operational terms.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Identify prompt injection, data leakage, sensitive.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Apply least privilege, approved-tool use, access.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Develop security questions for AI procurement,.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 secure AI workflow checklist.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secure AI workflow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 secure AI workflow checklist.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security focuses on protecting AI systems, integrations, prompts,.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handle sensitive health, demographic, legal,.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security is therefore a core public health safeguard, not only an IT.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security focuses on protecting AI systems, integrations, prompts, outputs,.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security matters because public health AI tools may process sensitive.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risks increase when AI tools are connected to email, calendars,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security weakness can become a privacy breach, operational disruption,.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security matters because public health AI tools may process sensitive.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public health program may use an AI assistant to summarize uploaded.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One report could contain hidden or visible instructions telling the AI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the assistant treats the report content as instructions rather than data,.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program may use an AI assistant to summarize uploaded partner.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One report could contain hidden or visible.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If the assistant treats the report content as.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secure workflow would use an approved tool,.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security begins with use-case classification.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low-risk training exercise using public documents requires different.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Agencies should classify AI uses by data sensitivity, system access,.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security begins with use-case classification.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low-risk training exercise using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Agencies should classify AI uses by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Access control is central.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Output handling matters because AI outputs may be copied into reports,.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Insecure output handling can lead to misinformation, broken code, malicious.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Outputs should be validated before downstream use, especially when they.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Output handling matters because AI outputs may be copied into reports, emails,.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Output handling matters because AI outputs may be.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Insecure output handling can lead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Outputs should be validated before downstream use,.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Prompt injection.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Untrusted content may override instructions.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treating external content as data, restricting tools,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Prompt injection.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Guardrails include treating external content as.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Sensitive information disclosure.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 may reveal information outside user permissions.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Supply chain risk.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tools may depend on vendors, plugins, models, or libraries with.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vendor review, security documentation, patching,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Supply chain risk.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Supply chain risk.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 tools may depend on vendors, plugins, models,.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vendor review, security.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security applies to generative AI, RAG, NLP, APIs, and agentic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RAG systems need document-level permissions and protections against.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Agentic systems need tool restrictions and action approval.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security applies to generative AI, RAG, NLP, APIs, and agentic workflows.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Prompt templates should include data boundaries,.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Security should be designed as part of the workflow.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health users should know which tools are.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sensitive data or systems would the AI workflow touch?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Could the AI tool access more information or actions than necessary?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untrusted content might the tool process?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sensitive data or systems would the AI workflow touch?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sensitive data or systems would the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Could the AI tool access more information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untrusted content might the tool process?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How will prompt injection attempts or unsafe outputs be detected?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logs and incident response steps are required?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How will prompt injection attempts or unsafe outputs be detected?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How will prompt injection attempts or unsafe.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logs and incident response steps are required?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secure AI workflow checklist for one public health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data sensitivity, approved tools, access controls, least-privilege.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checklist should identify which controls must be in place before pilot.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secure AI workflow checklist for one public health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Include data sensitivity, approved tools, access.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checklist should identify which controls must.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Secure AI workflow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Vendor and implementation security questions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Prompt injection risk notes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Secure AI workflow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Secure AI workflow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Vendor and implementation security questions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Prompt injection risk notes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incident trigger and escalation plan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incident trigger and escalation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incident trigger and escalation plan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Secure AI workflow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Vendor and implementation security questions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Prompt injection risk notes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Secure AI workflow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Secure AI workflow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Vendor and implementation security questions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Prompt injection risk notes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prompt injection?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What does least privilege mean?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Why does agentic AI increase security risk?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prompt injection?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prompt injection?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OWASP Top 10 for Large Language Model Applications:.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AI RMF Generative AI Profile:.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OWASP Top 10 for Large Language Model Applications:.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NIST Privacy Framework:.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cybersecurity, identity/access management,.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Security, Prompt Injection, and Data Leakage</dc:title>
  <dc:subject>AI Security, Prompt Injection, and Data Leakage learning module</dc:subject>
  <dc:creator>Paula Soper</dc:creator>
  <cp:lastModifiedBy>Paula Soper</cp:lastModifiedBy>
  <cp:revision>1</cp:revision>
  <dcterms:created xsi:type="dcterms:W3CDTF">2026-07-14T04:35:32Z</dcterms:created>
  <dcterms:modified xsi:type="dcterms:W3CDTF">2026-07-14T04:35:32Z</dcterms:modified>
</cp:coreProperties>
</file>