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AI Evaluation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basic eCR workflow from EHR trigger to public health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roles of eICR, Reportability Response, eRSD, and RCTC.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eCR data quality, routing, and onboarding issues that can affect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where AI may support eCR workflows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AI-readiness review for an eCR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case reporting is one of the clearest examples of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uses data from electronic health records and reporting logic to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eCR works technically and how AI might.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 is one of the clearest examples of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matters for AI because it brings structured, timely, clinically relevant.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reduce manual reporting burden and improve the speed of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eCR is not simply a data feed.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matters for AI because it brings structured, timely, clinically relevant.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case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case reporting is the automated exchange of case report.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to improve timeliness, completeness, and consistency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case reporting is the automated.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eICR.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electronic initial case report is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eRSD and RCTC.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Reporting and Surveillance Distribution supports the distribution.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Reportable Conditions Trigger Codes help EHRs determine when an eICR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eRSD and RCTC.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Reporting and Surveillance Distribution.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components are essential to reliable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jurisdiction may receive eICRs for a reportable condition and want AI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could highlight the suspected condition, key dates, lab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could reduce staff burden, but only if users can inspect the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jurisdiction may receive eICRs for a reportable condition and want AI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jurisdiction may receive eICRs for a reportable.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could highlight the suspected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jurisdiction may want to use AI to triage.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eCR workflow begins before a report reaches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EHR systems use trigger criteria and value sets to identify encounters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eICR is generated and transmitted through an exchange process to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eCR workflow begins before a report reaches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eICR is generated and transmitted through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systems then receive, parse, route,.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readiness depends on several technical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Incorrect trigger assumptions.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trigger value sets or reporting criteria are outdated, the workflow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current eRSD/RCTC management, onboarding checks,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Incorrect trigger assumptions.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trigger value sets or reporting criteria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Unsupported summaries.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summaries may include statements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Routing errors.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Incorrect jurisdiction or program routing can delay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routing validation, exception queues,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Routing errors.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Routing errors.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Incorrect jurisdiction or program routing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routing validation, exception.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eICR content, but summaries should display.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support prioritization, but only after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may provide disease-specific guidance to investigators, but document.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eICR content, but summaries should display 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models may support prioritization,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may provide disease-specific guidance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could create follow-up tasks, but task.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your agency receive, review, or process case reports today?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steps are automated and which remain manual?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are timeliness, completeness, routing, or duplication problems most.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your agency receive, review, or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steps are automated and which remain manual?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are timeliness, completeness, routing,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eCR tasks could AI support safely?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tasks require human review, legal authority, or epidemiologic judgment?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eCR tasks could AI support safely?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eCR tasks could AI support safely?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tasks require human review, legal authority,.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AI-readiness review for one eCR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the current workflow, identify data elements required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AI-readiness review for one eCR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AI-readiness review for one eCR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the current workflow, identify data elements.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scenarios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eCR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review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escalation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review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scenarios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eCR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eCR?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an eICR?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do eRSD and RCTC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eCR?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eCR?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Electronic Case Reporting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AIMS eCR triggering documentation:.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eCR FHIR Implementation Guide: https://hl7.org/fhir/us/ecr/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Electronic Case Reporting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AIMS eCR triggering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HL7 eCR FHIR Implementation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2026-07-14T04:35:31Z</dcterms:created>
  <dcterms:modified xsi:type="dcterms:W3CDTF">2026-07-14T04:35:31Z</dcterms:modified>
</cp:coreProperties>
</file>