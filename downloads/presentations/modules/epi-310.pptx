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analytics-modeling, operations-data-quality,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for Surveillance Signal Review and Epidemiologic Judgment matters because AI adoption.</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using AI to support.</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for surveillance signal review and epidemiologic judgment artifact.</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for surveillance signal review and epidemiologic.</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2026-07-13T02:11:43Z</dcterms:created>
  <dcterms:modified xsi:type="dcterms:W3CDTF">2026-07-13T02:11:43Z</dcterms:modified>
</cp:coreProperties>
</file>