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Measuring AI Value, Performance, and Operational Impact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measuring ai value, performance, and operational impact in public health AI work.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technical, operational, privacy, security, equity, and governance issues associated with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workflow, system, or implementation scenario.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common failure modes that can affect safety, accuracy, trust, workflow fit, or sustainability.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practical guardrails that should be documented before implementation.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AI value and impact measurement plan that can support readiness assessment, governance review, procurement,…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The expected artifact is a completed AI value and impact measurement plan. It should be specific to a public health…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Operations and Data Quality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ops-310-measuring-ai-value-performance-and-operational-impact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Measuring AI Value, Performance, and Operational Impact matters because AI systems are embedded in public health programs, data systems, and…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topic affects whether AI outputs are accurate, explainable, safe, equitable, secure, and sustainable.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that ignore this area may create tools that work in a demonstration but fail in actual practice.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topic also affects accountability.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must be able to explain how data are used, why a tool was approved, what evidence supports the workflow, who reviews outputs,…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10607040" cy="3474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value is the benefit created by an AI-supported workflow relative to its costs, risks, and alternatives. Value may include…</a:t>
            </a:r>
            <a:endParaRPr lang="en-US" sz="1800" dirty="0"/>
          </a:p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performance measures how well the AI system performs a technical task. Operational impact measures whether the workflow…</a:t>
            </a:r>
            <a:endParaRPr lang="en-US" sz="1800" dirty="0"/>
          </a:p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should be planned before implementation: Agencies should define baseline measures, target outcomes, data sources, review frequency, and decision…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525780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67528"/>
            <a:ext cx="10332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Facilitator note: Ask learners to translate each concept into a public health workflow example before moving to the exercise.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health department may deploy AI to summarize case reports with the goal of reducing investigator burden.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alone is not enough to prove value.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agency should also measure review time, editing burden, error types, investigator satisfaction, case completion timeliness, escalation…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AI, predictive analytics, RAG, automation, and agentic workflows all depend on the controls described in this module.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controls should be scaled to the risk of the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tool that drafts internal training text may require lighter review than a tool that updates case records, prioritizes outreach, or supports…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module should be applied during readiness assessment, procurement, implementation planning, pilot testing, and post-deployment monitoring.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measurement begins with a theory of change.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team should explain how the AI capability is expected to improve the workflow and which outcomes should change.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example, a summarization tool may reduce review time, improve completeness, and allow staff to focus on complex cases.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assumptions should be tested rather than assumed.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Measures should include technical, operational, equity, and governance indicators.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indicators may include accuracy, error rates, latency, and uptime.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technical detail rather than a public health control.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staff do not connect technical decisions to authority, workflow, equity, privacy, security, and accountability, the agency…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risk is relying on vendor claims without agency-defined evidence.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Vendors may provide demonstrations, dashboards, or summary metrics that do not match the agency workflow or data environment.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require documentation, test results, acceptance criteria, and agency-controlled review.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AI value and impact measurement plan for one real or realistic public health AI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describe the use case, affected users, data sources, system dependencies, risks, guardrails, review points, and unresolved…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exercise should produce a work product that could be used in a governance meeting, procurement review, implementation planning session,…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expected artifact is a completed AI value and impact measurement plan. It should be specific to a public health…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Evaluation Framework: https://www.cdc.gov/evaluation/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RMF Generative AI Profile:…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performance management, quality improvement, equity, and evaluation policies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2"/>
          </a:solidFill>
          <a:ln w="12700">
            <a:solidFill>
              <a:srgbClr val="2F7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2F7D62"/>
          </a:solidFill>
          <a:ln>
            <a:solidFill>
              <a:srgbClr val="2F7D6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and Data Quality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best reason to address measuring ai value, performance, and operational impact before deployment?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practice best supports responsible implementation?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statement best describes a common failure mode?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should be included in the practical artifact for this module?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When should the issue be escalated for governance or leadership review?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310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 310: Measuring AI Value, Performance, and Operational Impact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