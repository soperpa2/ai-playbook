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User acceptance testing is the process of determining whether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testing may show that a tool runs, and model validation may show.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UAT for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UAT scenarios and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routine cases, edge cases, failure cases, and equity-sensitive.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UAT for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acceptance criteria for usability, safety,.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UAT plan and sign-off recommendation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User acceptance testing is the process of determining whether 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Technical testing may show that a tool runs, and model validation may show.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UAT fills that gap.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User acceptance testing is the process of determining whether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Before launching an AI tool that summarizes case investigation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Testers verify whether the summary is understandable, source information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does not launch until high-priority issues are resolved.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launching an AI tool that summarizes case investigation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launching an AI tool that summarizes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Testers verify whether the summary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should be designed around real users and real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Testers should include the roles that will actually use or supervise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only technical staff test the tool, usability and workflow problems may.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should be designed around real users and real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results should lead to a launch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Issues should be categorized by severity, assigned to owners, and resolved.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launch should not proceed simply because testing occurred.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results should lead to a launch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Testing only ideal scenarios and missing high-risk workflow failures.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Excluding real end users from testing.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Testing only ideal scenarios and missing high-risk.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Excluding real end users from testing.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Launching despite unresolved issues that affect safety, equity,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Treating model validation as a substitute for workflow acceptance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Failing to test override, escalation, fallback, and accessibility.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Launching despite unresolved issues that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Treating model validation as a substitute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Failing to test override, escalation, fallback,.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UAT scripts before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routine, edge, failure, and equity-sensitive cases.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role-based UAT scripts before launch.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routine, edge, failure,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acceptance criteria before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Track issues by severity, owner, and resolution status.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documented sign-off or remediation before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acceptance criteria before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acceptance criteria before testing.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Track issues by severity, owner, and resolution.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documented sign-off or remediation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UAT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user roles, test scenarios, edge cases, acceptance criteria, tester.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UAT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UAT plan for one AI-supported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user roles, test scenarios, edge cases,.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Role-based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UAT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Role-based test scripts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Acceptance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Issue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Sign-off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 log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Issue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Sign-off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Role-based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Issue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Sign-off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purpose of UAT for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Who should participate in UAT?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scenario should be included in AI UAT?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purpose of UAT for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purpose of UAT for AI-supported.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user acceptance testing, quality assurance,.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2026-07-13T03:27:54Z</dcterms:created>
  <dcterms:modified xsi:type="dcterms:W3CDTF">2026-07-13T03:27:54Z</dcterms:modified>
</cp:coreProperties>
</file>