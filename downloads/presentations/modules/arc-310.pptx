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prompt engineering as structured task design for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 prompts that include role, task, context, data boundaries,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reusable prompt templates from one-time prompts.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prompt engineering as structured task design for AI-supported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 prompts that include role, task,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prompt risks, including vague.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prompt patterns to technical tasks such as.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prompt template and review checklist for a public health technical.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prompt template and review checklist for a public health technical.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prompt template and review checklist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is the practice of giving AI systems clear, structured.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about translating a task, data boundary, public health context,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is the practice of giving AI systems clear, structured.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matters because many public health AI uses begin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ask AI to summarize guidance, draft requirements, inspect a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Vague prompts can produce vague or misleading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matters because many public health AI uses begin with 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informatician may ask an approved AI tool to review a proposed interface.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weak prompt might say, “Review this for problems.” A stronger prompt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stronger prompt does not eliminate human review, but it produces 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informatician may ask an approved AI tool to review a proposed interface.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informatician may ask an approved AI tool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weak prompt might say, “Review this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stronger prompt does not eliminate human.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strong technical prompt usually includes six elements.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First, it defines the role or perspective, such as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Second, it defines the task in concrete terms.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strong technical prompt usually includes six elements.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injection should be considered whenever the AI processes untrusted.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malicious document could contain instructions such as “ignore prior.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Users should be trained not to follow unexpected instructions embedded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malicious document could contain instructions.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quality should be evaluated.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 prompt template is used for an operational.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Vague prompts.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Vague prompts can produce incomplete or generic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structured task instructions, context, output format,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Vague prompts.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Sensitive data exposure.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Users may include protected or confidential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approved-tool rules, data-use.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Template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templates may become outdated as policies or workflows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version control, ownership, and periodic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Template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templates may become outdated as policies.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version control, ownership,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applies across generative AI, RAG, NLP, code assistance,.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RAG systems, prompts should instruct the model to answer from retrieved.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workflows, prompts should define allowed actions, prohibited.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applies across generative AI, RAG, NLP, code assistance,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Prompt engineering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technical analysis, prompts should produce.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practical goal is not perfect prompting.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recurring technical task could benefit from an approved prompt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source boundaries and data-use limits should the prompt include?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output format would make review easier?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recurring technical task could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source boundaries and data-use limits should.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output format would make review easier?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should the prompt handle missing or uncertain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prompt templates be owned, versioned, and reviewed?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should the prompt handle missing or uncertain information?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should the prompt handle missing or uncertain.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prompt templates be owned, versioned,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prompt template and review checklist for one technical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template should include role, task, context, source boundary,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the template with a realistic example and document at least three.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prompt template and review checklist for one technical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template should include role, task,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the template with a realistic example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Approved prompt template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output and reviewer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Approved prompt template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output and reviewer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Template version and owner fields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version and owner fields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Template version and owner fields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Approved prompt template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output and reviewer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Approved prompt template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output and reviewer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main purpose of prompt engineering in technical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element belongs in a strong technical prompt?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prompt injection?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main purpose of prompt engineering in technical public health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main purpose of prompt engineering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2026-07-14T04:35:31Z</dcterms:created>
  <dcterms:modified xsi:type="dcterms:W3CDTF">2026-07-14T04:35:31Z</dcterms:modified>
</cp:coreProperties>
</file>