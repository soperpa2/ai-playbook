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210 Record Linkage, Entity Resolution, and Deduplication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record linkage matters for public health AI.
Distinguish between deterministic matching, probabilistic matching, entity resolution, and deduplication.
Identify risks from false matches and missed matches.
Describe how thresholds, clerical review, and data quality affect matching.
Produce a linkage risk review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Hidden linkage uncertainty. AI outputs may present linked data as certain. Guardrails include confidence indicators, source records, and user review of uncertain matches.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depend on matching records across systems?
What fields are used for matching, and how complete are they?
Which populations may be more likely to experience missed or incorrect matches?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happens when records are incorrectly merged or not merged?
Where should human review be required?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Linkage risk review
Deduplication workflow map
Match review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Linkage risk review
Deduplication workflow map
Match review questions
Equity and escalation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false match?
2. What is a missed match?
3. Why does record linkage matter for AI?
4. Who may need to review uncertain matches?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Public health IIS and surveillance data quality resources
CDC data modernization resources
Health information exchange data quality materials
Agency matching and deduplication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Record Linkage, Entity Resolution, and Deduplication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 and entity resolution help public health systems determine.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often rely on linked data even when the linkage process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matching and deduplication affect AI.</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record linkage matters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deterministic matching, probabilistic matching, entity.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risks from false matches and missed matches.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record linkage matters for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how thresholds, clerical review,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linkage risk review for an AI-supported.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Record linkage and entity resolution help public health systems determine.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often rely on linked data even when the linkage process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matching and deduplication affect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 and entity resolution help public health systems determine.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Record linkage and entity resolution help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learners how matching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Record linkage matters because public health work often depends on combining.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surveillance system may need to associate a lab report with an existing.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IIS may need to match vaccination records from multiple providers.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 matters because public health work often depends on combining.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vital records linkage may support maternal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AI tool using these linked records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linkage is wrong, the AI output may be wrong.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Record linkage.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Record linkage is the process of determining whether records from one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entity may be a person, provider, facility, address, organization,.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Record linkage is the process of determining.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Entity resolution.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Entity resolution is the broader process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Probabilistic matching.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Probabilistic matching estimates the likelihood that records refer to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improve recall but requires thresholds, validation,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Probabilistic matching.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Probabilistic matching estimates the likelihood.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Clerical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Clerical review is human review of uncertain.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AI-supported case summary may pull together lab reports, case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person matching process incorrectly combines two people, the summary.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process misses a prior record, the summary may omit important history.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AI-supported case summary may pull together lab reports, case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AI-supported case summary may pull together lab.</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person matching process incorrectly.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investigator needs visibility into linkage.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Matching design begins with the entity being matched and the decision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Person matching may use name, date of birth, address, phone, medical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Facility matching may use name, address, license number, geocode,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Matching design begins with the entity being matched and the decision that.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Person matching may use name, date of birth,.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Event matching may use dates, locations,.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Thresholds determine when records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False matches.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False matches can combine data from different people or 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conservative thresholds for consequential uses, clerical.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False matches.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Hidden linkage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outputs may present linked data as certain.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confidence indicators, source records, and user review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Hidden linkage uncertainty.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summarize linked records, so source attribution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use features created from linked records, making.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may extract identifiers from text to support linkage, which requires.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linked records, so source attribution and linkage.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workflows in your agency depend on matching records across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fields are used for matching, and how complete are they?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populations may be more likely to experience missed or incorrect.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workflows in your agency depend on matching.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fields are used for matching, and how.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populations may be more likely to experience.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happens when records are incorrectly merged or not merged?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Where should human review be required?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happens when records are incorrectly merged or not merged?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happens when records are incorrectly merged.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Where should human review be required?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linkage risk review for one AI-supported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matching purpose, data sources, matching fields, known field.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linkage risk review for one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matching purpose, data 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Linkage risk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Deduplication workflow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Match review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Linkage risk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Linkage risk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Deduplication workflow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Match review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and escalation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escalation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escalation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Linkage risk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Deduplication workflow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Match review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Linkage risk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Linkage risk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Deduplication workflow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Match review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a false match?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a missed match?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Why does record linkage matter for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a false match?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a false match?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IIS and surveillance data quality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Health information exchange data quality materials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IIS and surveillance data quality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health IIS and surveillance data quality.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data modernization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Health information exchange data quality materials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Record Linkage, Entity Resolution, and Deduplication</dc:title>
  <dc:subject>Record Linkage, Entity Resolution, and Deduplication learning module</dc:subject>
  <dc:creator>Paula Soper</dc:creator>
  <cp:lastModifiedBy>Paula Soper</cp:lastModifiedBy>
  <cp:revision>1</cp:revision>
  <dcterms:created xsi:type="dcterms:W3CDTF">2026-07-13T03:02:47Z</dcterms:created>
  <dcterms:modified xsi:type="dcterms:W3CDTF">2026-07-13T03:02:47Z</dcterms:modified>
</cp:coreProperties>
</file>