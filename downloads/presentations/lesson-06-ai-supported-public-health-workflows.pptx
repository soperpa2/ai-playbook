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AI-Supported Public Health Workflows is designed for an individual learner using the AI Playbook and Toolkit for Public Health Departments.
AI can support signal detection, evidence gathering, analysis, synthesis, briefing, communication, and decision support.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workflow map.
Produce or contribute to: Workflow risk and control table.
Produce or contribute to: Pilot success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most useful when it is tied to a specific public health workflow rather than introduced as a general productivity tool. Workflow mapping helps teams identify where AI could support signal detection, evidence gathering, analysis, synthesis, communication, decision support, documentation, monitoring, or service delivery without displacing accountability.
Public health AI should start with workflows, not tools. A workflow lens helps teams identify where work is slow, repetitive, inconsistent, or difficult to coordinate, and where AI might help without replacing public health judgment.
Examples include summarizing incoming reports, detecting unusual patterns, drafting situation updates, routing tasks, preparing evidence packets, or tracking implementation deadlines. Each potential use should be evaluated in context: who uses the output, what decision follows, what could go wrong, and what evidence would show improvement.
Before redesigning a workflow around AI, teams should complete basic business process analysis: define the current-state process, identify actors and handoffs, document information flows, locate bottlenecks and rework, and clarify what the future-state process should accomplish. This prevents teams from automating a broken workflow or adding AI before the operational problem is well understood.
Your training should help staff map a real workflow from trigger to output. Once the workflow is visible, the team can decide which steps AI may support, which require human review, and which should remain outside AI support altogether.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role: A staff role that helps connect public health practice, data, technology, governance, communications, and program operations so AI work does not sit in a single silo.
Dependency: A condition that must be addressed before work can responsibly proceed, such as data access, governance approval, training completion, vendor review, funding, cybersecurity testing, or community engagement.
Human-in-the-loop: A workflow design in which a person reviews, approves, corrects, or overrides AI outputs before they affect decisions, services, communications, or public health action.
Public health workflow: A recurring public health process such as surveillance, case investigation, communication, inspection, referral, grant reporting, evidence review, or emergency response.
Systems map: A visual or structured map showing how an AI use affects connected parts of the agency, such as governance, data, technology, workforce, procurement, communications, equity, funding,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A specific public health task, workflow, decision support need, or service problem where AI might help. A use case should describe the problem, users, data, value, risks, workflow impact, and governance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 is a core concept for this lesson because it turns ai-supported public health workflows from an abstract AI topic into something you can recognize in daily public health work. The event that starts a workflow, such as a lab report, complaint, referral, inspection finding, or leadership request.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Handoff is a core concept for this lesson because it turns ai-supported public health workflows from an abstract AI topic into something you can recognize in daily public health work. A transfer of work, information, or responsibility from one person, team, or system to another.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Performance measure is a core concept for this lesson because it turns ai-supported public health workflows from an abstract AI topic into something you can recognize in daily public health work. A metric that shows whether the workflow is improving, such as timeliness, completeness, accuracy, staff burden, or equity.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 anomalies is a useful way to apply this lesson because it gives you a concrete workflow to test against the concept. Flag unusual changes in surveillance, laboratory, syndromic, environmental, or service-utilization data for staff investigation.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Synthesize outbreak updates is a useful way to apply this lesson because it gives you a concrete workflow to test against the concept. Combine situation reports, surveillance data, partner updates, and public communications into a concise operational update.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Draft situation reports is a useful way to apply this lesson because it gives you a concrete workflow to test against the concept. Create an initial SitRep structure with current status, risks, actions taken, resource needs, and next operational decisions.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7, Play 10, Play 11) to identify the decisions, approvals, people, and timing needed for responsible implementation. Use the related tools (Tool 31, Tool 29, Tool 41) to create documentation that can be reviewed, saved, revised, and used as evidence of readiness. The practical exercise asks you to produce evidence that can feed into that work: Choose one workflow and map the trigger, inputs, staff roles, decisions, outputs, handoffs, risks, and performance measures. Identify one AI support point and one step that should remain fully human-controlled.
The main guardrail for this lesson is that Match the tool to workflow stage and keep humans responsible for decisions.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projects often fail when they are not anchored in a real workflow. Public health work includes handoffs, legal authorities, partner relationships, community trust, and time-sensitive decisions. Workflow mapping helps agencies find where AI can reduce burden while preserving judgment and accountability.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workflow and map the trigger, inputs, staff roles, decisions, outputs, handoffs, risks, and performance measures. Identify one AI support point and one step that should remain fully human-controlled.
AI workflow map
Workflow risk and control table
Pilot success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problem in the workflow is AI expected to solve?
Where does the workflow require professional judgment, legal authority, or community knowledge?
How will staff know whether AI improves timeliness, quality, consistency, equity, or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 Data Modernization Initiative: Context for modern public health data flows and AI-ready infrastructure. https://www.cdc.gov/surveillance/data-modernization/index.html
CDC STLT Data Connection: Peer-learning resource for public health data modernization and workflow improvement. https://www.cdc.gov/data-modernization/php/stlt-data-connection/index.html
NIST AI Risk Management Framework: Framework for mapping workflow risks, controls, and monitoring. https://www.nist.gov/itl/ai-risk-management-framework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AI-Supported Public Health Workflows</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workflow map.</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Workflow risk and control table.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is most useful when it is tied to a specific public health workflow rather than introduced as a general productivity tool. Workflow mapping helps teams identify where AI could support signal detection, evidence gathering, analysis, synthesis, communication, decision support, documentation, monitoring, or service delivery without displacing accountability.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Bridge role: A staff role that helps connect public health practice, data, technology, governance, communications, and program operations so AI work does not sit in a single silo.</a:t>
            </a:r>
            <a:endParaRPr lang="en-US" sz="1320" dirty="0"/>
          </a:p>
          <a:p>
            <a:r>
              <a:rPr lang="en-US" sz="1320" dirty="0">
                <a:solidFill>
                  <a:srgbClr val="17364A"/>
                </a:solidFill>
                <a:latin typeface="Aptos" pitchFamily="34" charset="0"/>
                <a:ea typeface="Aptos" pitchFamily="34" charset="-122"/>
                <a:cs typeface="Aptos" pitchFamily="34" charset="-120"/>
              </a:rPr>
              <a:t>Dependency: A condition that must be addressed before work can responsibly proceed, such as data access, governance approval, training completion, vendor review, funding, cybersecurity testing, or community engagement.</a:t>
            </a:r>
            <a:endParaRPr lang="en-US" sz="1320" dirty="0"/>
          </a:p>
          <a:p>
            <a:r>
              <a:rPr lang="en-US" sz="1320" dirty="0">
                <a:solidFill>
                  <a:srgbClr val="17364A"/>
                </a:solidFill>
                <a:latin typeface="Aptos" pitchFamily="34" charset="0"/>
                <a:ea typeface="Aptos" pitchFamily="34" charset="-122"/>
                <a:cs typeface="Aptos" pitchFamily="34" charset="-120"/>
              </a:rPr>
              <a:t>Human-in-the-loop: A workflow design in which a person reviews, approves, corrects, or overrides AI outputs before they affect decisions, services, communications, or public health action.</a:t>
            </a:r>
            <a:endParaRPr lang="en-US" sz="1320" dirty="0"/>
          </a:p>
          <a:p>
            <a:r>
              <a:rPr lang="en-US" sz="1320" dirty="0">
                <a:solidFill>
                  <a:srgbClr val="17364A"/>
                </a:solidFill>
                <a:latin typeface="Aptos" pitchFamily="34" charset="0"/>
                <a:ea typeface="Aptos" pitchFamily="34" charset="-122"/>
                <a:cs typeface="Aptos" pitchFamily="34" charset="-120"/>
              </a:rPr>
              <a:t>Public health workflow: A recurring public health process such as surveillance, case investigation, communication, inspection, referral, grant reporting, evidence review, or emergency response.</a:t>
            </a:r>
            <a:endParaRPr lang="en-US" sz="1320" dirty="0"/>
          </a:p>
          <a:p>
            <a:r>
              <a:rPr lang="en-US" sz="1320" dirty="0">
                <a:solidFill>
                  <a:srgbClr val="17364A"/>
                </a:solidFill>
                <a:latin typeface="Aptos" pitchFamily="34" charset="0"/>
                <a:ea typeface="Aptos" pitchFamily="34" charset="-122"/>
                <a:cs typeface="Aptos" pitchFamily="34" charset="-120"/>
              </a:rPr>
              <a:t>Systems map: A visual or structured map showing how an AI use affects connected parts of the agency, such as governance, data, technology, workforce, procurement, communications, equity, funding, and evaluation.</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Use case: A specific public health task, workflow, decision support need, or service problem where AI might help. A use case should describe the problem, users, data, value, risks, workflow impact, and governance.</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Trigger is a core concept for this lesson because it turns ai-supported public health workflows from an abstract AI topic into something you can recognize in daily public health work. The event that starts a workflow, such as a lab report, complaint, referral, inspection finding, or leadership request.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Handoff is a core concept for this lesson because it turns ai-supported public health workflows from an abstract AI topic into something you can recognize in daily public health work. A transfer of work, information, or responsibility from one person, team, or system to another.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Performance measure is a core concept for this lesson because it turns ai-supported public health workflows from an abstract AI topic into something you can recognize in daily public health work. A metric that shows whether the workflow is improving, such as timeliness, completeness, accuracy, staff burden, or equity.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Detect anomalies is a useful way to apply this lesson because it gives you a concrete workflow to test against the concept. Flag unusual changes in surveillance, laboratory, syndromic, environmental, or service-utilization data for staff investigation.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Synthesize outbreak updates is a useful way to apply this lesson because it gives you a concrete workflow to test against the concept. Combine situation reports, surveillance data, partner updates, and public communications into a concise operational update.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Draft situation reports is a useful way to apply this lesson because it gives you a concrete workflow to test against the concept. Create an initial SitRep structure with current status, risks, actions taken, resource needs, and next operational decisions.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7, Play 10, Play 11) to identify the decisions, approvals, people, and timing needed for responsible implementation. Use the related tools (Tool 31, Tool 29, Tool 41) to create documentation that can be reviewed, saved, revised, and used as evidence of readiness. The practical exercise asks you to produce evidence that can feed into that work: Choose one workflow and map the trigger, inputs, staff roles, decisions, outputs, handoffs, risks, and performance measures. Identify one AI support point and one step that should remain fully human-controlled. The main guardrail for this lesson is that Match the tool to workflow stage and keep humans responsible for decisions.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projects often fail when they are not anchored in a real workflow. Public health work includes handoffs, legal authorities, partner relationships, community trust, and time-sensitive decisions. Workflow mapping helps agencies find where AI can reduce burden while preserving judgment and accountability.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Choose one workflow and map the trigger, inputs, staff roles, decisions, outputs, handoffs, risks, and performance measures. Identify one AI support point and one step that should remain fully human-controlled.</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workflow map</a:t>
            </a:r>
            <a:endParaRPr lang="en-US" sz="1400" dirty="0"/>
          </a:p>
          <a:p>
            <a:r>
              <a:rPr lang="en-US" sz="1400" dirty="0">
                <a:solidFill>
                  <a:srgbClr val="17364A"/>
                </a:solidFill>
                <a:latin typeface="Aptos" pitchFamily="34" charset="0"/>
                <a:ea typeface="Aptos" pitchFamily="34" charset="-122"/>
                <a:cs typeface="Aptos" pitchFamily="34" charset="-120"/>
              </a:rPr>
              <a:t>Expected artifact: Workflow risk and control table</a:t>
            </a:r>
            <a:endParaRPr lang="en-US" sz="1400" dirty="0"/>
          </a:p>
          <a:p>
            <a:r>
              <a:rPr lang="en-US" sz="1400" dirty="0">
                <a:solidFill>
                  <a:srgbClr val="17364A"/>
                </a:solidFill>
                <a:latin typeface="Aptos" pitchFamily="34" charset="0"/>
                <a:ea typeface="Aptos" pitchFamily="34" charset="-122"/>
                <a:cs typeface="Aptos" pitchFamily="34" charset="-120"/>
              </a:rPr>
              <a:t>Expected artifact: Pilot success measures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problem in the workflow is AI expected to solve?</a:t>
            </a:r>
            <a:endParaRPr lang="en-US" sz="1500" dirty="0"/>
          </a:p>
          <a:p>
            <a:r>
              <a:rPr lang="en-US" sz="1500" dirty="0">
                <a:solidFill>
                  <a:srgbClr val="17364A"/>
                </a:solidFill>
                <a:latin typeface="Aptos" pitchFamily="34" charset="0"/>
                <a:ea typeface="Aptos" pitchFamily="34" charset="-122"/>
                <a:cs typeface="Aptos" pitchFamily="34" charset="-120"/>
              </a:rPr>
              <a:t>Where does the workflow require professional judgment, legal authority, or community knowledge?</a:t>
            </a:r>
            <a:endParaRPr lang="en-US" sz="1500" dirty="0"/>
          </a:p>
          <a:p>
            <a:r>
              <a:rPr lang="en-US" sz="1500" dirty="0">
                <a:solidFill>
                  <a:srgbClr val="17364A"/>
                </a:solidFill>
                <a:latin typeface="Aptos" pitchFamily="34" charset="0"/>
                <a:ea typeface="Aptos" pitchFamily="34" charset="-122"/>
                <a:cs typeface="Aptos" pitchFamily="34" charset="-120"/>
              </a:rPr>
              <a:t>How will staff know whether AI improves timeliness, quality, consistency, equity, or workload?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Public Health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CDC Data Modernization Initiative: Context for modern public health data flows and AI-ready infrastructure.</a:t>
            </a:r>
            <a:endParaRPr lang="en-US" sz="1280" dirty="0"/>
          </a:p>
          <a:p>
            <a:r>
              <a:rPr lang="en-US" sz="1280" dirty="0">
                <a:solidFill>
                  <a:srgbClr val="17364A"/>
                </a:solidFill>
                <a:latin typeface="Aptos" pitchFamily="34" charset="0"/>
                <a:ea typeface="Aptos" pitchFamily="34" charset="-122"/>
                <a:cs typeface="Aptos" pitchFamily="34" charset="-120"/>
              </a:rPr>
              <a:t>CDC STLT Data Connection: Peer-learning resource for public health data modernization and workflow improvement.</a:t>
            </a:r>
            <a:endParaRPr lang="en-US" sz="1280" dirty="0"/>
          </a:p>
          <a:p>
            <a:r>
              <a:rPr lang="en-US" sz="1280" dirty="0">
                <a:solidFill>
                  <a:srgbClr val="17364A"/>
                </a:solidFill>
                <a:latin typeface="Aptos" pitchFamily="34" charset="0"/>
                <a:ea typeface="Aptos" pitchFamily="34" charset="-122"/>
                <a:cs typeface="Aptos" pitchFamily="34" charset="-120"/>
              </a:rPr>
              <a:t>NIST AI Risk Management Framework: Framework for mapping workflow risks, controls, and monitoring.</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AI-Supported Public Health Workflows</dc:title>
  <dc:subject>AI-Supported Public Health Workflows learning module</dc:subject>
  <dc:creator>Paula Soper</dc:creator>
  <cp:lastModifiedBy>Paula Soper</cp:lastModifiedBy>
  <cp:revision>1</cp:revision>
  <dcterms:created xsi:type="dcterms:W3CDTF">2026-07-09T20:18:52Z</dcterms:created>
  <dcterms:modified xsi:type="dcterms:W3CDTF">2026-07-09T20:18:52Z</dcterms:modified>
</cp:coreProperties>
</file>