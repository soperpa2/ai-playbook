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of Generative AI Outputs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intermediate/practitioner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generative AI outputs require structured review before public health use.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Distinguish factuality, source grounding, completeness, relevance, tone, and accessibility.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hallucinations, omissions, unsupported claims, and misleading certainty.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review criteria for different output types, including summaries, drafts, classifications, and recommendations.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stronger review requirements for sensitive, public-facing, or consequential outputs.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generative AI output evaluation rubric.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Generative AI output evaluation rubric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Analytics and Modeling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anl-310-evaluation-of-generative-ai-outputs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310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 matters for public health because it can reduce burden in text-heavy workflows.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may use it to summarize guidance, draft meeting notes, simplify technical language, translate or adapt messages, organize case information, or…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uses can be valuable when they save time and improve clarity.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capabilities create risk.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 can invent facts, omit caveats, misstate guidance, flatten uncertainty, or produce language that sounds more definitive than the…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310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Factuality: Factuality is the degree to which an output accurately reflects verifiable information. Public health users…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Grounding: Grounding means connecting an AI output to reliable source material. A grounded output should make it…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Hallucination: A hallucination is an AI-generated statement that is false, unsupported, or not present in the source…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Omission: An omission occurs when important information is left out. In public health, omissions can be as…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Rubric-based review: Rubric-based review uses defined criteria to evaluate outputs consistently. It helps staff move beyond…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310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communications team may use generative AI to draft a plain-language public message about a local respiratory illness increase.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draft may be clear and readable, but reviewers must check whether the numbers are correct, whether the recommendations match current…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epidemiology team may use generative AI to summarize case investigation notes for internal review.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summary must be checked against source notes because a missed exposure, incorrect date, or invented symptom could affect follow-up.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 output evaluation applies to drafting, summarization, classification, translation, code generation, and decision-support…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also relevant to RAG and agentic workflows because generated text may summarize retrieved sources or explain automated actions.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should be built into workflow design, not added after deployment.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approach is to create rubrics for specific output types.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310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 evaluation should begin with intended use.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brainstormed outline, internal draft, public advisory, case summary, policy synthesis, or operational recommendation requires different…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more sensitive, public-facing, or consequential the use, the stronger the review should be.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Factuality review requires comparison to source material.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Reviewers should check names, dates, numbers, conditions, legal requirements, recommendations, and causal statements.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should also verify that the output does not add unsupported claims or remove important caveats.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310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Fluent but false outputs.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polished output may contain unsupported claims.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 include source checking, citations, and reviewer signoff.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Omitted caveats.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may simplify uncertainty away.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310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generative AI output evaluation rubric for one public health use case.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intended use, source verification, factuality, completeness, unsupported claims, omissions, bias, tone, accessibility, privacy,…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apply the rubric to a sample AI-generated output and document whether the output should be accepted, edited, rejected, or escalated.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 output evaluation rubric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sample review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verification notes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 or escalation documentation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AI RMF Generative AI Profile:…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Framework:…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Top 10 for Large Language Model Applications:…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Guidance on Large Multi-Modal Models:…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310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Why is fluency not enough to trust a generative AI output?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What does grounding mean?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Which issue can be as harmful as an incorrect statement?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What should a rubric define?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Which output usually requires stronger review?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ANL 310: Evaluation of Generative AI Outputs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