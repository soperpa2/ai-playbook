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Engineering for 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major data quality dimensions relevant to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general data quality and fitness for a specific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how missingness, timeliness, duplication, coding variation, and representativeness affect AI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quality thresholds, review rules, and escalation criteria for a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data quality review plan for an AI-supported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Data quality review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ops-200-data-quality-engineering-for-ai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can create a false sense of precision when they produce polished outputs from weak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summary may sound authoritative even when key fields are missing.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risk score may look objective even when the data underrepresent communities with limited healthcare access.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classification model may appear efficient while encoding historical reporting patterns.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engineering helps agencies identify these problems before they become operational decisions.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Completeness: Completeness refers to whether required data fields are present. Missing fields may affect case…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Timeliness: Timeliness refers to whether data are available quickly enough for the intended use. Delayed data may be…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Validity: Validity refers to whether values follow expected formats, ranges, and rules. Invalid dates, codes, units,…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Representativeness: Representativeness refers to whether data reflect the population, events, or settings relevant to the use…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drift: Data drift is a change in data patterns over time. Drift can occur when reporting partners, testing…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use AI to identify cases needing rapid follow-up.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demographic fields are missing more often for some populations, the model may be less reliable for those groups.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data feed from certain clinics is delayed, the prioritization queue may reflect reporting timeliness rather than true need.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 quality review can reveal these issues before the tool is deployed.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datasets or records, but the output must reflect missingness and uncertainty.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depend heavily on feature quality, label quality, and representative training data.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may be affected by language variation, abbreviations, and documentation practices.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depends on document quality, metadata, and currency.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engineering begins by defining required fields and acceptable thresholds for the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 AI-supported case triage workflow, required fields may include condition, lab evidence, onset date, specimen date, jurisdiction,…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decide which missing fields stop automated support, which trigger a warning, and which can be handled through human…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measurement should include completeness, timeliness, validity, consistency, uniqueness, accuracy, and representativeness.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dimensions can be measured automatically.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 require program knowledge, source review, or comparison to external benchmarks.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output from weak data.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may produce polished outputs from incomplete or biased data.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uncertainty labeling, source review, and limits on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Fitness-for-use mismatch.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suitable for one purpose may be unsafe for another.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data quality review plan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use case, required fields, quality dimensions, thresholds or review rules, known limitations, equity concerns, drift monitoring,…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review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or review criteria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surveillance and data quality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data governance policies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fitness for use mean?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can poor data quality be dangerous in AI-supported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data drift?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item belongs in a data quality review plan?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an AI use case be paused or limited?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200: Data Quality Engineering for AI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