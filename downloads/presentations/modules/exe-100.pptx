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Public Health Executive Leadership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executive ai briefing for public health leaders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executive ai briefing for public health leaders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decision-focused AI briefing for health officers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decision-focused AI briefing for health officers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Executive AI Briefing for Public Health Leaders.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executive ai briefing for public health leaders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executive ai briefing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Executive AI Briefing for Public Health Leaders.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Executive AI Briefing for Public Health Leaders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executive ai briefing for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executive ai briefing for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executive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2026-07-13T03:27:53Z</dcterms:created>
  <dcterms:modified xsi:type="dcterms:W3CDTF">2026-07-13T03:27:53Z</dcterms:modified>
</cp:coreProperties>
</file>