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OPS 230 AI Workflow Standard Operating Procedures
An AI workflow standard operating procedure translates AI policy into day-to-day practice. It describes how staff should use an approved AI-supported workflow, what they are responsible for reviewing, what they must document, and when they must escalate a concern. In public health, SOPs are especially important because AI outputs may influence surveillance, communications, case review, service referrals, resource allocation, or internal decision support. This module teaches learners how to create practical SOPs for AI-supported workflows. The emphasis is on operational clarity. Staff should not have to infer whether they may paste data into a tool, accept a summary, override a recommendation, save an output, or report an error. The SOP should make those expectations explicit. AI SOPs help agencies move from principles to reliable implementation. They reduce variation across staff, support training and onboarding, create evidence for audit and incident review, and make it easier to monitor whether AI is being used as intended.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Operations and Data Quality Track
Appears in tracks: operations-and-data-quality, program-management, governance-and-security, epidemiology
An AI workflow standard operating procedure translates AI policy into day-to-day practice. It describes how staff should use an approved AI-supported workflow, what they are responsible for reviewing, what they must document, and when they must escalate a concern. In public health, SOPs are especially important because AI outputs may influence surveillance, communications, case review, service referrals, resource allocation, or internal decision support. This module teaches learners how to create practical SOPs for AI-supported workflows. The emphasis is on operational clarity. Staff should not have to infer whether they may paste data into a tool, accept a summary, override a recommendation, save an output, or report an error. The SOP should make those expectations explicit. AI SOPs help agencies move from principles to reliable implementation. They reduce variation across staff, support training and onboarding, create evidence for audit and incident review, and make it easier to monitor whether AI is being used as intended.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 Vision &amp; Guardrails - This lesson informs Play 1 by helping learners connect the lesson topic to vision &amp; guardrails work in the AI Playbook sequence.
Play 11: Build and Deploy AI Solutions - This lesson informs Play 11 by helping learners connect the lesson topic to build and deploy ai solutions work in the AI Playbook.
Play 7: Prioritize Use Cases - This lesson informs Play 7 by helping learners connect the lesson topic to prioritize use cases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 AI Vision &amp; Principles Workshop (Workshop) - Use AI Vision &amp; Principles Workshop to translate this lesson into a documented public health AI planning, governance,.
Tool 3: Equity Impact Assessment Checklist (Checklist)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approved AI tools still require workflow-specific SOPs.
Identify the core elements of an AI workflow SOP.
Define human review, documentation, override, escalation, and fallback expectations.
Distinguish between acceptable and prohibited uses within a specific AI workflow.
Produce a draft AI workflow SOP for a public health use case.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An AI workflow standard operating procedure translates AI policy into day-to-day practice. It describes how staff should use an approved AI-supported workflow, what they are responsible for reviewing, what they must document, and when they must escalate a concern. In public health, SOPs are especially important because AI outputs may influence surveillance, communications, case review, service referrals, resource allocation, or internal decision support.
This module teaches learners how to create practical SOPs for AI-supported workflows. The emphasis is on operational clarity. Staff should not have to infer whether they may paste data into a tool, accept a summary, override a recommendation, save an output, or report an error. The SOP should make those expectations explicit.
AI SOPs help agencies move from principles to reliable implementation. They reduce variation across staff, support training and onboarding, create evidence for audit and incident review, and make it easier to monitor whether AI is being used as intended.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approves an AI tool to draft summaries of environmental health complaints. The SOP explains which complaint types are eligible, which data fields may be used, how staff must compare the draft to the original complaint, where the final summary is stored, how unsupported statements are removed, and when errors must be reported. The SOP also explains that the tool may not issue inspection decisions, enforcement recommendations, or public notices without human review.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An AI SOP should begin with scope. The scope explains which workflow the SOP covers, which staff roles may use the tool, which systems or data are involved, and which AI-supported tasks are allowed. Scope is important because many AI tools can technically perform more tasks than the agency has approved. A clear scope prevents an approved tool from drifting into unapproved uses.
The SOP should define the standard workflow step by step. This includes preparing data, using the approved tool, reviewing outputs, correcting errors, documenting the final decision, and escalating concerns. For generative AI, the SOP should require staff to verify outputs against source material. For predictive tools, it should require staff to interpret scores in context and avoid treating the output as an automatic decision.
A strong SOP also includes exception handling. Staff need to know what to do when the AI tool is unavailable, the output is inconsistent with source data, the output appears biased or unsafe, the workflow involves a sensitive or unusual case, or the user is uncertain whether the use is allowed. The SOP should identify a fallback process and escalation pathway so staff are not forced to improvise.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SOPs should be maintained as living documents. AI workflows may change when policies, data feeds, models, prompts, vendors, or public health conditions change. SOP ownership, review frequency, and change control should be documented so the procedure remains aligned with approved use.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Risks and failure modes include the following:
Staff applying an AI tool beyond the approved workflow.
Outputs being copied into official records without required review.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Errors, bias concerns, or privacy issues not being escalated.
No fallback process when the tool fails or is unavailable.
Outdated SOPs that no longer match the deployed workflow.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Recommended guardrails include the following:
Create a workflow-specific SOP for each approved AI use.
Define allowed uses, prohibited uses, human review, and documentation requirements.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Require staff training before independent use.
Include override, escalation, and fallback procedures.
Review SOPs after incidents, major updates, or policy changes.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your agency, program, or workflow?
Which staff roles would need to understand or apply this concept before AI use is approved?
What could go wrong if this topic is not addressed before implementation?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evidence would governance, leadership, or operations staff need before moving forward?
Which policy, data, equity, privacy, security, or workflow questions remain unresolved?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Draft an AI workflow SOP for one approved or realistic public health use case. The SOP should include purpose, scope, roles, allowed uses, prohibited uses, step-by-step workflow, human review requirements, documentation requirements, escalation triggers, fallback process, and review schedule.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Draft AI workflow SOP
Role and responsibility matrix
Allowed/prohibited use section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fallback process
Review and maintenance schedule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Draft AI workflow SOP
Role and responsibility matrix
Allowed/prohibited use section
Escalation and fallback process
Review and maintenance schedule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Why does an approved AI tool still need a workflow-specific SOP?
2. What is an override?
3. Which item should an AI SOP include?
4. When should an SOP be reviewed?
5. What is strong completion evidence?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https://www.nist.gov/itl/ai-risk-management-framework
NIST Generative AI Profile: https://www.nist.gov/publications/artificial-intelligence-risk-management-framework-generative-artificial-intelligence
CDC Public Health Data Strategy and Data Modernization resources: https://www.cdc.gov/public-health-data-strategy/php/about/index.html
OWASP guidance for LLM application security
Agency policies for privacy, cybersecurity, records, procurement, accessibility, and public communications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Relevant public health program SOPs, data governance documentation, and implementation plans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OPS 230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Workflow Standard Operating Procedures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An AI workflow standard operating procedure translates AI policy into.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describes how staff should use an approved AI-supported workflow, what.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 public health, SOPs are especially important because AI outputs may.</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applied/foundational Primary track: Operations and Data Quality Track.</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1: AI Vision &amp; Principles Workshop (Workshop) - Use AI Vision &amp;.</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3: Equity Impact Assessment Checklist (Checklist) - Use this tool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Explain why approved AI tools still require workflow-specific SOPs.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the core elements of an AI workflow SOP.</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Define human review, documentation, override, escalation, and fallback.</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why approved AI tools still require workflow-specific SOPs.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Distinguish between acceptable and prohibited uses.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Produce a draft AI workflow SOP for a public.</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An AI workflow standard operating procedure translates AI policy into.</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describes how staff should use an approved AI-supported workflow, what.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 public health, SOPs are especially important because AI outputs may.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An AI workflow standard operating procedure translates AI policy into day-to-day.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Implementation path</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Implementation work should make dependencies, approvals, training, and.</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national-level module is intended for training and planning purposes.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does not replace legal, privacy, procurement, civil rights, records, 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Learners should confirm applicable requirements in their own jurisdiction.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health department approves an AI tool to draft summaries of environmental.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SOP explains which complaint types are eligible, which data fields may.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SOP also explains that the tool may not issue inspection decisions,.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health department approves an AI tool to draft summaries of environmental.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The SOP explains which complaint types are.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SOP also explains that the tool may not issue.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Operational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An AI SOP should begin with scope.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scope explains which workflow the SOP covers, which staff roles may use.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Scope is important because many AI tools can technically perform more tasks.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An AI SOP should begin with scope.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Implementation path</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Implementation work should make dependencies, approvals, training, and.</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Operational Deep Dive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SOPs should be maintained as living documents.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 workflows may change when policies, data feeds, models, prompts, vendors,.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SOP ownership, review frequency, and change control should be documented so.</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SOPs should be maintained as living documents.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AI workflows may change when policies, data feeds,.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SOP ownership, review frequency, and change.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Risks and failure modes include the following: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Staff applying an AI tool beyond the approved workflow.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Outputs being copied into official records without required review.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Risks and failure modes include the following: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Risks and failure modes include the following: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Staff applying an AI tool beyond the approved.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Outputs being copied into official records without.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Errors, bias concerns, or privacy issues not being escalated.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No fallback process when the tool fails or is unavailable.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Outdated SOPs that no longer match the deployed workflow.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Errors, bias concerns, or privacy issues not being escalated.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Errors, bias concerns, or privacy issues not being.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No fallback process when the tool fails or is.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Outdated SOPs that no longer match the deployed.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Recommended guardrails include the following: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Create a workflow-specific SOP for each approved AI use.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Define allowed uses, prohibited uses, human review, and documentation.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Recommended guardrails include the following: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Recommended guardrails include the following: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Create a workflow-specific SOP for each approved.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Define allowed uses, prohibited uses, human.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Require staff training before independent use.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Include override, escalation, and fallback procedures.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Review SOPs after incidents, major updates, or policy changes.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Require staff training before independent use.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Require staff training before independent use.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Include override, escalation, and fallback.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Review SOPs after incidents, major updates, or.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Where does this topic appear in your agency, program, or workflow?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Which staff roles would need to understand or apply this concept before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could go wrong if this topic is not addressed before implementation?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Where does this topic appear in your agency,.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staff roles would need to understand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could go wrong if this topic is not addressed.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evidence would governance, leadership, or operations staff need before.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Which policy, data, equity, privacy, security, or workflow questions remain.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evidence would governance, leadership, or operations staff need before.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evidence would governance, leadership,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policy, data, equity, privacy, security, or.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Draft an AI workflow SOP for one approved or realistic public health use case.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SOP should include purpose, scope, roles, allowed uses, prohibited uses,.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Draft an AI workflow SOP for one approved or realistic public health use case.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Draft an AI workflow SOP for one approved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SOP should include purpose, scope, roles,.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Draft AI workflow SOP</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Role and responsibility matrix</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Allowed/prohibited use section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Draft AI workflow SOP</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Draft AI workflow SOP</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Role and responsibility matrix</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Allowed/prohibited use section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Escalation and fallback process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Review and maintenance schedule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Escalation and fallback process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Escalation and fallback process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Review and maintenance schedule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Draft AI workflow SOP</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Role and responsibility matrix</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Allowed/prohibited use section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Draft AI workflow SOP</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Escalation and fallback process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Review and maintenance schedule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Why does an approved AI tool still need a workflow-specific SOP?</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What is an override?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Which item should an AI SOP include?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Why does an approved AI tool still need a workflow-specific SOP?</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Why does an approved AI tool still need a.</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Generative AI Profile:.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NIST Artificial Intelligence Risk Management.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OWASP guidance for LLM application security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Agency policies for privacy, cybersecurity,.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Workflow Standard Operating Procedures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Relevant public health program SOPs, data governance documentation,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Relevant public health program SOPs, data governance documentation,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Relevant public health program SOPs, data.</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Workflow Standard Operating Procedures</dc:title>
  <dc:subject>AI Workflow Standard Operating Procedures learning module</dc:subject>
  <dc:creator>Paula Soper</dc:creator>
  <cp:lastModifiedBy>Paula Soper</cp:lastModifiedBy>
  <cp:revision>1</cp:revision>
  <dcterms:created xsi:type="dcterms:W3CDTF">2026-07-14T04:35:32Z</dcterms:created>
  <dcterms:modified xsi:type="dcterms:W3CDTF">2026-07-14T04:35:32Z</dcterms:modified>
</cp:coreProperties>
</file>