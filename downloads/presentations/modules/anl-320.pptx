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320 Synthetic Data for Public Health AI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operations-data-quality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synthetic data for public health ai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synthetic dataset assessment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Synthetic Data for Public Health AI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Synthetic data are generated data designed to preserve selected patterns of a source dataset while reducing reliance on real individual-level records. The value of synthetic data depends on the purpose. A dataset that is useful for training staff on a dashboard may not be valid for evaluating a predictive model or testing equity performance.
Privacy risk does not disappear simply because data are synthetic. If synthetic data are too close to the source data, they may leak information about real individuals or rare cases. If they are too different from the source data, they may be safe but not useful. Public health agencies must evaluate both privacy protection and data utility.
Data utility means the synthetic data are useful for the intended purpose. Utility may involve preserving distributions, relationships between fields, missingness patterns, geographic variation, or time trends. The intended use should be documented before the synthetic data are created or accepted from a vendor.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synthetic eCR data to train disease investigators and test an AI case summary tool without exposing real case narratives. The synthetic data should include realistic combinations of symptoms, lab results, demographics, dates, and missing fields, but should not reproduce unusual cases in ways that could identify real people. The agency should document that the data are intended for training and testing, not for estimating disease burden or measuring model performance in production.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Synthetic data development begins by defining the intended use. Training data for staff exercises can be less statistically faithful than data used for system testing. Model evaluation data require more rigorous review because the synthetic data must preserve patterns relevant to the model task. Public health teams should define whether synthetic data will be used for demonstration, software testing, integration testing, training, simulation, or model development.
Agencies should evaluate synthetic data for privacy and utility. Privacy review may examine whether rare combinations, dates, locations, or narratives are too similar to real records. Utility review may compare distributions, relationships, missingness, and edge cases against expected patterns. Both reviews should be documented because a dataset can be safe but not useful, or useful but not safe enough for sharing.
Synthetic data are also helpful for vendor evaluation. Agencies can provide vendors with realistic data structures without sharing protected data during early discovery. However, vendors should not use synthetic data performance as proof that a model will work on real public health data. Production readiness still requires validation against appropriate real-world data under approved governance controls.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synthetic dataset assessment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synthetic dataset assessment. It should be specific to a public health workflow and should include technical dependencies, governance questions, human review expectations, monitoring indicators, and unresolved risks.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synthetic dataset assessment.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synthetic data for public health ai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Privacy Framework and differential privacy resources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Synthetic Data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Synthetic data are artificially generated data that are designed to resemble real data without.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synthetic data can support training, software testing, demonstrations, model.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learners understand both the promise and limitations of synthetic data,.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Analytics and Modeling Track Appears in tracks: operations-data-quality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synthetic data for public health ai in public health AI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technical, operational, privacy, security, equity, and governance issues.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system, or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synthetic data for public health ai in public health AI 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the technical, operational, privacy, security, equity,.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common failure modes that can affect safety, accuracy,.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practical guardrails that should be documented before.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synthetic dataset assessment that can support readiness assessment,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synthetic dataset assessment that can support readiness assessment, governance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synthetic dataset assessment that can support readiness.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Synthetic data are artificially generated data that are designed to resemble real data without.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synthetic data can support training, software testing, demonstrations, model.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learners understand both the promise and limitations of synthetic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Synthetic data are artificially generated data that are designed to resemble real data without directly.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Synthetic data are artificially generated data that are designed.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public health, synthetic data can support training, software.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helps learners understand both the promise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Synthetic Data for Public Health AI matters because AI systems are embedded in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topic affects whether AI outputs are accurate, explainable, safe, equitable, secure,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that ignore this area may create tools that work in a demonstration but fail in.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Synthetic Data for Public Health AI matters because AI systems are embedded in public health programs,.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Synthetic Data for Public Health AI matters because AI systems are.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topic also affects accountability.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must be able to explain how data are used,.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Synthetic data are generated data designed to preserve selected patterns of a source dataset.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value of synthetic data depends on the purpose.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dataset that is useful for training staff on a dashboard may not be valid for evaluating 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Synthetic data are generated data designed to preserve selected patterns of a source dataset while.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Synthetic data are generated data designed to preserve selected.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dataset that is useful for training staff on a dashboard may not.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Privacy risk does not disappear simply because data are synthetic.</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may want synthetic eCR data to train disease investigators and test an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synthetic data should include realistic combinations of symptoms, lab results,.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should document that the data are intended for training and testing, not for.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may want synthetic eCR data to train disease investigators and test an AI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want synthetic eCR data to train disease.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synthetic data should include realistic combinations of.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should document that the data are intended for training.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Synthetic data development begins by defining the intended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Training data for staff exercises can be less statistically faithful than data used for system.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Model evaluation data require more rigorous review because the synthetic data must preserve.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Synthetic data development begins by defining the intended use.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evaluation data require more rigorous review because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teams should define whether synthetic data will 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Agencies should evaluate synthetic data for privacy and utility.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technical detail rather than a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staff do not connect technical decisions to authority, workflow, equity, privacy,.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When staff do not connect technical decisions to authority,.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Vendors may provide demonstrations, dashboards, or summary metrics.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require documentation, test results, acceptance.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predictive analytics, RAG, automation, and agentic workflows all depend on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controls should be scaled to the risk of the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tool that drafts internal training text may require lighter review than a tool that updates.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tool that drafts internal training text may require lighter.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should be applied during readiness assessment,.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one current or proposed AI workflow in your agency?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decisions, data sources, users, or partners would be affected if this area is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decisions, data sources, users, or partners would be affected.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reviewers need before approving the.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safeguards should be required before pilot testing?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owns ongoing monitoring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safeguards should be required before pilot testing?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owns ongoing monitoring and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synthetic dataset assessment for one real or realistic public health AI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describe the use case, affected users, data sources, system dependencies,.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be used in a governance meeting,.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synthetic dataset assessment for one real or realistic public health AI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artifact should describe the use case, affected users,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be used in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document assumptions and identify which staff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synthetic dataset assessment.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should be specific to a public health workflow and should include technical dependencies,.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synthetic dataset assessment.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synthetic dataset assessment.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synthetic dataset assessment. It should be specific to 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synthetic dataset assessment. It should be specific to a public.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synthetic dataset assessment.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best reason to address synthetic data for public health ai before deployment?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responsible implementation?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statement best describes a common failure mode?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best reason to address synthetic data for public health ai before deployment?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synthetic data for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AI Risk Management Framework: https://www.nist.gov/itl/ai-risk-management-framework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Privacy Framework and differential privacy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OWASP Top 10 for LLM Applications, when security or AI.</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privacy, cybersecurity, data governance, procurement, and records management policies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privacy, cybersecurity, data governance, procurement,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Synthetic Data for Public Health AI</dc:title>
  <dc:subject>Synthetic Data for Public Health AI learning module</dc:subject>
  <dc:creator>Paula Soper</dc:creator>
  <cp:lastModifiedBy>Paula Soper</cp:lastModifiedBy>
  <cp:revision>1</cp:revision>
  <dcterms:created xsi:type="dcterms:W3CDTF">2026-07-13T02:24:08Z</dcterms:created>
  <dcterms:modified xsi:type="dcterms:W3CDTF">2026-07-13T02:24:08Z</dcterms:modified>
</cp:coreProperties>
</file>