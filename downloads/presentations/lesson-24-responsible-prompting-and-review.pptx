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Prompting and Review is designed for an individual learner using the AI Playbook and Toolkit for Public Health Departments.
Responsible prompting helps you use generative AI safely by protecting data, asking precise questions, requiring sources when needed, and reviewing outputs before use.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Responsible prompt examples.
Produce or contribute to: Output review checklist.
Produce or contribute to: Documentation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practical guidance for everyday generative AI use. Prompting is not magic language; it is a structured way to define task, audience, source material, constraints, review criteria, and prohibited data. The review step is more important than the prompt.
Responsible prompting training should be hands-on. Staff learn best by comparing a vague prompt, a safer prompt, and a reviewed final output. The point is not to create perfect prompts; the point is to create safer drafts and stronger review habits.
Your department should be clear that generative AI can support drafting and synthesis, but it does not replace subject matter expertise, legal review, privacy review, or communications approval.
This module gives you enough confidence to use approved tools productively while recognizing when a task is too sensitive, too consequential, or too uncertain for AI assistance.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A fluent but false or unsupported AI output. Hallucinations can include fabricated citations, incorrect policy summaries, inaccurate clinical or epidemiologic statements, or confident answers outside the model's knowledge.
Prompt: The instruction, question, source material, or task description provided to a generative AI system. A good prompt states the role, goal, audience, constraints, required sources, format, and review expectations.
Retrieval-augmented generation (RAG): A method that connects a generative AI system to selected source documents or databases so responses can be grounded in approved material. RAG can reduce unsupported answers, but users still need source review and quality checks.
Unsafe prompt: A prompt that includes sensitive data, requests unsupported or inappropriate conclusions, bypasses required review, or asks the system to act outside approved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Unsafe prompt is a core concept for this lesson because it turns responsible prompting and review from an abstract AI topic into something you can recognize in daily public health work. A prompt that includes sensitive data, asks for unsupported conclusions, lacks source material, or bypasses review.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Responsible prompt is a core concept for this lesson because it turns responsible prompting and review from an abstract AI topic into something you can recognize in daily public health work. A prompt that limits the task, protects data, uses approved sources, and asks for uncertainties or review needs.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Output review is a core concept for this lesson because it turns responsible prompting and review from an abstract AI topic into something you can recognize in daily public health work. The process of checking facts, sources, privacy, tone, equity, accessibility, and approvals before use.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source-grounded prompts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Review drafts for hallucinations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Document AI-assisted work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1, Play 3, Play 5, Play 6, Play 10, Play 11) to identify the decisions, approvals, people, and timing needed for responsible implementation. Use the related tools (Tool 2, Tool 14, Tool 23, Tool 28, Tool 29, Tool 40) to create documentation that can be reviewed, saved, revised, and used as evidence of readiness. The practical exercise asks you to produce evidence that can feed into that work: Rewrite three unsafe prompts into responsible prompts, then review sample AI outputs for data exposure, hallucinations, tone, equity concerns, missing sources, and required approvals.
The main guardrail for this lesson is that A polished AI response can still be inaccurate, biased, outdated, unsupported, or inappropriate for public health use.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Responsible prompting and review reduce the chance that you use AI in ways that expose data, spread misinformation, create inaccessible communication, or bypass expert review.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Rewrite three unsafe prompts into responsible prompts, then review sample AI outputs for data exposure, hallucinations, tone, equity concerns, missing sources, and required approvals.
Responsible prompt examples
Output review checklist
Documentation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AI-assisted drafting tasks should be allowed for staff?
Which outputs require source verification, supervisor review, or communications approval?
How should staff document AI-assisted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OpenAI Prompt Engineering Guide: Core prompt engineering practices for clear instructions, examples, task decomposition, and systematic iteration. https://platform.openai.com/docs/guides/prompt-engineering
Google Cloud Prompt Engineering Guide: High-quality overview of prompt components, prompt patterns, and how prompts shape generative AI outputs. https://cloud.google.com/discover/what-is-prompt-engineering
Microsoft Prompt Engineering Techniques: Operational prompting techniques for structured outputs, grounding, examples, and model-specific prompt refinement. https://learn.microsoft.com/en-us/azure/ai-services/openai/concepts/prompt-engineering
NIST Generative AI Profile: Risk management concepts for generative AI systems and outputs. https://www.nist.gov/itl/ai-risk-management-framework
WHO: Ethics and governance of artificial intelligence for health: Ethics and governance principles for health AI use. https://www.who.int/publications/i/item/9789240029200
CDC Clear Communication Index: Useful for reviewing plain-language public health materials. https://www.cdc.gov/ccindex/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Responsible Prompting and Review</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Responsible Prompting and Review</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Responsible prompt examples.</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Output review checklist.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Responsible Prompting and Review</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You need practical guidance for everyday generative AI use. Prompting is not magic language; it is a structured way to define task, audience, source material, constraints, review criteria, and prohibited data. The review step is more important than the prompt.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Responsible Prompting and Review</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Hallucination: A fluent but false or unsupported AI output. Hallucinations can include fabricated citations, incorrect policy summaries, inaccurate clinical or epidemiologic statements, or confident answers outside the.</a:t>
            </a:r>
            <a:endParaRPr lang="en-US" sz="1320" dirty="0"/>
          </a:p>
          <a:p>
            <a:r>
              <a:rPr lang="en-US" sz="1320" dirty="0">
                <a:solidFill>
                  <a:srgbClr val="17364A"/>
                </a:solidFill>
                <a:latin typeface="Aptos" pitchFamily="34" charset="0"/>
                <a:ea typeface="Aptos" pitchFamily="34" charset="-122"/>
                <a:cs typeface="Aptos" pitchFamily="34" charset="-120"/>
              </a:rPr>
              <a:t>Prompt: The instruction, question, source material, or task description provided to a generative AI system. A good prompt states the role, goal, audience, constraints, required sources, format, and review expectations.</a:t>
            </a:r>
            <a:endParaRPr lang="en-US" sz="1320" dirty="0"/>
          </a:p>
          <a:p>
            <a:r>
              <a:rPr lang="en-US" sz="1320" dirty="0">
                <a:solidFill>
                  <a:srgbClr val="17364A"/>
                </a:solidFill>
                <a:latin typeface="Aptos" pitchFamily="34" charset="0"/>
                <a:ea typeface="Aptos" pitchFamily="34" charset="-122"/>
                <a:cs typeface="Aptos" pitchFamily="34" charset="-120"/>
              </a:rPr>
              <a:t>Retrieval-augmented generation (RAG): A method that connects a generative AI system to selected source documents or databases so responses can be grounded in approved material. RAG can reduce unsupported answers, but users still need source.</a:t>
            </a:r>
            <a:endParaRPr lang="en-US" sz="1320" dirty="0"/>
          </a:p>
          <a:p>
            <a:r>
              <a:rPr lang="en-US" sz="1320" dirty="0">
                <a:solidFill>
                  <a:srgbClr val="17364A"/>
                </a:solidFill>
                <a:latin typeface="Aptos" pitchFamily="34" charset="0"/>
                <a:ea typeface="Aptos" pitchFamily="34" charset="-122"/>
                <a:cs typeface="Aptos" pitchFamily="34" charset="-120"/>
              </a:rPr>
              <a:t>Unsafe prompt: A prompt that includes sensitive data, requests unsupported or inappropriate conclusions, bypasses required review, or asks the system to act outside approved boundaries.</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Responsible Prompting and Review</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Unsafe prompt is a core concept for this lesson because it turns responsible prompting and review from an abstract AI topic into something you can recognize in daily public health work. A prompt that includes sensitive data, asks for unsupported conclusions, lacks source material, or bypasses review.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Responsible prompt is a core concept for this lesson because it turns responsible prompting and review from an abstract AI topic into something you can recognize in daily public health work. A prompt that limits the task, protects data, uses approved sources, and asks for uncertainties or review needs.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Output review is a core concept for this lesson because it turns responsible prompting and review from an abstract AI topic into something you can recognize in daily public health work. The process of checking facts, sources, privacy, tone, equity, accessibility, and approvals before use.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Responsible Prompting and Review</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Write source-grounded prompts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Review drafts for hallucinations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Document AI-assisted work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Responsible Prompting and Review</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1, Play 3, Play 5, Play 6, Play 10, Play 11) to identify the decisions, approvals, people, and timing needed for responsible implementation. Use the related tools (Tool 2, Tool 14, Tool 23, Tool 28, Tool 29, Tool 40) to create documentation that can be reviewed, saved, revised, and used as evidence of readiness. The practical exercise asks you to produce evidence that can feed into that work: Rewrite three unsafe prompts into responsible prompts, then review sample AI outputs for data exposure, hallucinations, tone, equity concerns, missing sources, and required approvals. The main guardrail for this lesson is that A polished AI response can still be inaccurate, biased, outdated, unsupported, or inappropriate for public health use.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Responsible Prompting and Review</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Responsible prompting and review reduce the chance that you use AI in ways that expose data, spread misinformation, create inaccessible communication, or bypass expert review.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Responsible Prompting and Review</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Rewrite three unsafe prompts into responsible prompts, then review sample AI outputs for data exposure, hallucinations, tone, equity concerns, missing sources, and required approvals.</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Responsible prompt examples</a:t>
            </a:r>
            <a:endParaRPr lang="en-US" sz="1400" dirty="0"/>
          </a:p>
          <a:p>
            <a:r>
              <a:rPr lang="en-US" sz="1400" dirty="0">
                <a:solidFill>
                  <a:srgbClr val="17364A"/>
                </a:solidFill>
                <a:latin typeface="Aptos" pitchFamily="34" charset="0"/>
                <a:ea typeface="Aptos" pitchFamily="34" charset="-122"/>
                <a:cs typeface="Aptos" pitchFamily="34" charset="-120"/>
              </a:rPr>
              <a:t>Expected artifact: Output review checklist</a:t>
            </a:r>
            <a:endParaRPr lang="en-US" sz="1400" dirty="0"/>
          </a:p>
          <a:p>
            <a:r>
              <a:rPr lang="en-US" sz="1400" dirty="0">
                <a:solidFill>
                  <a:srgbClr val="17364A"/>
                </a:solidFill>
                <a:latin typeface="Aptos" pitchFamily="34" charset="0"/>
                <a:ea typeface="Aptos" pitchFamily="34" charset="-122"/>
                <a:cs typeface="Aptos" pitchFamily="34" charset="-120"/>
              </a:rPr>
              <a:t>Expected artifact: Documentation expectations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Responsible Prompting and Review</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Which AI-assisted drafting tasks should be allowed for staff?</a:t>
            </a:r>
            <a:endParaRPr lang="en-US" sz="1500" dirty="0"/>
          </a:p>
          <a:p>
            <a:r>
              <a:rPr lang="en-US" sz="1500" dirty="0">
                <a:solidFill>
                  <a:srgbClr val="17364A"/>
                </a:solidFill>
                <a:latin typeface="Aptos" pitchFamily="34" charset="0"/>
                <a:ea typeface="Aptos" pitchFamily="34" charset="-122"/>
                <a:cs typeface="Aptos" pitchFamily="34" charset="-120"/>
              </a:rPr>
              <a:t>Which outputs require source verification, supervisor review, or communications approval?</a:t>
            </a:r>
            <a:endParaRPr lang="en-US" sz="1500" dirty="0"/>
          </a:p>
          <a:p>
            <a:r>
              <a:rPr lang="en-US" sz="1500" dirty="0">
                <a:solidFill>
                  <a:srgbClr val="17364A"/>
                </a:solidFill>
                <a:latin typeface="Aptos" pitchFamily="34" charset="0"/>
                <a:ea typeface="Aptos" pitchFamily="34" charset="-122"/>
                <a:cs typeface="Aptos" pitchFamily="34" charset="-120"/>
              </a:rPr>
              <a:t>How should staff document AI-assisted work?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Responsible Prompting and Review</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OpenAI Prompt Engineering Guide: Core prompt engineering practices for clear instructions, examples, task decomposition, and systematic iteration.</a:t>
            </a:r>
            <a:endParaRPr lang="en-US" sz="1280" dirty="0"/>
          </a:p>
          <a:p>
            <a:r>
              <a:rPr lang="en-US" sz="1280" dirty="0">
                <a:solidFill>
                  <a:srgbClr val="17364A"/>
                </a:solidFill>
                <a:latin typeface="Aptos" pitchFamily="34" charset="0"/>
                <a:ea typeface="Aptos" pitchFamily="34" charset="-122"/>
                <a:cs typeface="Aptos" pitchFamily="34" charset="-120"/>
              </a:rPr>
              <a:t>Google Cloud Prompt Engineering Guide: High-quality overview of prompt components, prompt patterns, and how prompts shape generative AI outputs.</a:t>
            </a:r>
            <a:endParaRPr lang="en-US" sz="1280" dirty="0"/>
          </a:p>
          <a:p>
            <a:r>
              <a:rPr lang="en-US" sz="1280" dirty="0">
                <a:solidFill>
                  <a:srgbClr val="17364A"/>
                </a:solidFill>
                <a:latin typeface="Aptos" pitchFamily="34" charset="0"/>
                <a:ea typeface="Aptos" pitchFamily="34" charset="-122"/>
                <a:cs typeface="Aptos" pitchFamily="34" charset="-120"/>
              </a:rPr>
              <a:t>Microsoft Prompt Engineering Techniques: Operational prompting techniques for structured outputs, grounding, examples, and model-specific prompt refinement.</a:t>
            </a:r>
            <a:endParaRPr lang="en-US" sz="1280" dirty="0"/>
          </a:p>
          <a:p>
            <a:r>
              <a:rPr lang="en-US" sz="1280" dirty="0">
                <a:solidFill>
                  <a:srgbClr val="17364A"/>
                </a:solidFill>
                <a:latin typeface="Aptos" pitchFamily="34" charset="0"/>
                <a:ea typeface="Aptos" pitchFamily="34" charset="-122"/>
                <a:cs typeface="Aptos" pitchFamily="34" charset="-120"/>
              </a:rPr>
              <a:t>NIST Generative AI Profile: Risk management concepts for generative AI systems and outputs.</a:t>
            </a:r>
            <a:endParaRPr lang="en-US" sz="1280" dirty="0"/>
          </a:p>
          <a:p>
            <a:r>
              <a:rPr lang="en-US" sz="1280" dirty="0">
                <a:solidFill>
                  <a:srgbClr val="17364A"/>
                </a:solidFill>
                <a:latin typeface="Aptos" pitchFamily="34" charset="0"/>
                <a:ea typeface="Aptos" pitchFamily="34" charset="-122"/>
                <a:cs typeface="Aptos" pitchFamily="34" charset="-120"/>
              </a:rPr>
              <a:t>WHO: Ethics and governance of artificial intelligence for health: Ethics and governance principles for health AI use.</a:t>
            </a:r>
            <a:endParaRPr lang="en-US" sz="1280" dirty="0"/>
          </a:p>
          <a:p>
            <a:r>
              <a:rPr lang="en-US" sz="1280" dirty="0">
                <a:solidFill>
                  <a:srgbClr val="17364A"/>
                </a:solidFill>
                <a:latin typeface="Aptos" pitchFamily="34" charset="0"/>
                <a:ea typeface="Aptos" pitchFamily="34" charset="-122"/>
                <a:cs typeface="Aptos" pitchFamily="34" charset="-120"/>
              </a:rPr>
              <a:t>CDC Clear Communication Index: Useful for reviewing plain-language public health materials.</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Responsible Prompting and Review</dc:title>
  <dc:subject>Responsible Prompting and Review learning module</dc:subject>
  <dc:creator>Paula Soper</dc:creator>
  <cp:lastModifiedBy>Paula Soper</cp:lastModifiedBy>
  <cp:revision>1</cp:revision>
  <dcterms:created xsi:type="dcterms:W3CDTF">2026-07-09T20:18:53Z</dcterms:created>
  <dcterms:modified xsi:type="dcterms:W3CDTF">2026-07-09T20:18:53Z</dcterms:modified>
</cp:coreProperties>
</file>