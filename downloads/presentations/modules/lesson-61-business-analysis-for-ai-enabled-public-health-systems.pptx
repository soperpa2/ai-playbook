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200 Business Analysis for AI-Enabled Public Health Systems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operations-data-quality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business analysis for ai-enabled public health systems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business analysis package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Business Analysis for AI-Enabled Public Health Systems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Business analysis clarifies the problem, workflow, users, requirements, constraints, and success criteria before technology decisions are made. AI projects often fail when teams start with a tool rather than a well-defined public health need.
A user story describes what a user needs to do and why. In AI work, user stories should include human review, data requirements, documentation, and limitations. A user story should not simply say that the user wants AI; it should describe the task the AI is supporting.
Acceptance criteria are testable conditions that determine whether a requirement has been met. For AI systems, acceptance criteria should include accuracy, workflow fit, usability, security, privacy, accessibility, and human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may want AI to help classify community complaints. A business analyst would clarify whether the real problem is high complaint volume, inconsistent routing, delayed response, lack of category definitions, or insufficient staffing. The resulting requirements may call for classification support with human review rather than fully automated complaint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Business analysis begins with problem definition. Teams should document the public health objective, the operational pain point, the affected users, the current workflow, the decision being supported, and the consequences of error. A vague goal such as “use AI to improve efficiency” is not sufficient for implementation.
Requirements should be grounded in workflow. Analysts should define current-state and future-state processes, data inputs, outputs, decision points, exception handling, reporting needs, and approval steps. This helps prevent tools from being procured without a clear implementation pathway.
AI business analysis also requires boundary setting. Teams should define intended uses, prohibited uses, users, data permissions, human review points, and escalation triggers. These boundaries should become requirements, training expectations, and governance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business analysis package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business analysis package.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business analysis package.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business analysis for ai-enabled public health systems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Business Analysis for AI-Enabled Public Health Systems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Program Management Role-Based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operations-data-quality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business analysis for ai-enabled public health systems in public health AI work.</a:t>
            </a:r>
            <a:endParaRPr lang="en-US" sz="1450" dirty="0"/>
          </a:p>
          <a:p>
            <a:r>
              <a:rPr lang="en-US" sz="145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1450" dirty="0"/>
          </a:p>
          <a:p>
            <a:r>
              <a:rPr lang="en-US" sz="1450" dirty="0">
                <a:solidFill>
                  <a:srgbClr val="17364A"/>
                </a:solidFill>
                <a:latin typeface="Aptos" pitchFamily="34" charset="0"/>
                <a:ea typeface="Aptos" pitchFamily="34" charset="-122"/>
                <a:cs typeface="Aptos" pitchFamily="34" charset="-120"/>
              </a:rPr>
              <a:t>Recognize common failure modes that can affect safety, accuracy, trust, workflow fit, or sustainability.</a:t>
            </a:r>
            <a:endParaRPr lang="en-US" sz="1450" dirty="0"/>
          </a:p>
          <a:p>
            <a:r>
              <a:rPr lang="en-US" sz="1450" dirty="0">
                <a:solidFill>
                  <a:srgbClr val="17364A"/>
                </a:solidFill>
                <a:latin typeface="Aptos" pitchFamily="34" charset="0"/>
                <a:ea typeface="Aptos" pitchFamily="34" charset="-122"/>
                <a:cs typeface="Aptos" pitchFamily="34" charset="-120"/>
              </a:rPr>
              <a:t>Identify practical guardrails that should be documented before implementation.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AI business analysis package that can support readiness assessment, governance review, procurement, implementation, or monitoring.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Business Analysis for AI-Enabled Public Health Systems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Business analysis clarifies the problem, workflow, users, requirements, constraints, and success criteria before technology decisions are made. AI projects often fail when teams start with a tool rather than a well-defined public health need. A user story describes what a user needs to do and why. In AI work, user stories should include human review, data requirements, documentation, and limitations. A user story should not simply say that the user wants AI; it should describe the task the AI is supporting. Acceptance criteria are testable conditions that determine whether a requirement has been met. For AI systems, acceptance criteria should include accuracy, workflow fit, usability, security, privacy, accessibility, and human oversight.</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local health department may want AI to help classify community complaints. A business analyst would clarify whether the real problem is high complaint volume, inconsistent routing, delayed response, lack of category definitions, or insufficient staffing. The resulting requirements may call for classification support with human review rather than fully automated complaint resolution.</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Business analysis begins with problem definition. Teams should document the public health objective, the operational pain point, the affected users, the current workflow, the decision being supported, and the consequences of error. A vague goal such as “use AI to improve efficiency” is not sufficient for implementation. Requirements should be grounded in workflow. Analysts should define current-state and future-state processes, data inputs, outputs, decision points, exception handling, reporting needs, and approval steps. This helps prevent tools from being procured without a clear implementation pathway. AI business analysis also requires boundary setting. Teams should define intended uses, prohibited uses, users, data permissions, human review points, and escalation triggers. These boundaries should become requirements, training expectations, and governance criteria.</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safeguards should be required before pilot testing? Who owns ongoing monitoring and review?</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AI business analysis package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expected artifact is a completed AI business analysis package. It should be specific to a public health workflow and should include technical dependencies, governance questions, human review expectations, monitoring indicators, and unresolved risks.</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The expected artifact is a completed AI business analysis package. It should be specific to a public health workflow and should include technical dependencies, governance questions, human review expectations, monitoring indicators, and unresolved.</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best reason to address business analysis for ai-enabled public health systems before deployment?</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responsible implementation?</a:t>
            </a:r>
            <a:endParaRPr lang="en-US" sz="1450" dirty="0"/>
          </a:p>
          <a:p>
            <a:r>
              <a:rPr lang="en-US" sz="1450" dirty="0">
                <a:solidFill>
                  <a:srgbClr val="17364A"/>
                </a:solidFill>
                <a:latin typeface="Aptos" pitchFamily="34" charset="0"/>
                <a:ea typeface="Aptos" pitchFamily="34" charset="-122"/>
                <a:cs typeface="Aptos" pitchFamily="34" charset="-120"/>
              </a:rPr>
              <a:t>3. Which statement best describes a common failure mode?</a:t>
            </a:r>
            <a:endParaRPr lang="en-US" sz="1450" dirty="0"/>
          </a:p>
          <a:p>
            <a:r>
              <a:rPr lang="en-US" sz="1450" dirty="0">
                <a:solidFill>
                  <a:srgbClr val="17364A"/>
                </a:solidFill>
                <a:latin typeface="Aptos" pitchFamily="34" charset="0"/>
                <a:ea typeface="Aptos" pitchFamily="34" charset="-122"/>
                <a:cs typeface="Aptos" pitchFamily="34" charset="-120"/>
              </a:rPr>
              <a:t>4. What should be included in the practical artifact for this module?</a:t>
            </a:r>
            <a:endParaRPr lang="en-US" sz="1450" dirty="0"/>
          </a:p>
          <a:p>
            <a:r>
              <a:rPr lang="en-US" sz="1450" dirty="0">
                <a:solidFill>
                  <a:srgbClr val="17364A"/>
                </a:solidFill>
                <a:latin typeface="Aptos" pitchFamily="34" charset="0"/>
                <a:ea typeface="Aptos" pitchFamily="34" charset="-122"/>
                <a:cs typeface="Aptos" pitchFamily="34" charset="-120"/>
              </a:rPr>
              <a:t>5. When should the issue be escalated for governance or leadership review?</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OWASP Top 10 for LLM Applications, when security or AI integrations are relevant</a:t>
            </a:r>
            <a:endParaRPr lang="en-US" sz="1450" dirty="0"/>
          </a:p>
          <a:p>
            <a:r>
              <a:rPr lang="en-US" sz="14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Analysis for AI-Enabled Public Health Systems</dc:title>
  <dc:subject>Business Analysis for AI-Enabled Public Health Systems learning module</dc:subject>
  <dc:creator>Paula Soper</dc:creator>
  <cp:lastModifiedBy>Paula Soper</cp:lastModifiedBy>
  <cp:revision>1</cp:revision>
  <dcterms:created xsi:type="dcterms:W3CDTF">2026-07-12T18:22:13Z</dcterms:created>
  <dcterms:modified xsi:type="dcterms:W3CDTF">2026-07-12T18:22:13Z</dcterms:modified>
</cp:coreProperties>
</file>