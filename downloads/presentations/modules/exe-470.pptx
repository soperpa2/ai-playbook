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executive response to AI incidents, media scrutiny,.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crisis communications and executive response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crisis communications and executive response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executive response to AI incidents, media scrutiny,.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executive response to AI incidents, media scrutiny,.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executive.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crisis communications and executive response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crisis communications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Crisis Communications and Executive Response.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crisis communications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crisis communications and executive.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crisis.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2026-07-13T03:27:53Z</dcterms:created>
  <dcterms:modified xsi:type="dcterms:W3CDTF">2026-07-13T03:27:53Z</dcterms:modified>
</cp:coreProperties>
</file>