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require disciplined implementation planning because they combine.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that appears small, such as adding an AI summarization tool, may.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project management methods that account for.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Program Management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major phases of an AI implementation project.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an AI project charter that includes scope, objectives, roles, risks,.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implementation dependencies across data, systems, privacy,.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major phases of an AI implementation project.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an AI project charter that includes scope,.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implementation dependencies across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launch readiness checklist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projects require disciplined implementation planning because they combine.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project that appears small, such as adding an AI summarization tool,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need project management methods that account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require disciplined implementation planning because they combine.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plans to pilot an AI tool that drafts summaries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plan identifies governance approval, data access, system.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cannot launch simply because the tool works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plans to pilot an AI tool that drafts summaries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project plan identifies governance approval,.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must pass readiness checks showing that staff.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planning should begin with a charter that defines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charter should explain the public health problem, intended users,.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identify the sponsor, product owner, implementation lead,.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planning should begin with a charter that defines the use case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Transition to operations is often neglected.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pilot may show promise, but routine use requires support,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plan should define when the implementation team ends and who.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Transition to operations is often neglected.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Pilots launching without governance approval or operational ownership.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Project plans overlooking data, privacy, security, workflow, or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Pilots launching without governance approval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Project plans overlooking data, privacy,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Vendors controlling implementation timelines without agency readiness gates.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No transition plan from pilot to routine operations.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Success measured only by deployment rather than public health value and safe.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Vendors controlling implementation timelines.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No transition plan from pilot to routine operations.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Success measured only by deployment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an AI-specific project charter and risk log.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governance gates before implementation begins.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an AI-specific project charter and risk log.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governance gates before implementation.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separate workstreams for data, technology, governance,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launch readiness review before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transition to operations and sustainability responsibilities.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separate workstreams for data, technology, governance,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separate workstreams for data, technology,.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launch readiness review before deployment.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transition to operations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project charter and implementation plan for one proposed.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project purpose, scope, objectives, roles, governance gates,.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project charter and implementation plan for one proposed.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project charter and implementation.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project purpose, scope, objectives, roles,.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Implementation workplan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risk log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project charter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Implementation workplan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AI-specific risk log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Launch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Transition-to-operations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Transition-to-operations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Implementation workplan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risk log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Transition-to-operations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distinguishes AI project management from ordinary software.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a governance gate?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item belongs in an AI project charter?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distinguishes AI project management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2026-07-13T03:02:48Z</dcterms:created>
  <dcterms:modified xsi:type="dcterms:W3CDTF">2026-07-13T03:02:48Z</dcterms:modified>
</cp:coreProperties>
</file>