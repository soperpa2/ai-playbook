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320 Synthetic Data for Public Health AI
Synthetic data are artificially generated data that are designed to resemble real data without directly copying every record from a real person. In public health, synthetic data can support training, software testing, demonstrations, model prototyping, and vendor evaluation when real data are too sensitive or difficult to share. This module helps learners understand both the promise and limitations of synthetic data, including privacy risk, analytic utility, representativeness, and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operations-data-quality
Synthetic data are artificially generated data that are designed to resemble real data without directly copying every record from a real person. In public health, synthetic data can support training, software testing, demonstrations, model prototyping, and vendor evaluation when real data are too sensitive or difficult to share. This module helps learners understand both the promise and limitations of synthetic data, including privacy risk, analytic utility, representativeness, and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synthetic data for public health ai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synthetic dataset assessment that can support readiness assessment, governance review, procurement, implementation, or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Synthetic data are artificially generated data that are designed to resemble real data without directly copying every record from a real person. In public health, synthetic data can support training, software testing, demonstrations, model prototyping, and vendor evaluation when real data are too sensitive or difficult to share. This module helps learners understand both the promise and limitations of synthetic data, including privacy risk, analytic utility, representativeness, and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Synthetic Data for Public Health AI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Synthetic data are generated data designed to preserve selected patterns of a source dataset while reducing reliance on real individual-level records. The value of synthetic data depends on the purpose. A dataset that is useful for training staff on a dashboard may not be valid for evaluating a predictive model or testing equity performance.
Privacy risk does not disappear simply because data are synthetic. If synthetic data are too close to the source data, they may leak information about real individuals or rare cases. If they are too different from the source data, they may be safe but not useful. Public health agencies must evaluate both privacy protection and data utility.
Data utility means the synthetic data are useful for the intended purpose. Utility may involve preserving distributions, relationships between fields, missingness patterns, geographic variation, or time trends. The intended use should be documented before the synthetic data are created or accepted from a vendor.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want synthetic eCR data to train disease investigators and test an AI case summary tool without exposing real case narratives. The synthetic data should include realistic combinations of symptoms, lab results, demographics, dates, and missing fields, but should not reproduce unusual cases in ways that could identify real people. The agency should document that the data are intended for training and testing, not for estimating disease burden or measuring model performance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Synthetic data development begins by defining the intended use. Training data for staff exercises can be less statistically faithful than data used for system testing. Model evaluation data require more rigorous review because the synthetic data must preserve patterns relevant to the model task. Public health teams should define whether synthetic data will be used for demonstration, software testing, integration testing, training, simulation, or model development.
Agencies should evaluate synthetic data for privacy and utility. Privacy review may examine whether rare combinations, dates, locations, or narratives are too similar to real records. Utility review may compare distributions, relationships, missingness, and edge cases against expected patterns. Both reviews should be documented because a dataset can be safe but not useful, or useful but not safe enough for sharing.
Synthetic data are also helpful for vendor evaluation. Agencies can provide vendors with realistic data structures without sharing protected data during early discovery. However, vendors should not use synthetic data performance as proof that a model will work on real public health data. Production readiness still requires validation against appropriate real-world data under approved governance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synthetic dataset assessment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synthetic dataset assessment.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synthetic dataset assessment.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synthetic data for public health ai before deployment?
2. Which practice best supports responsible implementation?
3. Which statement best describes a common failure mode?
4. What should be included in the practical artifact for this module?
5. When should the issue be escalated for governance or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Privacy Framework and differential privacy resources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Synthetic Data for Public Health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Synthetic data are artificially generated data that are designed to resemble real data without directly copying every record from a real person.</a:t>
            </a:r>
            <a:endParaRPr lang="en-US" sz="1700" dirty="0"/>
          </a:p>
          <a:p>
            <a:r>
              <a:rPr lang="en-US" sz="1700" dirty="0">
                <a:solidFill>
                  <a:srgbClr val="17364A"/>
                </a:solidFill>
                <a:latin typeface="Aptos" pitchFamily="34" charset="0"/>
                <a:ea typeface="Aptos" pitchFamily="34" charset="-122"/>
                <a:cs typeface="Aptos" pitchFamily="34" charset="-120"/>
              </a:rPr>
              <a:t>In public health, synthetic data can support training, software testing, demonstrations, model prototyping, and vendor evaluation when real data are.</a:t>
            </a:r>
            <a:endParaRPr lang="en-US" sz="1700" dirty="0"/>
          </a:p>
          <a:p>
            <a:r>
              <a:rPr lang="en-US" sz="1700" dirty="0">
                <a:solidFill>
                  <a:srgbClr val="17364A"/>
                </a:solidFill>
                <a:latin typeface="Aptos" pitchFamily="34" charset="0"/>
                <a:ea typeface="Aptos" pitchFamily="34" charset="-122"/>
                <a:cs typeface="Aptos" pitchFamily="34" charset="-120"/>
              </a:rPr>
              <a:t>This module helps learners understand both the promise and limitations of synthetic data, including privacy risk, analytic utility,.</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intermediate/practitioner</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Analytics and Modeling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operations-data-quality</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 readiness assessment work.</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a:p>
            <a:r>
              <a:rPr lang="en-US" sz="154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 prioritize use cases work.</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 the practical exercise for.</a:t>
            </a:r>
            <a:endParaRPr lang="en-US" sz="1460" dirty="0"/>
          </a:p>
          <a:p>
            <a:r>
              <a:rPr lang="en-US" sz="146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 Checklist to translate this.</a:t>
            </a:r>
            <a:endParaRPr lang="en-US" sz="1460" dirty="0"/>
          </a:p>
          <a:p>
            <a:r>
              <a:rPr lang="en-US" sz="146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 public health AI planning,.</a:t>
            </a:r>
            <a:endParaRPr lang="en-US" sz="1460" dirty="0"/>
          </a:p>
          <a:p>
            <a:r>
              <a:rPr lang="en-US" sz="1460" dirty="0">
                <a:solidFill>
                  <a:srgbClr val="17364A"/>
                </a:solidFill>
                <a:latin typeface="Aptos" pitchFamily="34" charset="0"/>
                <a:ea typeface="Aptos" pitchFamily="34" charset="-122"/>
                <a:cs typeface="Aptos" pitchFamily="34" charset="-120"/>
              </a:rPr>
              <a:t>Tool 9: Data Quality Assessment Checklist (Checklist) - Use this tool to complete or strengthen the practical exercise for the module.</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Explain the purpose of synthetic data for public health ai in public health AI work.</a:t>
            </a:r>
            <a:endParaRPr lang="en-US" sz="1700" dirty="0"/>
          </a:p>
          <a:p>
            <a:r>
              <a:rPr lang="en-US" sz="170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 the topic.</a:t>
            </a:r>
            <a:endParaRPr lang="en-US" sz="1700" dirty="0"/>
          </a:p>
          <a:p>
            <a:r>
              <a:rPr lang="en-US" sz="170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1700" dirty="0"/>
          </a:p>
          <a:p>
            <a:r>
              <a:rPr lang="en-US" sz="1700" dirty="0">
                <a:solidFill>
                  <a:srgbClr val="17364A"/>
                </a:solidFill>
                <a:latin typeface="Aptos" pitchFamily="34" charset="0"/>
                <a:ea typeface="Aptos" pitchFamily="34" charset="-122"/>
                <a:cs typeface="Aptos" pitchFamily="34" charset="-120"/>
              </a:rPr>
              <a:t>Recognize common failure modes that can affect safety, accuracy, trust, workflow fit, or sustainability.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Explain the purpose of synthetic data for public health ai in public health AI work.</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Produce a synthetic dataset assessment that can support readiness assessment, governance review, procurement, implementation,.</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Produce a synthetic dataset assessment that can support readiness assessment, governance review, procurement, implementation,.</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Synthetic data are artificially generated data that are designed to resemble real data without directly copying every.</a:t>
            </a:r>
            <a:endParaRPr lang="en-US" sz="1700" dirty="0"/>
          </a:p>
          <a:p>
            <a:r>
              <a:rPr lang="en-US" sz="1700" dirty="0">
                <a:solidFill>
                  <a:srgbClr val="17364A"/>
                </a:solidFill>
                <a:latin typeface="Aptos" pitchFamily="34" charset="0"/>
                <a:ea typeface="Aptos" pitchFamily="34" charset="-122"/>
                <a:cs typeface="Aptos" pitchFamily="34" charset="-120"/>
              </a:rPr>
              <a:t>In public health, synthetic data can support training, software testing, demonstrations, model prototyping, and vendor.</a:t>
            </a:r>
            <a:endParaRPr lang="en-US" sz="1700" dirty="0"/>
          </a:p>
          <a:p>
            <a:r>
              <a:rPr lang="en-US" sz="1700" dirty="0">
                <a:solidFill>
                  <a:srgbClr val="17364A"/>
                </a:solidFill>
                <a:latin typeface="Aptos" pitchFamily="34" charset="0"/>
                <a:ea typeface="Aptos" pitchFamily="34" charset="-122"/>
                <a:cs typeface="Aptos" pitchFamily="34" charset="-120"/>
              </a:rPr>
              <a:t>This module helps learners understand both the promise and limitations of synthetic data, including privacy risk, analytic.</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Synthetic data are artificially generated data that are designed to resemble real data without directly copying every.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Synthetic Data for Public Health AI matters because AI systems are embedded in public health programs, data systems, and.</a:t>
            </a:r>
            <a:endParaRPr lang="en-US" sz="1700" dirty="0"/>
          </a:p>
          <a:p>
            <a:r>
              <a:rPr lang="en-US" sz="1700" dirty="0">
                <a:solidFill>
                  <a:srgbClr val="17364A"/>
                </a:solidFill>
                <a:latin typeface="Aptos" pitchFamily="34" charset="0"/>
                <a:ea typeface="Aptos" pitchFamily="34" charset="-122"/>
                <a:cs typeface="Aptos" pitchFamily="34" charset="-120"/>
              </a:rPr>
              <a:t>The topic affects whether AI outputs are accurate, explainable, safe, equitable, secure, and sustainable.</a:t>
            </a:r>
            <a:endParaRPr lang="en-US" sz="1700" dirty="0"/>
          </a:p>
          <a:p>
            <a:r>
              <a:rPr lang="en-US" sz="1700" dirty="0">
                <a:solidFill>
                  <a:srgbClr val="17364A"/>
                </a:solidFill>
                <a:latin typeface="Aptos" pitchFamily="34" charset="0"/>
                <a:ea typeface="Aptos" pitchFamily="34" charset="-122"/>
                <a:cs typeface="Aptos" pitchFamily="34" charset="-120"/>
              </a:rPr>
              <a:t>Agencies that ignore this area may create tools that work in a demonstration but fail in actual practice.</a:t>
            </a:r>
            <a:endParaRPr lang="en-US" sz="1700" dirty="0"/>
          </a:p>
          <a:p>
            <a:r>
              <a:rPr lang="en-US" sz="1700" dirty="0">
                <a:solidFill>
                  <a:srgbClr val="17364A"/>
                </a:solidFill>
                <a:latin typeface="Aptos" pitchFamily="34" charset="0"/>
                <a:ea typeface="Aptos" pitchFamily="34" charset="-122"/>
                <a:cs typeface="Aptos" pitchFamily="34" charset="-120"/>
              </a:rPr>
              <a:t>The topic also affects accountability.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Synthetic Data for Public Health AI matters because AI systems are embedded in public health programs, data systems, and.</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Synthetic data are generated data designed to preserve selected patterns of a source dataset while reducing reliance on.</a:t>
            </a:r>
            <a:endParaRPr lang="en-US" sz="1700" dirty="0"/>
          </a:p>
          <a:p>
            <a:r>
              <a:rPr lang="en-US" sz="1700" dirty="0">
                <a:solidFill>
                  <a:srgbClr val="17364A"/>
                </a:solidFill>
                <a:latin typeface="Aptos" pitchFamily="34" charset="0"/>
                <a:ea typeface="Aptos" pitchFamily="34" charset="-122"/>
                <a:cs typeface="Aptos" pitchFamily="34" charset="-120"/>
              </a:rPr>
              <a:t>The value of synthetic data depends on the purpose.</a:t>
            </a:r>
            <a:endParaRPr lang="en-US" sz="1700" dirty="0"/>
          </a:p>
          <a:p>
            <a:r>
              <a:rPr lang="en-US" sz="1700" dirty="0">
                <a:solidFill>
                  <a:srgbClr val="17364A"/>
                </a:solidFill>
                <a:latin typeface="Aptos" pitchFamily="34" charset="0"/>
                <a:ea typeface="Aptos" pitchFamily="34" charset="-122"/>
                <a:cs typeface="Aptos" pitchFamily="34" charset="-120"/>
              </a:rPr>
              <a:t>A dataset that is useful for training staff on a dashboard may not be valid for evaluating a predictive model or testing.</a:t>
            </a:r>
            <a:endParaRPr lang="en-US" sz="1700" dirty="0"/>
          </a:p>
          <a:p>
            <a:r>
              <a:rPr lang="en-US" sz="1700" dirty="0">
                <a:solidFill>
                  <a:srgbClr val="17364A"/>
                </a:solidFill>
                <a:latin typeface="Aptos" pitchFamily="34" charset="0"/>
                <a:ea typeface="Aptos" pitchFamily="34" charset="-122"/>
                <a:cs typeface="Aptos" pitchFamily="34" charset="-120"/>
              </a:rPr>
              <a:t>Privacy risk does not disappear simply because data are synthetic.</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Synthetic data are generated data designed to preserve selected patterns of a source dataset while reducing reliance 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health department may want synthetic eCR data to train disease investigators and test an AI case summary tool without.</a:t>
            </a:r>
            <a:endParaRPr lang="en-US" sz="1700" dirty="0"/>
          </a:p>
          <a:p>
            <a:r>
              <a:rPr lang="en-US" sz="1700" dirty="0">
                <a:solidFill>
                  <a:srgbClr val="17364A"/>
                </a:solidFill>
                <a:latin typeface="Aptos" pitchFamily="34" charset="0"/>
                <a:ea typeface="Aptos" pitchFamily="34" charset="-122"/>
                <a:cs typeface="Aptos" pitchFamily="34" charset="-120"/>
              </a:rPr>
              <a:t>The synthetic data should include realistic combinations of symptoms, lab results, demographics, dates, and missing fields,.</a:t>
            </a:r>
            <a:endParaRPr lang="en-US" sz="1700" dirty="0"/>
          </a:p>
          <a:p>
            <a:r>
              <a:rPr lang="en-US" sz="1700" dirty="0">
                <a:solidFill>
                  <a:srgbClr val="17364A"/>
                </a:solidFill>
                <a:latin typeface="Aptos" pitchFamily="34" charset="0"/>
                <a:ea typeface="Aptos" pitchFamily="34" charset="-122"/>
                <a:cs typeface="Aptos" pitchFamily="34" charset="-120"/>
              </a:rPr>
              <a:t>The agency should document that the data are intended for training and testing, not for estimating disease burden or.</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health department may want synthetic eCR data to train disease investigators and test an AI case summary tool without.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Synthetic data development begins by defining the intended use.</a:t>
            </a:r>
            <a:endParaRPr lang="en-US" sz="1700" dirty="0"/>
          </a:p>
          <a:p>
            <a:r>
              <a:rPr lang="en-US" sz="1700" dirty="0">
                <a:solidFill>
                  <a:srgbClr val="17364A"/>
                </a:solidFill>
                <a:latin typeface="Aptos" pitchFamily="34" charset="0"/>
                <a:ea typeface="Aptos" pitchFamily="34" charset="-122"/>
                <a:cs typeface="Aptos" pitchFamily="34" charset="-120"/>
              </a:rPr>
              <a:t>Training data for staff exercises can be less statistically faithful than data used for system testing.</a:t>
            </a:r>
            <a:endParaRPr lang="en-US" sz="1700" dirty="0"/>
          </a:p>
          <a:p>
            <a:r>
              <a:rPr lang="en-US" sz="1700" dirty="0">
                <a:solidFill>
                  <a:srgbClr val="17364A"/>
                </a:solidFill>
                <a:latin typeface="Aptos" pitchFamily="34" charset="0"/>
                <a:ea typeface="Aptos" pitchFamily="34" charset="-122"/>
                <a:cs typeface="Aptos" pitchFamily="34" charset="-120"/>
              </a:rPr>
              <a:t>Model evaluation data require more rigorous review because the synthetic data must preserve patterns relevant to the model.</a:t>
            </a:r>
            <a:endParaRPr lang="en-US" sz="1700" dirty="0"/>
          </a:p>
          <a:p>
            <a:r>
              <a:rPr lang="en-US" sz="1700" dirty="0">
                <a:solidFill>
                  <a:srgbClr val="17364A"/>
                </a:solidFill>
                <a:latin typeface="Aptos" pitchFamily="34" charset="0"/>
                <a:ea typeface="Aptos" pitchFamily="34" charset="-122"/>
                <a:cs typeface="Aptos" pitchFamily="34" charset="-120"/>
              </a:rPr>
              <a:t>Public health teams should define whether synthetic data will be used for demonstration, software testing, integration.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Synthetic data development begins by defining the intended use.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700" dirty="0"/>
          </a:p>
          <a:p>
            <a:r>
              <a:rPr lang="en-US" sz="1700" dirty="0">
                <a:solidFill>
                  <a:srgbClr val="17364A"/>
                </a:solidFill>
                <a:latin typeface="Aptos" pitchFamily="34" charset="0"/>
                <a:ea typeface="Aptos" pitchFamily="34" charset="-122"/>
                <a:cs typeface="Aptos" pitchFamily="34" charset="-120"/>
              </a:rPr>
              <a:t>When staff do not connect technical decisions to authority, workflow, equity, privacy, security, and accountability, the.</a:t>
            </a:r>
            <a:endParaRPr lang="en-US" sz="1700" dirty="0"/>
          </a:p>
          <a:p>
            <a:r>
              <a:rPr lang="en-US" sz="1700" dirty="0">
                <a:solidFill>
                  <a:srgbClr val="17364A"/>
                </a:solidFill>
                <a:latin typeface="Aptos" pitchFamily="34" charset="0"/>
                <a:ea typeface="Aptos" pitchFamily="34" charset="-122"/>
                <a:cs typeface="Aptos" pitchFamily="34" charset="-120"/>
              </a:rPr>
              <a:t>Another risk is relying on vendor claims without agency-defined evidence.</a:t>
            </a:r>
            <a:endParaRPr lang="en-US" sz="1700" dirty="0"/>
          </a:p>
          <a:p>
            <a:r>
              <a:rPr lang="en-US" sz="1700" dirty="0">
                <a:solidFill>
                  <a:srgbClr val="17364A"/>
                </a:solidFill>
                <a:latin typeface="Aptos" pitchFamily="34" charset="0"/>
                <a:ea typeface="Aptos" pitchFamily="34" charset="-122"/>
                <a:cs typeface="Aptos" pitchFamily="34" charset="-120"/>
              </a:rPr>
              <a:t>Vendors may provide demonstrations, dashboards, or summary metrics that do not match the agency workflow or data environment.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 described in this.</a:t>
            </a:r>
            <a:endParaRPr lang="en-US" sz="1700" dirty="0"/>
          </a:p>
          <a:p>
            <a:r>
              <a:rPr lang="en-US" sz="1700" dirty="0">
                <a:solidFill>
                  <a:srgbClr val="17364A"/>
                </a:solidFill>
                <a:latin typeface="Aptos" pitchFamily="34" charset="0"/>
                <a:ea typeface="Aptos" pitchFamily="34" charset="-122"/>
                <a:cs typeface="Aptos" pitchFamily="34" charset="-120"/>
              </a:rPr>
              <a:t>The controls should be scaled to the risk of the use case.</a:t>
            </a:r>
            <a:endParaRPr lang="en-US" sz="1700" dirty="0"/>
          </a:p>
          <a:p>
            <a:r>
              <a:rPr lang="en-US" sz="1700" dirty="0">
                <a:solidFill>
                  <a:srgbClr val="17364A"/>
                </a:solidFill>
                <a:latin typeface="Aptos" pitchFamily="34" charset="0"/>
                <a:ea typeface="Aptos" pitchFamily="34" charset="-122"/>
                <a:cs typeface="Aptos" pitchFamily="34" charset="-120"/>
              </a:rPr>
              <a:t>A tool that drafts internal training text may require lighter review than a tool that updates case records, prioritizes.</a:t>
            </a:r>
            <a:endParaRPr lang="en-US" sz="1700" dirty="0"/>
          </a:p>
          <a:p>
            <a:r>
              <a:rPr lang="en-US" sz="1700" dirty="0">
                <a:solidFill>
                  <a:srgbClr val="17364A"/>
                </a:solidFill>
                <a:latin typeface="Aptos" pitchFamily="34" charset="0"/>
                <a:ea typeface="Aptos" pitchFamily="34" charset="-122"/>
                <a:cs typeface="Aptos" pitchFamily="34" charset="-120"/>
              </a:rPr>
              <a:t>The module should be applied during readiness assessment, procurement, implementation planning, pilot testing, and.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 described in this.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700" dirty="0"/>
          </a:p>
          <a:p>
            <a:r>
              <a:rPr lang="en-US" sz="1700" dirty="0">
                <a:solidFill>
                  <a:srgbClr val="17364A"/>
                </a:solidFill>
                <a:latin typeface="Aptos" pitchFamily="34" charset="0"/>
                <a:ea typeface="Aptos" pitchFamily="34" charset="-122"/>
                <a:cs typeface="Aptos" pitchFamily="34" charset="-120"/>
              </a:rPr>
              <a:t>What decisions, data sources, users, or partners would be affected if this area is poorly designed?</a:t>
            </a:r>
            <a:endParaRPr lang="en-US" sz="1700" dirty="0"/>
          </a:p>
          <a:p>
            <a:r>
              <a:rPr lang="en-US" sz="170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Which safeguards should be required before pilot testing?</a:t>
            </a:r>
            <a:endParaRPr lang="en-US" sz="1700" dirty="0"/>
          </a:p>
          <a:p>
            <a:r>
              <a:rPr lang="en-US" sz="1700" dirty="0">
                <a:solidFill>
                  <a:srgbClr val="17364A"/>
                </a:solidFill>
                <a:latin typeface="Aptos" pitchFamily="34" charset="0"/>
                <a:ea typeface="Aptos" pitchFamily="34" charset="-122"/>
                <a:cs typeface="Aptos" pitchFamily="34" charset="-120"/>
              </a:rPr>
              <a:t>Who owns ongoing monitoring and review?</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Which safeguards should be required before pilot testing?</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 synthetic dataset assessment for one real or realistic public health AI workflow.</a:t>
            </a:r>
            <a:endParaRPr lang="en-US" sz="1700" dirty="0"/>
          </a:p>
          <a:p>
            <a:r>
              <a:rPr lang="en-US" sz="1700" dirty="0">
                <a:solidFill>
                  <a:srgbClr val="17364A"/>
                </a:solidFill>
                <a:latin typeface="Aptos" pitchFamily="34" charset="0"/>
                <a:ea typeface="Aptos" pitchFamily="34" charset="-122"/>
                <a:cs typeface="Aptos" pitchFamily="34" charset="-120"/>
              </a:rPr>
              <a:t>The artifact should describe the use case, affected users, data sources, system dependencies, risks, guardrails, review.</a:t>
            </a:r>
            <a:endParaRPr lang="en-US" sz="1700" dirty="0"/>
          </a:p>
          <a:p>
            <a:r>
              <a:rPr lang="en-US" sz="1700" dirty="0">
                <a:solidFill>
                  <a:srgbClr val="17364A"/>
                </a:solidFill>
                <a:latin typeface="Aptos" pitchFamily="34" charset="0"/>
                <a:ea typeface="Aptos" pitchFamily="34" charset="-122"/>
                <a:cs typeface="Aptos" pitchFamily="34" charset="-120"/>
              </a:rPr>
              <a:t>The exercise should produce a work product that could be used in a governance meeting, procurement review, implementation.</a:t>
            </a:r>
            <a:endParaRPr lang="en-US" sz="1700" dirty="0"/>
          </a:p>
          <a:p>
            <a:r>
              <a:rPr lang="en-US" sz="1700" dirty="0">
                <a:solidFill>
                  <a:srgbClr val="17364A"/>
                </a:solidFill>
                <a:latin typeface="Aptos" pitchFamily="34" charset="0"/>
                <a:ea typeface="Aptos" pitchFamily="34" charset="-122"/>
                <a:cs typeface="Aptos" pitchFamily="34" charset="-120"/>
              </a:rPr>
              <a:t>Learners should document assumptions and identify which staff or partners need to be consulted.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 synthetic dataset assessment for one real or realistic public health AI workflow.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The expected artifact is a completed synthetic dataset assessment.</a:t>
            </a:r>
            <a:endParaRPr lang="en-US" sz="1700" dirty="0"/>
          </a:p>
          <a:p>
            <a:r>
              <a:rPr lang="en-US" sz="1700" dirty="0">
                <a:solidFill>
                  <a:srgbClr val="17364A"/>
                </a:solidFill>
                <a:latin typeface="Aptos" pitchFamily="34" charset="0"/>
                <a:ea typeface="Aptos" pitchFamily="34" charset="-122"/>
                <a:cs typeface="Aptos" pitchFamily="34" charset="-120"/>
              </a:rPr>
              <a:t>It should be specific to a public health workflow and should include technical dependencies, governance questions, human.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expected artifact is a completed synthetic dataset assessment.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The expected artifact is a completed synthetic dataset assessment. It should be specific to a public health workflow and.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expected artifact is a completed synthetic dataset assessment. It should be specific to a public health workflow and.</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is the best reason to address synthetic data for public health ai before deployment?</a:t>
            </a:r>
            <a:endParaRPr lang="en-US" sz="1700" dirty="0"/>
          </a:p>
          <a:p>
            <a:r>
              <a:rPr lang="en-US" sz="1700" dirty="0">
                <a:solidFill>
                  <a:srgbClr val="17364A"/>
                </a:solidFill>
                <a:latin typeface="Aptos" pitchFamily="34" charset="0"/>
                <a:ea typeface="Aptos" pitchFamily="34" charset="-122"/>
                <a:cs typeface="Aptos" pitchFamily="34" charset="-120"/>
              </a:rPr>
              <a:t>2. Which practice best supports responsible implementation?</a:t>
            </a:r>
            <a:endParaRPr lang="en-US" sz="1700" dirty="0"/>
          </a:p>
          <a:p>
            <a:r>
              <a:rPr lang="en-US" sz="1700" dirty="0">
                <a:solidFill>
                  <a:srgbClr val="17364A"/>
                </a:solidFill>
                <a:latin typeface="Aptos" pitchFamily="34" charset="0"/>
                <a:ea typeface="Aptos" pitchFamily="34" charset="-122"/>
                <a:cs typeface="Aptos" pitchFamily="34" charset="-120"/>
              </a:rPr>
              <a:t>3. Which statement best describes a common failure mode?</a:t>
            </a:r>
            <a:endParaRPr lang="en-US" sz="1700" dirty="0"/>
          </a:p>
          <a:p>
            <a:r>
              <a:rPr lang="en-US" sz="1700" dirty="0">
                <a:solidFill>
                  <a:srgbClr val="17364A"/>
                </a:solidFill>
                <a:latin typeface="Aptos" pitchFamily="34" charset="0"/>
                <a:ea typeface="Aptos" pitchFamily="34" charset="-122"/>
                <a:cs typeface="Aptos" pitchFamily="34" charset="-120"/>
              </a:rPr>
              <a:t>4. What should be included in the practical artifact for this module?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is the best reason to address synthetic data for public health ai before deployment?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700" dirty="0"/>
          </a:p>
          <a:p>
            <a:r>
              <a:rPr lang="en-US" sz="1700" dirty="0">
                <a:solidFill>
                  <a:srgbClr val="17364A"/>
                </a:solidFill>
                <a:latin typeface="Aptos" pitchFamily="34" charset="0"/>
                <a:ea typeface="Aptos" pitchFamily="34" charset="-122"/>
                <a:cs typeface="Aptos" pitchFamily="34" charset="-120"/>
              </a:rPr>
              <a:t>NIST Privacy Framework and differential privacy resources</a:t>
            </a:r>
            <a:endParaRPr lang="en-US" sz="1700" dirty="0"/>
          </a:p>
          <a:p>
            <a:r>
              <a:rPr lang="en-US" sz="1700" dirty="0">
                <a:solidFill>
                  <a:srgbClr val="17364A"/>
                </a:solidFill>
                <a:latin typeface="Aptos" pitchFamily="34" charset="0"/>
                <a:ea typeface="Aptos" pitchFamily="34" charset="-122"/>
                <a:cs typeface="Aptos" pitchFamily="34" charset="-120"/>
              </a:rPr>
              <a:t>NIST Generative AI Profile:.</a:t>
            </a:r>
            <a:endParaRPr lang="en-US" sz="1700" dirty="0"/>
          </a:p>
          <a:p>
            <a:r>
              <a:rPr lang="en-US" sz="17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Synthetic Data for Public Health AI</dc:title>
  <dc:subject>Synthetic Data for Public Health AI learning module</dc:subject>
  <dc:creator>Paula Soper</dc:creator>
  <cp:lastModifiedBy>Paula Soper</cp:lastModifiedBy>
  <cp:revision>1</cp:revision>
  <dcterms:created xsi:type="dcterms:W3CDTF">2026-07-12T18:54:57Z</dcterms:created>
  <dcterms:modified xsi:type="dcterms:W3CDTF">2026-07-12T18:54:57Z</dcterms:modified>
</cp:coreProperties>
</file>