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5f145d16eb4cdc" /><Relationship Type="http://schemas.openxmlformats.org/officeDocument/2006/relationships/extended-properties" Target="/docProps/app.xml" Id="R28d34a01a04f4f86" /><Relationship Type="http://schemas.openxmlformats.org/officeDocument/2006/relationships/officeDocument" Target="/ppt/presentation.xml" Id="R68d96c4993ea4d93" /></Relationships>
</file>

<file path=ppt/presentation.xml><?xml version="1.0" encoding="utf-8"?>
<p:presentation xmlns:p="http://schemas.openxmlformats.org/presentationml/2006/main">
  <p:sldMasterIdLst>
    <p:sldMasterId xmlns:r="http://schemas.openxmlformats.org/officeDocument/2006/relationships" id="2147483648" r:id="Rac56875372334a2f"/>
  </p:sldMasterIdLst>
  <p:notesMasterIdLst>
    <p:notesMasterId xmlns:r="http://schemas.openxmlformats.org/officeDocument/2006/relationships" r:id="R99b838275a85458c"/>
  </p:notesMasterIdLst>
  <p:sldIdLst>
    <p:sldId xmlns:r="http://schemas.openxmlformats.org/officeDocument/2006/relationships" id="256" r:id="Rdd809ecfe15c4a09"/>
    <p:sldId xmlns:r="http://schemas.openxmlformats.org/officeDocument/2006/relationships" id="257" r:id="Ra8a969f4300c4785"/>
    <p:sldId xmlns:r="http://schemas.openxmlformats.org/officeDocument/2006/relationships" id="258" r:id="Rfdf8725b3cc049c8"/>
    <p:sldId xmlns:r="http://schemas.openxmlformats.org/officeDocument/2006/relationships" id="259" r:id="R3be67a143b5e43ab"/>
    <p:sldId xmlns:r="http://schemas.openxmlformats.org/officeDocument/2006/relationships" id="260" r:id="Rcf4eb5cee3cf4804"/>
    <p:sldId xmlns:r="http://schemas.openxmlformats.org/officeDocument/2006/relationships" id="261" r:id="R23b1f7f5dae34f4d"/>
    <p:sldId xmlns:r="http://schemas.openxmlformats.org/officeDocument/2006/relationships" id="262" r:id="R3ac2344ddf434ca8"/>
    <p:sldId xmlns:r="http://schemas.openxmlformats.org/officeDocument/2006/relationships" id="263" r:id="R51dd5ff902f34d46"/>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476dcb7abb4d7a" /><Relationship Type="http://schemas.openxmlformats.org/officeDocument/2006/relationships/slideMaster" Target="/ppt/slideMasters/slideMaster1.xml" Id="Rac56875372334a2f" /><Relationship Type="http://schemas.openxmlformats.org/officeDocument/2006/relationships/notesMaster" Target="/ppt/notesMasters/notesMaster1.xml" Id="R99b838275a85458c" /><Relationship Type="http://schemas.openxmlformats.org/officeDocument/2006/relationships/presProps" Target="/ppt/presProps.xml" Id="R2d081b347b464ea4" /><Relationship Type="http://schemas.openxmlformats.org/officeDocument/2006/relationships/tableStyles" Target="/ppt/tableStyles.xml" Id="R7eb73af9c15042ab" /><Relationship Type="http://schemas.openxmlformats.org/officeDocument/2006/relationships/slide" Target="/ppt/slides/slide1.xml" Id="Rdd809ecfe15c4a09" /><Relationship Type="http://schemas.openxmlformats.org/officeDocument/2006/relationships/slide" Target="/ppt/slides/slide2.xml" Id="Ra8a969f4300c4785" /><Relationship Type="http://schemas.openxmlformats.org/officeDocument/2006/relationships/slide" Target="/ppt/slides/slide3.xml" Id="Rfdf8725b3cc049c8" /><Relationship Type="http://schemas.openxmlformats.org/officeDocument/2006/relationships/slide" Target="/ppt/slides/slide4.xml" Id="R3be67a143b5e43ab" /><Relationship Type="http://schemas.openxmlformats.org/officeDocument/2006/relationships/slide" Target="/ppt/slides/slide5.xml" Id="Rcf4eb5cee3cf4804" /><Relationship Type="http://schemas.openxmlformats.org/officeDocument/2006/relationships/slide" Target="/ppt/slides/slide6.xml" Id="R23b1f7f5dae34f4d" /><Relationship Type="http://schemas.openxmlformats.org/officeDocument/2006/relationships/slide" Target="/ppt/slides/slide7.xml" Id="R3ac2344ddf434ca8" /><Relationship Type="http://schemas.openxmlformats.org/officeDocument/2006/relationships/slide" Target="/ppt/slides/slide8.xml" Id="R51dd5ff902f34d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1513f2f1b24a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89b97e98bd40b9" /><Relationship Type="http://schemas.openxmlformats.org/officeDocument/2006/relationships/notesMaster" Target="/ppt/notesMasters/notesMaster1.xml" Id="Rabd1499be36247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28f1c1b698849ad" /><Relationship Type="http://schemas.openxmlformats.org/officeDocument/2006/relationships/notesMaster" Target="/ppt/notesMasters/notesMaster1.xml" Id="Rc9a4bc5ebb4d4a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9ff37e764440ef" /><Relationship Type="http://schemas.openxmlformats.org/officeDocument/2006/relationships/notesMaster" Target="/ppt/notesMasters/notesMaster1.xml" Id="Ra09739f2de944e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256ead4ed74936" /><Relationship Type="http://schemas.openxmlformats.org/officeDocument/2006/relationships/notesMaster" Target="/ppt/notesMasters/notesMaster1.xml" Id="R37857c7d175048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b57565129d44b5" /><Relationship Type="http://schemas.openxmlformats.org/officeDocument/2006/relationships/notesMaster" Target="/ppt/notesMasters/notesMaster1.xml" Id="Rf0b318b3fcc64850"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dd1069b8564e66" /><Relationship Type="http://schemas.openxmlformats.org/officeDocument/2006/relationships/notesMaster" Target="/ppt/notesMasters/notesMaster1.xml" Id="Red6591bc24bc421d"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c134e5e4b04770" /><Relationship Type="http://schemas.openxmlformats.org/officeDocument/2006/relationships/notesMaster" Target="/ppt/notesMasters/notesMaster1.xml" Id="Rae5ccdfc8070436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aac6bd703854e19" /><Relationship Type="http://schemas.openxmlformats.org/officeDocument/2006/relationships/notesMaster" Target="/ppt/notesMasters/notesMaster1.xml" Id="Rb7df6bf548b74b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AI as a Public Health Systems Shift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AI changes public health infrastructure, workforce expectations, policy, data systems, procurement, public trust, communications, surveillance, and service delivery.</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 as a Public Health Systems Shift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1, 2, 3, 9, 12 and Tools 4, 10, 6.</a:t>
            </a:r>
          </a:p>
          <a:p xmlns:a="http://schemas.openxmlformats.org/drawingml/2006/main">
            <a:r>
              <a:t>Emphasize the core guardrail: Treating AI as a one-off technology purchase can create fragmented adoption, uneven safeguards, and unowned risk.</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 as a Public Health Systems Shift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1, 2, 3, 9, 12 and Tools 4, 10, 6.</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 as a Public Health Systems Shift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1, 2, 3, 9, 12 and Tools 4, 10, 6.</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 as a Public Health Systems Shift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1, 2, 3, 9, 12 and Tools 4, 10, 6.</a:t>
            </a:r>
          </a:p>
          <a:p xmlns:a="http://schemas.openxmlformats.org/drawingml/2006/main">
            <a:r>
              <a:t>Invite participants to identify where these practices would need to be documented in their own department.</a:t>
            </a:r>
          </a:p>
          <a:p xmlns:a="http://schemas.openxmlformats.org/drawingml/2006/main">
            <a:r>
              <a:t>Start with Systems Affected,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 as a Public Health Systems Shift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1, 2, 3, 9, 12 and Tools 4, 10, 6.</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 as a Public Health Systems Shift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1, 2, 3, 9, 12 and Tools 4, 10, 6.</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AI systems-change map, Cross-program implementation dependencies, Leadership decision agenda.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 as a Public Health Systems Shift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1, 2, 3, 9, 12 and Tools 4, 10, 6.</a:t>
            </a:r>
          </a:p>
          <a:p xmlns:a="http://schemas.openxmlformats.org/drawingml/2006/main">
            <a:r>
              <a:t>Point participants to the first resource: ASPPH AI Framework Report.</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578f32d17140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b71f309f53472a" /><Relationship Type="http://schemas.openxmlformats.org/officeDocument/2006/relationships/slideLayout" Target="/ppt/slideLayouts/slideLayout1.xml" Id="Rc222ab557c5c49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22ab557c5c49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0a25f7b0ed6435e" /><Relationship Type="http://schemas.openxmlformats.org/officeDocument/2006/relationships/image" Target="/ppt/media/image.png" Id="R5ad5d6eda3f24b14" /><Relationship Type="http://schemas.openxmlformats.org/officeDocument/2006/relationships/notesSlide" Target="/ppt/notesSlides/notesSlide1.xml" Id="R095efec1a8f848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d3022c732904ff8" /><Relationship Type="http://schemas.openxmlformats.org/officeDocument/2006/relationships/notesSlide" Target="/ppt/notesSlides/notesSlide2.xml" Id="Rf137db704e7e464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da727fec4924baf" /><Relationship Type="http://schemas.openxmlformats.org/officeDocument/2006/relationships/notesSlide" Target="/ppt/notesSlides/notesSlide3.xml" Id="R978d58c73c9345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f02cd23175b44c1" /><Relationship Type="http://schemas.openxmlformats.org/officeDocument/2006/relationships/notesSlide" Target="/ppt/notesSlides/notesSlide4.xml" Id="R2f15bb0da38746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4ee0d5829c4497c" /><Relationship Type="http://schemas.openxmlformats.org/officeDocument/2006/relationships/notesSlide" Target="/ppt/notesSlides/notesSlide5.xml" Id="R69aa50d64ff745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1229748370d49d5" /><Relationship Type="http://schemas.openxmlformats.org/officeDocument/2006/relationships/notesSlide" Target="/ppt/notesSlides/notesSlide6.xml" Id="R71ff463c996f41b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1b66707a9c94763" /><Relationship Type="http://schemas.openxmlformats.org/officeDocument/2006/relationships/notesSlide" Target="/ppt/notesSlides/notesSlide7.xml" Id="Rd175b5a0092e48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3a91919686342a8" /><Relationship Type="http://schemas.openxmlformats.org/officeDocument/2006/relationships/notesSlide" Target="/ppt/notesSlides/notesSlide8.xml" Id="R3879b14073834a80"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ad5d6eda3f24b14"/>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E8596AC-EA2E-414F-BBAE-478EEE4AF861}"/>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7</a:t>
            </a:r>
          </a:p>
        </p:txBody>
      </p:sp>
      <p:sp>
        <p:nvSpPr>
          <p:cNvPr id="3" name="">
            <a:extLst xmlns:a="http://schemas.openxmlformats.org/drawingml/2006/main">
              <a:ext uri="{FF2B5EF4-FFF2-40B4-BE49-F238E27FC236}">
                <a16:creationId xmlns:a16="http://schemas.microsoft.com/office/drawing/2014/main" id="{3C0BD97E-E6A0-43C4-ABEE-3A109CABE99D}"/>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AI as a Public Health Systems Shift</a:t>
            </a:r>
          </a:p>
        </p:txBody>
      </p:sp>
      <p:sp>
        <p:nvSpPr>
          <p:cNvPr id="4" name="">
            <a:extLst xmlns:a="http://schemas.openxmlformats.org/drawingml/2006/main">
              <a:ext uri="{FF2B5EF4-FFF2-40B4-BE49-F238E27FC236}">
                <a16:creationId xmlns:a16="http://schemas.microsoft.com/office/drawing/2014/main" id="{E6997133-E7F0-4225-973E-4386B2D833AD}"/>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2EC8C4DD-A3E8-4A88-B657-7FF1A7FDFFFE}"/>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32BD0F63-4741-49DB-BF87-07CC0339F791}"/>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4756817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80FAAC1-F806-4964-BE95-91F57A5E692E}"/>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515428B1-20E1-4785-B82E-6827C721005E}"/>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6BA18913-C038-42ED-9F77-CE758584A13B}"/>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9AEB996D-A51E-4A95-8FF9-008895126B3A}"/>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AI changes public health infrastructure, workforce expectations, policy, data systems, procurement, public trust, communications, surveillance, and service delivery.</a:t>
            </a:r>
          </a:p>
        </p:txBody>
      </p:sp>
      <p:sp>
        <p:nvSpPr>
          <p:cNvPr id="5" name="">
            <a:extLst xmlns:a="http://schemas.openxmlformats.org/drawingml/2006/main">
              <a:ext uri="{FF2B5EF4-FFF2-40B4-BE49-F238E27FC236}">
                <a16:creationId xmlns:a16="http://schemas.microsoft.com/office/drawing/2014/main" id="{6B8D4BDF-B840-4256-8A49-D0E2286A35C2}"/>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5221CB90-C5F3-47AB-9A9C-2BCF41242F3F}"/>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A54A5859-DF8D-49A0-90E3-48E63131935B}"/>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2440D57B-1ABC-448C-8A7E-BDF2B2086DE0}"/>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AI changes public health infrastructure, not just individual tasks. Departments need to align AI adoption with data modernization, workforce development, procurement, legal review, community engagement, funding, and evaluation so AI does not.</a:t>
            </a:r>
          </a:p>
        </p:txBody>
      </p:sp>
      <p:sp>
        <p:nvSpPr>
          <p:cNvPr id="9" name="">
            <a:extLst xmlns:a="http://schemas.openxmlformats.org/drawingml/2006/main">
              <a:ext uri="{FF2B5EF4-FFF2-40B4-BE49-F238E27FC236}">
                <a16:creationId xmlns:a16="http://schemas.microsoft.com/office/drawing/2014/main" id="{7728B337-C392-4372-A28F-125ABEEB5F94}"/>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ABAEC177-9FB1-4C15-82DE-2BDAA726E651}"/>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D9B79D57-05F4-4615-9DE0-CA0879ECBEFA}"/>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8072A855-B41B-401B-8A0E-99F37A15EE92}"/>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Treating AI as a one-off technology purchase can create fragmented adoption, uneven safeguards, and unowned risk.</a:t>
            </a:r>
          </a:p>
        </p:txBody>
      </p:sp>
      <p:sp>
        <p:nvSpPr>
          <p:cNvPr id="13" name="">
            <a:extLst xmlns:a="http://schemas.openxmlformats.org/drawingml/2006/main">
              <a:ext uri="{FF2B5EF4-FFF2-40B4-BE49-F238E27FC236}">
                <a16:creationId xmlns:a16="http://schemas.microsoft.com/office/drawing/2014/main" id="{93785F77-55C0-43A3-ABF0-A0366A73B544}"/>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 as a Public Health Systems Shift</a:t>
            </a:r>
          </a:p>
        </p:txBody>
      </p:sp>
      <p:sp>
        <p:nvSpPr>
          <p:cNvPr id="14" name="">
            <a:extLst xmlns:a="http://schemas.openxmlformats.org/drawingml/2006/main">
              <a:ext uri="{FF2B5EF4-FFF2-40B4-BE49-F238E27FC236}">
                <a16:creationId xmlns:a16="http://schemas.microsoft.com/office/drawing/2014/main" id="{A7C363E3-FB46-4D9E-947E-CE1368898121}"/>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1232539619"/>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DB541C7-42D8-4B00-8297-FE08FC49415C}"/>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3793D68B-6DBC-4E46-A513-943D27C525C2}"/>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C0676756-260F-4391-BD95-B9309AFE88D2}"/>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877D596F-CBCE-4AA1-B782-FB0D0D256549}"/>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54FFCD61-C0C4-4756-8FAF-0D069EC12EE3}"/>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AI as a Public Health Systems Shift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E1E24902-0CE0-4E24-8DA7-8D5F69ADA319}"/>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 as a Public Health Systems Shift</a:t>
            </a:r>
          </a:p>
        </p:txBody>
      </p:sp>
      <p:sp>
        <p:nvSpPr>
          <p:cNvPr id="7" name="">
            <a:extLst xmlns:a="http://schemas.openxmlformats.org/drawingml/2006/main">
              <a:ext uri="{FF2B5EF4-FFF2-40B4-BE49-F238E27FC236}">
                <a16:creationId xmlns:a16="http://schemas.microsoft.com/office/drawing/2014/main" id="{57B091C6-FC3A-4D42-825A-B03AAC1850B9}"/>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3771180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D540D21-7F6D-4503-945A-69B8921F2AE1}"/>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D46AD692-2D17-4484-94A6-D73D52F2A94B}"/>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778A8CAC-C041-482B-9F47-B8A7F1B95F21}"/>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A9BE7354-31FE-4037-828D-DAA6BBA58C1C}"/>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AI adoption is a systems change for public health departments. It affects data modernization, procurement, workforce roles, governance authority, legal review, community engagement, communications, emergency response, program operations, and evaluation. Treating AI as a one-time technology purchase leaves agencies with fragmented pilots and unmanaged risk.</a:t>
            </a:r>
          </a:p>
        </p:txBody>
      </p:sp>
      <p:sp>
        <p:nvSpPr>
          <p:cNvPr id="5" name="">
            <a:extLst xmlns:a="http://schemas.openxmlformats.org/drawingml/2006/main">
              <a:ext uri="{FF2B5EF4-FFF2-40B4-BE49-F238E27FC236}">
                <a16:creationId xmlns:a16="http://schemas.microsoft.com/office/drawing/2014/main" id="{4C587C50-1FA4-4204-890F-C6E47D613DE8}"/>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E2E14012-1C4C-45F5-9A59-EAF9AD37CC96}"/>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9E266E8B-D817-4C79-9F7B-200DF54DA6F5}"/>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F62B7977-CD4B-43EC-945C-5B7BD07F5C6C}"/>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AI changes public health infrastructure, workforce expectations, policy, data systems, procurement, public trust, communications, surveillance, and service delivery.</a:t>
            </a:r>
          </a:p>
        </p:txBody>
      </p:sp>
      <p:sp>
        <p:nvSpPr>
          <p:cNvPr id="9" name="">
            <a:extLst xmlns:a="http://schemas.openxmlformats.org/drawingml/2006/main">
              <a:ext uri="{FF2B5EF4-FFF2-40B4-BE49-F238E27FC236}">
                <a16:creationId xmlns:a16="http://schemas.microsoft.com/office/drawing/2014/main" id="{1383AE70-1932-401F-86B5-E94DD95EF262}"/>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 as a Public Health Systems Shift</a:t>
            </a:r>
          </a:p>
        </p:txBody>
      </p:sp>
      <p:sp>
        <p:nvSpPr>
          <p:cNvPr id="10" name="">
            <a:extLst xmlns:a="http://schemas.openxmlformats.org/drawingml/2006/main">
              <a:ext uri="{FF2B5EF4-FFF2-40B4-BE49-F238E27FC236}">
                <a16:creationId xmlns:a16="http://schemas.microsoft.com/office/drawing/2014/main" id="{4BAE5818-E6B8-43C8-ADC2-25988C8F3CFA}"/>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532100481"/>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2DECA5D-CCAF-4286-B8B0-BE35DC9CEE02}"/>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419C9FB8-C137-4F72-AE32-C6C06D31172A}"/>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BEA5750C-CB88-41BA-A5AA-36E48D90336F}"/>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ADD40D85-9ABC-4745-B03B-B33D9E75C12B}"/>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DAA48698-C269-4239-B772-F32712C7A703}"/>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A91393E3-EBA6-44EA-BCE7-D954C7C22716}"/>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Systems Affected</a:t>
            </a:r>
          </a:p>
        </p:txBody>
      </p:sp>
      <p:sp>
        <p:nvSpPr>
          <p:cNvPr id="7" name="">
            <a:extLst xmlns:a="http://schemas.openxmlformats.org/drawingml/2006/main">
              <a:ext uri="{FF2B5EF4-FFF2-40B4-BE49-F238E27FC236}">
                <a16:creationId xmlns:a16="http://schemas.microsoft.com/office/drawing/2014/main" id="{331A9109-8792-4A17-9AE0-D1ED4D067BBC}"/>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Data systems need quality checks, access rules, documentation, interoperability, and appropriate AI environments. Workforce systems need training, role clarity, bridge professionals, change support, and leadership expectations. Governance.</a:t>
            </a:r>
          </a:p>
        </p:txBody>
      </p:sp>
      <p:sp>
        <p:nvSpPr>
          <p:cNvPr id="8" name="">
            <a:extLst xmlns:a="http://schemas.openxmlformats.org/drawingml/2006/main">
              <a:ext uri="{FF2B5EF4-FFF2-40B4-BE49-F238E27FC236}">
                <a16:creationId xmlns:a16="http://schemas.microsoft.com/office/drawing/2014/main" id="{503E7BDE-C6EA-4E50-A18D-486A287617B6}"/>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17689370-77B0-42ED-8EF9-2EA51F9A57BB}"/>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CFA197C9-2370-4B2D-94AB-B3FBEB5C2B25}"/>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Planning Implications</a:t>
            </a:r>
          </a:p>
        </p:txBody>
      </p:sp>
      <p:sp>
        <p:nvSpPr>
          <p:cNvPr id="11" name="">
            <a:extLst xmlns:a="http://schemas.openxmlformats.org/drawingml/2006/main">
              <a:ext uri="{FF2B5EF4-FFF2-40B4-BE49-F238E27FC236}">
                <a16:creationId xmlns:a16="http://schemas.microsoft.com/office/drawing/2014/main" id="{7E6B2374-907A-42E9-98DF-C3D6D6F14B4F}"/>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Sequence adoption through plays rather than approving isolated pilots. Connect AI planning to data modernization, workforce development, funding, procurement, and quality improvement. Identify where existing policies can be extended and where.</a:t>
            </a:r>
          </a:p>
        </p:txBody>
      </p:sp>
      <p:sp>
        <p:nvSpPr>
          <p:cNvPr id="12" name="">
            <a:extLst xmlns:a="http://schemas.openxmlformats.org/drawingml/2006/main">
              <a:ext uri="{FF2B5EF4-FFF2-40B4-BE49-F238E27FC236}">
                <a16:creationId xmlns:a16="http://schemas.microsoft.com/office/drawing/2014/main" id="{487FA570-4D55-4273-91A1-7C0DD1CB6B6C}"/>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D7EFB648-DA5F-413B-8C6C-82F539ED68F6}"/>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49F326C7-EE95-44CD-8053-1909EB5E56AF}"/>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Leadership Role</a:t>
            </a:r>
          </a:p>
        </p:txBody>
      </p:sp>
      <p:sp>
        <p:nvSpPr>
          <p:cNvPr id="15" name="">
            <a:extLst xmlns:a="http://schemas.openxmlformats.org/drawingml/2006/main">
              <a:ext uri="{FF2B5EF4-FFF2-40B4-BE49-F238E27FC236}">
                <a16:creationId xmlns:a16="http://schemas.microsoft.com/office/drawing/2014/main" id="{CD4E9A46-7059-422C-9B33-8E5ADE06E8A5}"/>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Leaders should set the expectation that responsible AI is mission infrastructure, not a side project. Executive sponsors should ensure governance has authority, staff have time, and public accountability is built into decisions.</a:t>
            </a:r>
          </a:p>
        </p:txBody>
      </p:sp>
      <p:sp>
        <p:nvSpPr>
          <p:cNvPr id="16" name="">
            <a:extLst xmlns:a="http://schemas.openxmlformats.org/drawingml/2006/main">
              <a:ext uri="{FF2B5EF4-FFF2-40B4-BE49-F238E27FC236}">
                <a16:creationId xmlns:a16="http://schemas.microsoft.com/office/drawing/2014/main" id="{86DEFFCE-F907-453D-862D-84A03A8543C5}"/>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 as a Public Health Systems Shift</a:t>
            </a:r>
          </a:p>
        </p:txBody>
      </p:sp>
      <p:sp>
        <p:nvSpPr>
          <p:cNvPr id="17" name="">
            <a:extLst xmlns:a="http://schemas.openxmlformats.org/drawingml/2006/main">
              <a:ext uri="{FF2B5EF4-FFF2-40B4-BE49-F238E27FC236}">
                <a16:creationId xmlns:a16="http://schemas.microsoft.com/office/drawing/2014/main" id="{7B73B7B4-B690-4BA5-AE8A-91A2389B81CC}"/>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18725808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8325E03-FDD7-4688-9BBA-E5A2218458C8}"/>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B6940A2C-EEE3-48B1-A376-77E427F33746}"/>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8D3C8C09-451C-4862-B424-8D541B5135D3}"/>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41F61801-4340-4BCE-99E8-74EBDBBFAA24}"/>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A858E407-CC64-47A8-A37C-37D6E48C1927}"/>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666683A5-7EC5-482F-840C-12BC5717ACBD}"/>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04F595E1-4A66-4C42-ABCB-23F467721146}"/>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Plan agency-wide governance</a:t>
            </a:r>
          </a:p>
        </p:txBody>
      </p:sp>
      <p:sp>
        <p:nvSpPr>
          <p:cNvPr id="8" name="">
            <a:extLst xmlns:a="http://schemas.openxmlformats.org/drawingml/2006/main">
              <a:ext uri="{FF2B5EF4-FFF2-40B4-BE49-F238E27FC236}">
                <a16:creationId xmlns:a16="http://schemas.microsoft.com/office/drawing/2014/main" id="{93908A80-DD68-482C-816F-3EA5FAD02A52}"/>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9" name="">
            <a:extLst xmlns:a="http://schemas.openxmlformats.org/drawingml/2006/main">
              <a:ext uri="{FF2B5EF4-FFF2-40B4-BE49-F238E27FC236}">
                <a16:creationId xmlns:a16="http://schemas.microsoft.com/office/drawing/2014/main" id="{2AC8B6B9-7891-4E73-AA40-0C855EB7D69F}"/>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9AB98AFA-2A89-4827-A275-98D535A5AAC5}"/>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9A1AB66F-1631-425A-91B3-B86741C408F5}"/>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Coordinate data modernization with workforce training</a:t>
            </a:r>
          </a:p>
        </p:txBody>
      </p:sp>
      <p:sp>
        <p:nvSpPr>
          <p:cNvPr id="12" name="">
            <a:extLst xmlns:a="http://schemas.openxmlformats.org/drawingml/2006/main">
              <a:ext uri="{FF2B5EF4-FFF2-40B4-BE49-F238E27FC236}">
                <a16:creationId xmlns:a16="http://schemas.microsoft.com/office/drawing/2014/main" id="{2F377FC4-9562-49E5-AEDF-915D40B7B2E3}"/>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3" name="">
            <a:extLst xmlns:a="http://schemas.openxmlformats.org/drawingml/2006/main">
              <a:ext uri="{FF2B5EF4-FFF2-40B4-BE49-F238E27FC236}">
                <a16:creationId xmlns:a16="http://schemas.microsoft.com/office/drawing/2014/main" id="{11E8D9C6-9793-4F2F-910C-2D3562D7395C}"/>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544A4D2E-2626-4314-97C1-F90AD470435D}"/>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50DA2805-1A69-4329-BA2C-4628A0013BBA}"/>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Align AI pilots with public accountability</a:t>
            </a:r>
          </a:p>
        </p:txBody>
      </p:sp>
      <p:sp>
        <p:nvSpPr>
          <p:cNvPr id="16" name="">
            <a:extLst xmlns:a="http://schemas.openxmlformats.org/drawingml/2006/main">
              <a:ext uri="{FF2B5EF4-FFF2-40B4-BE49-F238E27FC236}">
                <a16:creationId xmlns:a16="http://schemas.microsoft.com/office/drawing/2014/main" id="{68DFE905-623F-4C49-B637-1243E97021D9}"/>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7" name="">
            <a:extLst xmlns:a="http://schemas.openxmlformats.org/drawingml/2006/main">
              <a:ext uri="{FF2B5EF4-FFF2-40B4-BE49-F238E27FC236}">
                <a16:creationId xmlns:a16="http://schemas.microsoft.com/office/drawing/2014/main" id="{698B006C-315E-42BB-98C5-8FE00FD9812A}"/>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 as a Public Health Systems Shift</a:t>
            </a:r>
          </a:p>
        </p:txBody>
      </p:sp>
      <p:sp>
        <p:nvSpPr>
          <p:cNvPr id="18" name="">
            <a:extLst xmlns:a="http://schemas.openxmlformats.org/drawingml/2006/main">
              <a:ext uri="{FF2B5EF4-FFF2-40B4-BE49-F238E27FC236}">
                <a16:creationId xmlns:a16="http://schemas.microsoft.com/office/drawing/2014/main" id="{3C92EBDE-E5A7-4A5D-9FBD-891F357DB70B}"/>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408654800"/>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811845E-C256-4DCC-A2DD-ED34B6E103CB}"/>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4C0C6F49-C1D5-4D1E-9859-C1A2705DE646}"/>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CF00301D-4D70-4DF4-9B0B-D508965289AC}"/>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0E20F021-ECA6-40E0-9D9F-13C94ED75AD9}"/>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C94546DB-C2D5-4427-A055-9177023EC23B}"/>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6CBE2EAC-4CA5-4964-93CD-B4253C5E0D3C}"/>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29DF5D09-F3C8-47A7-9F86-2F32EBB6136A}"/>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Which agency systems must change for AI to be governed and sustained? Where do existing policies already apply, and where are AI-specific standards needed? How will leadership coordinate AI work across programs rather than approving isolated.</a:t>
            </a:r>
          </a:p>
        </p:txBody>
      </p:sp>
      <p:sp>
        <p:nvSpPr>
          <p:cNvPr id="8" name="">
            <a:extLst xmlns:a="http://schemas.openxmlformats.org/drawingml/2006/main">
              <a:ext uri="{FF2B5EF4-FFF2-40B4-BE49-F238E27FC236}">
                <a16:creationId xmlns:a16="http://schemas.microsoft.com/office/drawing/2014/main" id="{FDA478D3-468C-4C71-BF63-F5C5819F75A1}"/>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B8383970-B1B0-4C18-AC00-65A8920BFD55}"/>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B757C641-B8C1-42A0-B0A3-2386BE5F67DB}"/>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8745FC22-C6B3-4D7F-9CAC-D339FAC65004}"/>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Create a systems map showing how AI adoption affects governance, data, technology, workforce, procurement, communications, equity, and funding. Identify gaps that must be addressed before pilots scale.</a:t>
            </a:r>
          </a:p>
        </p:txBody>
      </p:sp>
      <p:sp>
        <p:nvSpPr>
          <p:cNvPr id="12" name="">
            <a:extLst xmlns:a="http://schemas.openxmlformats.org/drawingml/2006/main">
              <a:ext uri="{FF2B5EF4-FFF2-40B4-BE49-F238E27FC236}">
                <a16:creationId xmlns:a16="http://schemas.microsoft.com/office/drawing/2014/main" id="{8242226A-31FA-4929-8874-EAD4DCD0FD3B}"/>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 as a Public Health Systems Shift</a:t>
            </a:r>
          </a:p>
        </p:txBody>
      </p:sp>
      <p:sp>
        <p:nvSpPr>
          <p:cNvPr id="13" name="">
            <a:extLst xmlns:a="http://schemas.openxmlformats.org/drawingml/2006/main">
              <a:ext uri="{FF2B5EF4-FFF2-40B4-BE49-F238E27FC236}">
                <a16:creationId xmlns:a16="http://schemas.microsoft.com/office/drawing/2014/main" id="{F6078062-1BF6-4B65-A30C-CA6C00E3D43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133562532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2849B29-B528-4A4E-B401-5E65E8775B4F}"/>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5C812636-6F6B-486C-87C2-9C966027EAC0}"/>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1EDBD16F-C7C2-4FBF-BAD4-A01F350DA6A1}"/>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2BBDFCDD-1AE1-497B-A3C1-194087CEA6D1}"/>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EA93FCB9-CBB8-4118-BF5D-EF3D41F913AA}"/>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01E9957A-2155-4E13-BCD9-E2B646D11677}"/>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83024CE0-BF02-4EE3-92EE-4887EC4B2DF6}"/>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1, 2, 3, 9, 12 and Tools 4, 10, 6.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CEA93F31-3E89-4552-BD35-63DE90EE99AE}"/>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27A21854-9657-497F-80A5-8F27FC9CB30D}"/>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7C19E46D-209D-4E54-8930-1C120168236B}"/>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314727AD-D5E9-4E2E-B62C-1C1D1A3DCD72}"/>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ASPPH AI Framework Report: Frames AI as a public health systems issue rather than a narrow technology purchase. CDC STLT resources: State, tribal, local, and territorial public health implementation context. Public Health Infrastructure Grant:.</a:t>
            </a:r>
          </a:p>
        </p:txBody>
      </p:sp>
      <p:sp>
        <p:nvSpPr>
          <p:cNvPr id="12" name="">
            <a:extLst xmlns:a="http://schemas.openxmlformats.org/drawingml/2006/main">
              <a:ext uri="{FF2B5EF4-FFF2-40B4-BE49-F238E27FC236}">
                <a16:creationId xmlns:a16="http://schemas.microsoft.com/office/drawing/2014/main" id="{CFE5F357-5E20-480F-8DA3-C286300003D9}"/>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 as a Public Health Systems Shift</a:t>
            </a:r>
          </a:p>
        </p:txBody>
      </p:sp>
      <p:sp>
        <p:nvSpPr>
          <p:cNvPr id="13" name="">
            <a:extLst xmlns:a="http://schemas.openxmlformats.org/drawingml/2006/main">
              <a:ext uri="{FF2B5EF4-FFF2-40B4-BE49-F238E27FC236}">
                <a16:creationId xmlns:a16="http://schemas.microsoft.com/office/drawing/2014/main" id="{49541E03-F547-4742-8089-2A2FDAB00F9B}"/>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4029139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2026-07-02T17:47:02.2490000Z</dcterms:created>
  <dcterms:modified xsi:type="dcterms:W3CDTF">2026-07-02T17:47:02.2490000Z</dcterms:modified>
</coreProperties>
</file>