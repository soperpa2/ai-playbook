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300 AI Vendor Implementation Management
This module focuses on managing vendor delivery, configuration, testing, issue resolution, acceptance, and transition to operations.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Program Management Role-Based Track
Appears in tracks: program-management, governance-security, technical-architecture
This module focuses on managing vendor delivery, configuration, testing, issue resolution, acceptance, and transition to operations.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vendor implementation management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managing vendor delivery, configuration, testing, issue resolution, acceptance, and transition to operations.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Vendor Implementation Management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managing vendor delivery, configuration, testing, issue resolution, acceptance, and transition to operations.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vendor implementation management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Vendor Implementation Management artifact
Role and responsibility table
Risk and safeguard summary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Vendor Implementation Management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vendor implementation management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Vendor Implementation Management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managing vendor delivery, configuration, testing,.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Program Management Role-Based.</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ai vendor implementation management in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ai vendor implementation management in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managing vendor delivery, configuration, testing,.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managing vendor delivery, configuration, testing, issue.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Vendor Implementation Management matters because AI adoption changes how.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Vendor Implementation Management matters because AI adoption changes how.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 managing.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who is affected, what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step is to assign responsibilities.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workflows often cross program,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failure mode is unclear ownership.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everyone is responsible in general, no one.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assign an accountability owner.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This topic applies across generative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more sensitive the data, the more.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ai vendor implementation management artifact for one.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ai vendor implementation management artifact for one.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ai vendor implementation.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Vendor Implementation Management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Vendor Implementation Management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Vendor Implementation Management artifact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Vendor Implementation Management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Vendor Implementation Management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the strongest evidence that ai vendor implementation management.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the strongest evidence that ai vendor implementation management has.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ai vendor.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Vendor Implementation Management</dc:title>
  <dc:subject>AI Vendor Implementation Management learning module</dc:subject>
  <dc:creator>Paula Soper</dc:creator>
  <cp:lastModifiedBy>Paula Soper</cp:lastModifiedBy>
  <cp:revision>1</cp:revision>
  <dcterms:created xsi:type="dcterms:W3CDTF">2026-07-13T03:02:48Z</dcterms:created>
  <dcterms:modified xsi:type="dcterms:W3CDTF">2026-07-13T03:02:48Z</dcterms:modified>
</cp:coreProperties>
</file>