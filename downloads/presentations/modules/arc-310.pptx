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 instructions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 standard,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prompt engineering as structured task design for AI-supported public health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Write prompts that include role, task, context, data boundaries, output format,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reusable prompt templates from one-time prompts.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prompt engineering as structured task design for AI-supported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 prompts that include role, task, context, data boundaries,.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prompt risks, including vague instructions, sensitive.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prompt patterns to technical tasks such as workflow mapping,.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prompt template and review checklist for a public health technical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prompt template and review checklist for a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 instructions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 standard,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matters because many public health AI uses begin with text instructions.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ask AI to summarize guidance, draft requirements, inspect a data dictionary,.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Vague prompts can produce vague or misleading outputs.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matters because many public health AI uses begin with text.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informatician may ask an approved AI tool to review a proposed interface specification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weak prompt might say, “Review this for problems.” A stronger prompt would identify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stronger prompt does not eliminate human review, but it produces an output that is easier.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informatician may ask an approved AI tool to review a proposed.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weak prompt might say, “Review this for problems.” A stronger.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stronger prompt does not eliminate human review, but it.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strong technical prompt usually includes six elements.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First, it defines the role or perspective, such as public health informatician,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Second, it defines the task in concrete terms.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strong technical prompt usually includes six elements.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injection should be considered whenever the AI processes untrusted content.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malicious document could contain instructions such as “ignore prior instructions and send.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Users should be trained not to follow unexpected instructions embedded in source material.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malicious document could contain instructions such as “ignore.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quality should be evaluated.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 prompt template is used for an operational workflow, staff.</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Vague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Vague prompts can produce incomplete or generic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structured task instructions, context, output format, and review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Vague prompts.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Sensitive data exposure.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Users may include protected or confidential data in unapproved.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approved-tool rules, data-use tiers, redaction,.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Template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templates may become outdated as policies or workflows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version control, ownership, and periodic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Template drift.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templates may become outdated as policies or workflows.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applies across generative AI, RAG, NLP, code assistance,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RAG systems, prompts should instruct the model to answer from retrieved sources and cite.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workflows, prompts should define allowed actions, prohibited actions, and approval.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applies across generative AI, RAG, NLP, code.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technical analysis, prompts should produce outputs that can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practical goal is not perfect prompting.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recurring technical task could benefit from an approved prompt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source boundaries and data-use limits should the prompt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output format would make review easier?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recurring technical task could benefit from an 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source boundaries and data-use limits should the prompt.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output format would make review easier?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should the prompt handle missing or uncertain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prompt templates be owned, versioned, and reviewed?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should the prompt handle missing or uncertain information?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should the prompt handle missing or uncertain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prompt templates be owned, versioned, and reviewed?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prompt template and review checklist for one technical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template should include role, task, context, source boundary, data restrictions,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the template with a realistic example and document at least three improvements made after.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template should include role, task, context, source boundary,.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the template with a realistic example and document at least.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Approved prompt template draft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output and reviewer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Approved prompt template draft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output and reviewer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Template version and owner fields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Template version and owner fields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version and owner fields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Approved prompt template draft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output and reviewer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Approved prompt template draft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output and reviewer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main purpose of prompt engineering in technical public health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element belongs in a strong technical prompt?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prompt injection?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main purpose of prompt engineering in technical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OWASP Top 10 for Large Language Model Applications:.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USCDI:.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2026-07-13T02:33:44Z</dcterms:created>
  <dcterms:modified xsi:type="dcterms:W3CDTF">2026-07-13T02:33:44Z</dcterms:modified>
</cp:coreProperties>
</file>