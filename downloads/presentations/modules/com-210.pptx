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Communications Role-Based Track Appears in tracks: communications, policy, shared-foundational,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ai-assisted translation, language access, and readability review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ai-assisted translation, language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safe use of AI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ai-assisted translation, language access,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ai-assisted translation, language access,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ai-assisted translation,.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2026-07-13T02:33:44Z</dcterms:created>
  <dcterms:modified xsi:type="dcterms:W3CDTF">2026-07-13T02:33:44Z</dcterms:modified>
</cp:coreProperties>
</file>