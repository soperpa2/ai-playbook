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Cloud, Containers, and Secure Deployment Basics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cloud, containers, and secure deployment basics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secure deployment readiness worksheet that can support readiness assessment, governance review, procurement,…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secure deployment readiness worksheet. It should be specific to a public health…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arc-330-cloud-containers-and-secure-deployment-basics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Cloud, Containers, and Secure Deployment Basics matters because AI systems are embedded in public health programs, data systems, and decision…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computing provides remote infrastructure, platforms, and services that can host data pipelines, analytics environments, AI…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package software and its dependencies so that it can run consistently across environments. Containers can improve…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access management defines who or what can access systems, data, and actions. In AI workflows, IAM must include…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may deploy an internal RAG assistant in a cloud environment so staff can search approved guidance and protocols.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may be low risk if it uses public documents, but it becomes higher risk if it retrieves sensitive policies, case notes, or internal…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requires access controls, document-level permissions, logging, monitoring, backup, and a process for removing outdated content.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begins with environment separation.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Development, testing, staging, and production environments should be clearly separated so experimental tools do not affect operational…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production data should not be copied into lower environments unless approved controls are in place.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and monitoring are central to deployment safety.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know when systems are accessed, when APIs fail, when models produce errors, when unusual activity occurs, and when…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should be protected because they can contain sensitive information.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secure deployment readiness worksheet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secure deployment readiness worksheet. It should be specific to a public health…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Cybersecurity Framework and cloud security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cloud, containers, and secure deployment basics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330: Cloud, Containers, and Secure Deployment Basics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