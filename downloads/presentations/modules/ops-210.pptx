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and entity resolution help public health systems determine whether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often rely on linked data even when the linkage process is invisible to users.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matching and deduplication affect AI outputs, surveillance.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record linkage matters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deterministic matching, probabilistic matching, entity resolution,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risks from false matches and missed matches.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record linkage matters for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how thresholds, clerical review, and data quality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linkage risk review for an AI-supported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and entity resolution help public health systems determine whether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often rely on linked data even when the linkage process is invisible to users.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matching and deduplication affect AI outputs, surveillance.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and entity resolution help public health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matching and deduplication affect.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matters because public health work often depends on combining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surveillance system may need to associate a lab report with an existing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IIS may need to match vaccination records from multiple providers.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vital records linkage may support maternal and child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AI tool using these linked records may summarize history,.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linkage is wrong, the AI output may be wrong.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Record linkage is the process of determining whether records from one or more sources refer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entity may be a person, provider, facility, address, organization, event, or outbreak.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Record linkage.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is the process of determining whether records from.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Entity resolution.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Entity resolution is the broader process of identifying, matching,.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Probabilistic matching.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Probabilistic matching estimates the likelihood that records refer to the same entity even.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improve recall but requires thresholds, validation,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Probabilistic matching.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Probabilistic matching estimates the likelihood that records refer.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Clerical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Clerical review is human review of uncertain matches.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AI-supported case summary may pull together lab reports, case notes, hospitalization.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person matching process incorrectly combines two people, the summary may include.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process misses a prior record, the summary may omit important history.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AI-supported case summary may pull together lab reports,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person matching process incorrectly combines two people,.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investigator needs visibility into linkage confidence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Matching design begins with the entity being matched and the decision that depends on the match.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Person matching may use name, date of birth, address, phone, medical record number, email,.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Facility matching may use name, address, license number, geocode, and ownership information.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Person matching may use name, date of birth, address, phone,.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Event matching may use dates, locations, condition, exposure,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determine when records are automatically linked,.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False matches.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False matches can combine data from different people or 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conservative thresholds for consequential uses, clerical review, and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False matches.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Hidden linkage uncertainty.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outputs may present linked data as certain.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confidence indicators, source records, and user review of uncertain matches.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Hidden linkage uncertainty.</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linked records, so source attribution and linkage confidence.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features created from linked records, making match quality part.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may extract identifiers from text to support linkage, which requires privacy and accuracy.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workflows in your agency depend on matching records across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fields are used for matching, and how complete are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populations may be more likely to experience missed or incorrect matches?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depend on matching records across.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fields are used for matching, and how complete are they?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populations may be more likely to experience missed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happens when records are incorrectly merged or not merged?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should human review be required?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happens when records are incorrectly merged or not merged?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happens when records are incorrectly merged or not merged?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should human review be required?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linkage risk review for one AI-supported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matching purpose, data sources, matching fields, known field quality issues, match.</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linkage risk review for one AI-supported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matching purpose, data sources, matching fields, known.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Linkage risk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Deduplication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Match review questions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Linkage risk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Deduplication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Match review questions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and escalation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and escalation notes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Linkage risk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Deduplication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Match review questions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Linkage risk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Deduplication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Match review questions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 false match?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 missed match?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does record linkage matter for AI?</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 false match?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 false match?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IIS and surveillance data quality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Health information exchange data quality materials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IIS and surveillance data quality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IIS and surveillance data quality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Health information exchange data quality materials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2026-07-13T02:33:45Z</dcterms:created>
  <dcterms:modified xsi:type="dcterms:W3CDTF">2026-07-13T02:33:45Z</dcterms:modified>
</cp:coreProperties>
</file>