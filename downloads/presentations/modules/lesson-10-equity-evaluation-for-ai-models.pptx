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330 Equity Evaluation for AI Models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analytics-and-modeling, governance-and-security, epidemiology, policy, communications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overall model performance can mask inequitable performance.
Identify relevant subgroups and contextual factors for equity evaluation in public health.
Assess data representativeness, missingness, and measurement bias before model use.
Define subgroup performance measures and review thresholds for AI-supported workflows.
Produce an equity evaluation plan for a model or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model predicts which clients are most likely to miss follow-up care after a public health referral. Overall performance appears acceptable, but subgroup review shows lower sensitivity for rural clients and people with missing phone numbers. The model may under-prioritize people who face transportation, broadband, housing, or communication barriers. Equity evaluation would require additional analysis, workflow changes, and monitoring before the tool is used for outreach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Equity evaluation begins with the intended use. A model used for internal workload planning has different equity implications than a model used to prioritize field response or determine which communities receive outreach. Evaluators should identify who is affected by the model output, what action follows, and what harms may occur from false positives, false negatives, or delayed review.
Data assessment is the next step. Public health datasets often reflect uneven healthcare access, reporting patterns, documentation practices, language access, and program reach. Missing race, ethnicity, language, disability, address, housing, or contact information may not be random. It may reflect structural barriers or data collection practices that affect some communities more than others.
Subgroup performance should be measured when data allow. This may include sensitivity, specificity, false positive rates, false negative rates, calibration, timeliness, or user override rates by race, ethnicity, age, sex, gender, geography, language, disability, rurality, payer, facility type, or other relevant factors. Subgroups should be chosen based on public health relevance, not simply data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Equity evaluation should lead to action. Mitigations may include changing thresholds, improving data collection, adding human review, limiting the intended use, creating separate workflows, improving language access, consulting community partners, adding uncertainty warnings, or declining to deploy the model. Equity monitoring should continue after launch because data patterns and workflow use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Relying on average performance while ignoring subgroup harms.
Using datasets that underrepresent communities with limited healthcare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Treating missing data as neutral when missingness reflects structural inequities.
Using AI prioritization to allocate scarce resources without equity review.
Failing to monitor equity impacts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equity evaluation for AI uses that affect prioritization, eligibility, outreach, response, or public communication.
Assess representativeness and missingness before model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Measure subgroup performance where feasible and document limitations where not feasible.
Include community, equity, and program reviewers in governance decisions.
Monitor equity indicators and user overrides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equity evaluation plan for one AI model or AI-supported workflow. Include intended use, affected populations, relevant subgroups, data representativeness concerns, missingness concerns, subgroup performance measures, potential harms, mitigation options, monitoring indicators, and decision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evaluation plan
Subgroup and data representativeness review
Potential harm and mitigation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monitoring indicators
Governance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Equity evaluation plan
Subgroup and data representativeness review
Potential harm and mitigation table
Equity monitoring indicators
Governance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overall model performance insufficient for public health equity review?
2. What is measurement bias?
3. Which use most clearly requires equity evaluation?
4. What should happen if subgroup performance is poor for a population affected by the workflow?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Equity Evaluation for AI Models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analytics-and-modeling, governance-and-security, epidemiology, policy, communications</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why overall model performance can mask inequitable performance.</a:t>
            </a:r>
            <a:endParaRPr lang="en-US" sz="1450" dirty="0"/>
          </a:p>
          <a:p>
            <a:r>
              <a:rPr lang="en-US" sz="1450" dirty="0">
                <a:solidFill>
                  <a:srgbClr val="17364A"/>
                </a:solidFill>
                <a:latin typeface="Aptos" pitchFamily="34" charset="0"/>
                <a:ea typeface="Aptos" pitchFamily="34" charset="-122"/>
                <a:cs typeface="Aptos" pitchFamily="34" charset="-120"/>
              </a:rPr>
              <a:t>Identify relevant subgroups and contextual factors for equity evaluation in public health.</a:t>
            </a:r>
            <a:endParaRPr lang="en-US" sz="1450" dirty="0"/>
          </a:p>
          <a:p>
            <a:r>
              <a:rPr lang="en-US" sz="1450" dirty="0">
                <a:solidFill>
                  <a:srgbClr val="17364A"/>
                </a:solidFill>
                <a:latin typeface="Aptos" pitchFamily="34" charset="0"/>
                <a:ea typeface="Aptos" pitchFamily="34" charset="-122"/>
                <a:cs typeface="Aptos" pitchFamily="34" charset="-120"/>
              </a:rPr>
              <a:t>Assess data representativeness, missingness, and measurement bias before model use.</a:t>
            </a:r>
            <a:endParaRPr lang="en-US" sz="1450" dirty="0"/>
          </a:p>
          <a:p>
            <a:r>
              <a:rPr lang="en-US" sz="1450" dirty="0">
                <a:solidFill>
                  <a:srgbClr val="17364A"/>
                </a:solidFill>
                <a:latin typeface="Aptos" pitchFamily="34" charset="0"/>
                <a:ea typeface="Aptos" pitchFamily="34" charset="-122"/>
                <a:cs typeface="Aptos" pitchFamily="34" charset="-120"/>
              </a:rPr>
              <a:t>Define subgroup performance measures and review thresholds for AI-supported workflows.</a:t>
            </a:r>
            <a:endParaRPr lang="en-US" sz="1450" dirty="0"/>
          </a:p>
          <a:p>
            <a:r>
              <a:rPr lang="en-US" sz="1450" dirty="0">
                <a:solidFill>
                  <a:srgbClr val="17364A"/>
                </a:solidFill>
                <a:latin typeface="Aptos" pitchFamily="34" charset="0"/>
                <a:ea typeface="Aptos" pitchFamily="34" charset="-122"/>
                <a:cs typeface="Aptos" pitchFamily="34" charset="-120"/>
              </a:rPr>
              <a:t>Produce an equity evaluation plan for a model or AI-supported workflow.</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model predicts which clients are most likely to miss follow-up care after a public health referral. Overall performance appears acceptable, but subgroup review shows lower sensitivity for rural clients and people with missing phone numbers. The model may under-prioritize people who face transportation, broadband, housing, or communication barriers. Equity evaluation would require additional analysis, workflow changes, and monitoring before the tool is used for outreach prioritization.</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evaluation begins with the intended use. A model used for internal workload planning has different equity implications than a model used to prioritize field response or determine which communities receive outreach. Evaluators should identify who is affected by the model output, what action follows, and what harms may occur from false positives, false negatives, or delayed review. Data assessment is the next step. Public health datasets often reflect uneven healthcare access, reporting patterns, documentation practices, language access, and program reach. Missing race, ethnicity, language, disability, address, housing, or contact information may not be random. It may reflect structural barriers or data collection practices that affect some communities more than others. Subgroup performance should be measured when data allow. This may include sensitivity, specificity, false positive rates, false negative rates, calibration, timeliness, or user override rates by race, ethnicity, age, sex, gender, geography, language, disability, rurality, payer, facility type, or other relevant factors. Subgroups should be chosen based on public health relevance, not simply data convenience.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evaluation should lead to action. Mitigations may include changing thresholds, improving data collection, adding human review, limiting the intended use, creating separate workflows, improving language access, consulting community partners, adding uncertainty warnings, or declining to deploy the model. Equity monitoring should continue after launch because data patterns and workflow use can change.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Risks and failure modes include the following: Relying on average performance while ignoring subgroup harms. Using datasets that underrepresent communities with limited healthcare access.</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Treating missing data as neutral when missingness reflects structural inequities. Using AI prioritization to allocate scarce resources without equity review. Failing to monitor equity impacts after deployment.</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Recommended guardrails include the following: Require equity evaluation for AI uses that affect prioritization, eligibility, outreach, response, or public communication. Assess representativeness and missingness before model use.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Measure subgroup performance where feasible and document limitations where not feasible. Include community, equity, and program reviewers in governance decisions. Monitor equity indicators and user overrides after deployment.</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your agency, program, or workflow? Which staff roles would need to understand or apply this concept before AI use is approved? What could go wrong if this topic is not addressed before implementation?</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evidence would governance, leadership, or operations staff need before moving forward? Which policy, data, equity, privacy, security, or workflow questions remain unresolved?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an equity evaluation plan for one AI model or AI-supported workflow. Include intended use, affected populations, relevant subgroups, data representativeness concerns, missingness concerns, subgroup performance measures, potential harms, mitigation options, monitoring indicators, and decision criteria.</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evaluation plan Subgroup and data representativeness review Potential harm and mitigation table</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monitoring indicators Governance recommendation</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Equity evaluation plan</a:t>
            </a:r>
            <a:endParaRPr lang="en-US" sz="1450" dirty="0"/>
          </a:p>
          <a:p>
            <a:r>
              <a:rPr lang="en-US" sz="1450" dirty="0">
                <a:solidFill>
                  <a:srgbClr val="17364A"/>
                </a:solidFill>
                <a:latin typeface="Aptos" pitchFamily="34" charset="0"/>
                <a:ea typeface="Aptos" pitchFamily="34" charset="-122"/>
                <a:cs typeface="Aptos" pitchFamily="34" charset="-120"/>
              </a:rPr>
              <a:t>Subgroup and data representativeness review</a:t>
            </a:r>
            <a:endParaRPr lang="en-US" sz="1450" dirty="0"/>
          </a:p>
          <a:p>
            <a:r>
              <a:rPr lang="en-US" sz="1450" dirty="0">
                <a:solidFill>
                  <a:srgbClr val="17364A"/>
                </a:solidFill>
                <a:latin typeface="Aptos" pitchFamily="34" charset="0"/>
                <a:ea typeface="Aptos" pitchFamily="34" charset="-122"/>
                <a:cs typeface="Aptos" pitchFamily="34" charset="-120"/>
              </a:rPr>
              <a:t>Potential harm and mitigation table</a:t>
            </a:r>
            <a:endParaRPr lang="en-US" sz="1450" dirty="0"/>
          </a:p>
          <a:p>
            <a:r>
              <a:rPr lang="en-US" sz="1450" dirty="0">
                <a:solidFill>
                  <a:srgbClr val="17364A"/>
                </a:solidFill>
                <a:latin typeface="Aptos" pitchFamily="34" charset="0"/>
                <a:ea typeface="Aptos" pitchFamily="34" charset="-122"/>
                <a:cs typeface="Aptos" pitchFamily="34" charset="-120"/>
              </a:rPr>
              <a:t>Equity monitoring indicators</a:t>
            </a:r>
            <a:endParaRPr lang="en-US" sz="1450" dirty="0"/>
          </a:p>
          <a:p>
            <a:r>
              <a:rPr lang="en-US" sz="1450" dirty="0">
                <a:solidFill>
                  <a:srgbClr val="17364A"/>
                </a:solidFill>
                <a:latin typeface="Aptos" pitchFamily="34" charset="0"/>
                <a:ea typeface="Aptos" pitchFamily="34" charset="-122"/>
                <a:cs typeface="Aptos" pitchFamily="34" charset="-120"/>
              </a:rPr>
              <a:t>Governance recommendation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Why is overall model performance insufficient for public health equity review?</a:t>
            </a:r>
            <a:endParaRPr lang="en-US" sz="1450" dirty="0"/>
          </a:p>
          <a:p>
            <a:r>
              <a:rPr lang="en-US" sz="1450" dirty="0">
                <a:solidFill>
                  <a:srgbClr val="17364A"/>
                </a:solidFill>
                <a:latin typeface="Aptos" pitchFamily="34" charset="0"/>
                <a:ea typeface="Aptos" pitchFamily="34" charset="-122"/>
                <a:cs typeface="Aptos" pitchFamily="34" charset="-120"/>
              </a:rPr>
              <a:t>2. What is measurement bias?</a:t>
            </a:r>
            <a:endParaRPr lang="en-US" sz="1450" dirty="0"/>
          </a:p>
          <a:p>
            <a:r>
              <a:rPr lang="en-US" sz="1450" dirty="0">
                <a:solidFill>
                  <a:srgbClr val="17364A"/>
                </a:solidFill>
                <a:latin typeface="Aptos" pitchFamily="34" charset="0"/>
                <a:ea typeface="Aptos" pitchFamily="34" charset="-122"/>
                <a:cs typeface="Aptos" pitchFamily="34" charset="-120"/>
              </a:rPr>
              <a:t>3. Which use most clearly requires equity evaluation?</a:t>
            </a:r>
            <a:endParaRPr lang="en-US" sz="1450" dirty="0"/>
          </a:p>
          <a:p>
            <a:r>
              <a:rPr lang="en-US" sz="1450" dirty="0">
                <a:solidFill>
                  <a:srgbClr val="17364A"/>
                </a:solidFill>
                <a:latin typeface="Aptos" pitchFamily="34" charset="0"/>
                <a:ea typeface="Aptos" pitchFamily="34" charset="-122"/>
                <a:cs typeface="Aptos" pitchFamily="34" charset="-120"/>
              </a:rPr>
              <a:t>4. What should happen if subgroup performance is poor for a population affected by the workflow?</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guidance for LLM application security</a:t>
            </a:r>
            <a:endParaRPr lang="en-US" sz="1450" dirty="0"/>
          </a:p>
          <a:p>
            <a:r>
              <a:rPr lang="en-US" sz="1450" dirty="0">
                <a:solidFill>
                  <a:srgbClr val="17364A"/>
                </a:solidFill>
                <a:latin typeface="Aptos" pitchFamily="34" charset="0"/>
                <a:ea typeface="Aptos" pitchFamily="34" charset="-122"/>
                <a:cs typeface="Aptos" pitchFamily="34" charset="-120"/>
              </a:rPr>
              <a:t>Agency policies for privacy, cybersecurity, records, procurement, accessibility, and public communications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Evaluation for AI Models</dc:title>
  <dc:subject>Equity Evaluation for AI Models learning module</dc:subject>
  <dc:creator>Paula Soper</dc:creator>
  <cp:lastModifiedBy>Paula Soper</cp:lastModifiedBy>
  <cp:revision>1</cp:revision>
  <dcterms:created xsi:type="dcterms:W3CDTF">2026-07-12T18:22:12Z</dcterms:created>
  <dcterms:modified xsi:type="dcterms:W3CDTF">2026-07-12T18:22:12Z</dcterms:modified>
</cp:coreProperties>
</file>