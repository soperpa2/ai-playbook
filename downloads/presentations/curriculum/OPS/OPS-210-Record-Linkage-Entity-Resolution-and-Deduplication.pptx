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Linkage, Entity Resolution, and Deduplication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record linkage matters for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deterministic matching, probabilistic matching, entity resolution, and deduplication.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risks from false matches and missed matches.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thresholds, clerical review, and data quality affect matching.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linkage risk review for an AI-supported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Linkage risk review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ops-210-record-linkage-entity-resolution-and-deduplication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linkage matters because public health work often depends on combining information across systems.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surveillance system may need to associate a lab report with an existing case.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IIS may need to match vaccination records from multiple providers.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vital records linkage may support maternal and child health analysis.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tool using these linked records may summarize history, predict risk, classify cases, or identify duplicates.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linkage: Record linkage is the process of determining whether records from one or more sources refer to the same…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resolution: Entity resolution is the broader process of identifying, matching, merging, separating, and managing records…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matching: Deterministic matching uses exact or rule-based agreement across selected fields. It is easier to explain…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matching: Probabilistic matching estimates the likelihood that records refer to the same entity even when fields…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Clerical review: Clerical review is human review of uncertain matches. It is essential when automatic matching is not…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AI-supported case summary may pull together lab reports, case notes, hospitalization information, and prior reports for the same person.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person matching process incorrectly combines two people, the summary may include information that belongs to someone else.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process misses a prior record, the summary may omit important history.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investigator needs visibility into linkage confidence and source records.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summarize linked records, so source attribution and linkage confidence should be visible.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use features created from linked records, making match quality part of model validity.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may extract identifiers from text to support linkage, which requires privacy and accuracy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should not automatically merge or update records without strong approval and rollback procedures.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design begins with the entity being matched and the decision that depends on the match.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matching may use name, date of birth, address, phone, medical record number, email, sex, or other identifiers.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matching may use name, address, license number, geocode, and ownership information.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matching may use dates, locations, condition, exposure, and related records.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determine when records are automatically linked, automatically separated, or sent for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thresholds may increase false matches.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matches.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matches can combine data from different people or entities.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conservative thresholds for consequential uses, clerical review, and source display.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matches.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matches can fragment histories and create duplicate work.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linkage risk review for one AI-supported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matching purpose, data sources, matching fields, known field quality issues, match method, thresholds, clerical review process,…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Linkage risk review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Deduplication workflow map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review questions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and escalation notes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IIS and surveillance data quality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information exchange data quality materials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matching and deduplication procedures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 false match?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a missed match?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Why does record linkage matter for AI?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Who may need to review uncertain matches?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210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210: Record Linkage, Entity Resolution, and Deduplication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