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430 Community Oversight and Participatory Governance
Public health AI governance should not be limited to internal agency review. When AI affects communities, services, surveillance, communication, prioritization, or resource allocation, agencies should consider how community perspectives will inform design, review, implementation, and monitoring. Participatory governance creates structured ways for affected people and community partners to shape AI use. This module helps leaders distinguish between informing the public, consulting communities, involving partners, and sharing oversight. It emphasizes that community oversight must be meaningful and appropriately supported. Agencies should not ask communities to approve technical systems without plain-language information, time, context, and a clear explanation of how input will influence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Governance and Security Track
Appears in tracks: governance-security
Public health AI governance should not be limited to internal agency review. When AI affects communities, services, surveillance, communication, prioritization, or resource allocation, agencies should consider how community perspectives will inform design, review, implementation, and monitoring. Participatory governance creates structured ways for affected people and community partners to shape AI use. This module helps leaders distinguish between informing the public, consulting communities, involving partners, and sharing oversight. It emphasizes that community oversight must be meaningful and appropriately supported. Agencies should not ask communities to approve technical systems without plain-language information, time, context, and a clear explanation of how input will influence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7: Prioritize Use Cases - This lesson informs Play 7 by helping learners connect the lesson topic to prioritize use cases work in the AI Playbook sequence.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47: Equity &amp; Disparity Impact Monitoring (Dashboard)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community oversight matters for public health AI.
Identify AI use cases that warrant community engagement or participatory governance.
Design a community engagement approach matched to risk, impact, and community context.
Recognize risks of tokenism, extractive engagement, and inaccessible technical language.
Produce a participatory governance plan for one AI use case.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Public health AI governance should not be limited to internal agency review. When AI affects communities, services, surveillance, communication, prioritization, or resource allocation, agencies should consider how community perspectives will inform design, review, implementation, and monitoring. Participatory governance creates structured ways for affected people and community partners to shape AI use.
This module helps leaders distinguish between informing the public, consulting communities, involving partners, and sharing oversight. It emphasizes that community oversight must be meaningful and appropriately supported. Agencies should not ask communities to approve technical systems without plain-language information, time, context, and a clear explanation of how input will influence decisions.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make decisions that affect communities, often using data collected through clinical care, surveillance, service systems, public programs, and emergency response. AI can intensify concerns about surveillance, bias, exclusion, language access, disability access, and government trust. Community oversight helps agencies identify concerns that may not be visible through technical review alone.
Participatory governance can also improve AI quality and usefulness. Community partners may identify missing context, harmful assumptions, access barriers, communication needs, and unintended consequences. Their input can help agencies design safer workflows, clearer notices, better escalation pathways, and more meaningful impact measures.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city health department considers using an AI tool to help prioritize outreach for maternal and child health services. The model would use program, demographic, and service utilization data to identify neighborhoods where outreach may be needed. Although the goal is supportive, communities may worry that the tool could stigmatize neighborhoods, miss families not represented in data, or direct resources away from groups with less complete records.
A participatory governance plan would involve community-based organizations, maternal health advocates, service users, and equity staff before the tool is finalized. The agency would explain the intended use, data limitations, safeguards, and decision points in plain language. Community input could shape the variables used, how results are communicated, what services are offered, and how harm or misclassification concerns are handled.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Participatory governance should be matched to the impact of the use case. Internal productivity tools may not require community oversight, although they still require policy and privacy review. Tools that influence public communication, service access, enforcement, prioritization, outreach, or resource allocation may require deeper engagement. The higher the impact on communities, the stronger the case for involving community perspectives early.
Engagement should be designed with care. Agencies should provide plain-language descriptions, realistic examples, data-use explanations, and clear questions for feedback. Meetings should be accessible, compensated when appropriate, linguistically inclusive, and scheduled in ways that support participation. Agencies should also explain what decisions are open for influence and what constraints exist because of law, funding, or public health authority.
Follow-through is essential. Community members should know how their input was used, what changed because of engagement, and how concerns will be monitored after launch. Participatory governance is not a single listening session. It is an ongoing relationship between the agency and affected communities, especially when the AI use is consequential or long-term.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tokenistic engagement. Agencies may seek community input after key decisions have already been made. A guardrail is to engage before requirements, safeguards, and success measures are finalized.
Another risk is technical opacity. Community participants may be asked to respond to vague or overly technical descriptions. A guardrail is to provide plain-language examples, visual workflows, and concrete descriptions of what the AI will and will not do.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tools that produce public messages may benefit from community review for tone, trust, accessibility, and language. Predictive models used for outreach or allocation should include review of data representativeness and potential stigma. Agentic tools that trigger actions affecting residents should have clear community-informed escalation and correction pathways.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Develop a participatory governance plan for one AI use case. Include affected groups, engagement purpose, timing, materials, questions, accessibility supports, decision influence, feedback loop, and monitoring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Participatory governance plan; community briefing outline; engagement questions; feedback response plan.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Participatory governance plan; community briefing outline; engagement questions; feedback response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430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Community Oversight and Participatory Governance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Public health AI governance should not be limited to internal agency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When AI affects communities, services, surveillance, communication,.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Participatory governance creates structured ways for affected people and.</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advanced/leadership Primary track: Governance and Security Track Appears.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3: Equity Impact Assessment Checklist (Checklist) - Use this tool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47: Equity &amp; Disparity Impact Monitoring (Dashboard) - Use this tool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why community oversight matters for public health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AI use cases that warrant community engagement or participatory.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Design a community engagement approach matched to risk, impact,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why community oversight matters for public health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Recognize risks of tokenism, extractive.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 participatory governance plan for one AI.</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Public health AI governance should not be limited to internal agency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When AI affects communities, services, surveillance, communication,.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Participatory governance creates structured ways for affected people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Public health AI governance should not be limited to internal agency review.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provides national-level training guidance for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not legal advice and does not replace review by agency legal counsel,.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Requirements may vary by state, locality, territory, Tribe, agency, funding.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provides national-level training guidance for public health agencies.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Public health agencies make decisions that affect communities, often using.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can intensify concerns about surveillance, bias, exclusion, language.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Community oversight helps agencies identify concerns that may not be visible.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Public health agencies make decisions that affect communities, often using data.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city health department considers using an AI tool to help prioritize.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model would use program, demographic, and service utilization data to.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Although the goal is supportive, communities may worry that the tool could.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city health department considers using an AI tool to help prioritize outreach.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city health department considers using an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model would use program, demographic,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Although the goal is supportive, communities may.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Participatory governance should be matched to the impact of the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Internal productivity tools may not require community oversight, although.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Tools that influence public communication, service access, enforcement,.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Participatory governance should be matched to the impact of the use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Internal productivity tools may not require.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Tools that influence public communication, service.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higher the impact on communities, the stronger.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One risk is tokenistic engagement.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may seek community input after key decisions have already been made.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guardrail is to engage before requirements, safeguards, and success.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One risk is tokenistic engagement.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Another risk is technical opacity.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Community participants may be asked to respond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guardrail is to provide plain-language examples,.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tools that produce public messages may benefit from community.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Predictive models used for outreach or allocation should include review of.</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Agentic tools that trigger actions affecting residents should have clear.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tools that produce public messages may benefit from community.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Generative AI tools that produce public messages.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Predictive models used for outreach or allocation.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Agentic tools that trigger actions affecting.</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current or proposed AI use case in your agency raises this leadership.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currently has authority to make decisions about this issue, and is that.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governance or leadership need before approving the use.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current or proposed AI use case in your agency raises this leadership or.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current or proposed AI use case in your.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currently has authority to make decisions.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governance or leadership need.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staff, partners, or communities would be affected if this issue were.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policy, process, or artifact should be created or updated after this.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staff, partners, or communities would be affected if this issue were.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staff, partners, or communities would be.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policy, process, or artifact should be.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Develop a participatory governance plan for one AI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affected groups, engagement purpose, timing, materials, questions,.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Develop a participatory governance plan for one AI use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Develop a participatory governance plan for one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Include affected groups, engagement purpose,.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Choose a real or realistic public health AI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Document assumptions, unresolved questions, and which agency roles would.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exercise should produce a work product that could support governance.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Choose a real or realistic public health AI use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Document assumptions, unresolved questions,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exercise should produce a work product that.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Participatory governance plan; community briefing outline; engagement.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Participatory governance plan; community briefing outline; engagement questions;.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Participatory governance plan; community briefing.</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Participatory governance plan; community briefing outline; engagement.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Participatory governance plan; community briefing outline; engagement questions;.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Participatory governance plan; community briefing.</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strongest reason this module topic belongs in AI leadership.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practice best supports accountable public health AI governance?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When should an AI use case be escalated for leadership or governance.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strongest reason this module topic belongs in AI leadership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strongest reason this module topic.</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 (AI RMF 1.0):.</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Generative AI Profile:.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Privacy Framework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NIST Artificial Intelligence Risk Management.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CDC Public Health Data Strategy and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Ethics and Governance of Artificial.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OMB Memorandum M-24-10 on federal AI governance, risk management,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Agency strategic plans, procurement policies, privacy policies,.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OMB Memorandum M-24-10 on federal AI governance, risk management,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OMB Memorandum M-24-10 on federal AI governance,.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Agency strategic plans, procurement policies,.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Community Oversight and Participatory Governance</dc:title>
  <dc:subject>Community Oversight and Participatory Governance learning module</dc:subject>
  <dc:creator>Paula Soper</dc:creator>
  <cp:lastModifiedBy>Paula Soper</cp:lastModifiedBy>
  <cp:revision>1</cp:revision>
  <dcterms:created xsi:type="dcterms:W3CDTF">2026-07-14T04:35:32Z</dcterms:created>
  <dcterms:modified xsi:type="dcterms:W3CDTF">2026-07-14T04:35:32Z</dcterms:modified>
</cp:coreProperties>
</file>