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310 AI for Surveillance Signal Review and Epidemiologic Judgment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analytics-modeling, operations-data-quality, governance-security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for surveillance signal review and epidemiologic judgment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for Surveillance Signal Review and Epidemiologic Judgment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using AI to support signal detection while preserving epidemiologic judgment.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for surveillance signal review and epidemiologic judgment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for Surveillance Signal Review and Epidemiologic Judgment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for Surveillance Signal Review and Epidemiologic Judgment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for surveillance signal review and epidemiologic judgment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Surveillance Signal Review and Epidemiologic Judgment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using AI to support signal detection while preserving epidemiologic judgment.</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Epidemiology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epidemiology, analytics-modeling, operations-data-quality,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for surveillance signal review and epidemiologic judgment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for surveillance signal review and epidemiologic judgment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using AI to support signal detection while preserving epidemiologic judgment.</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using AI to support signal detection while preserving epidemiologic judgment.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Surveillance Signal Review and Epidemiologic Judgment matters because AI adoption changes how.</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Surveillance Signal Review and Epidemiologic Judgment matters because AI adoption changes how.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using AI to support signal.</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using AI to support signal.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for surveillance signal review and epidemiologic judgment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for surveillance signal review and epidemiologic judgment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Surveillance Signal Review and Epidemiologic Judgment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Surveillance Signal Review and Epidemiologic Judgment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Surveillance Signal Review and Epidemiologic Judgment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Surveillance Signal Review and Epidemiologic Judgment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for surveillance signal review and epidemiologic judgment has.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for surveillance signal review and epidemiologic judgment has.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Surveillance Signal Review and Epidemiologic Judgment</dc:title>
  <dc:subject>AI for Surveillance Signal Review and Epidemiologic Judgment learning module</dc:subject>
  <dc:creator>Paula Soper</dc:creator>
  <cp:lastModifiedBy>Paula Soper</cp:lastModifiedBy>
  <cp:revision>1</cp:revision>
  <dcterms:created xsi:type="dcterms:W3CDTF">2026-07-12T19:55:20Z</dcterms:created>
  <dcterms:modified xsi:type="dcterms:W3CDTF">2026-07-12T19:55:20Z</dcterms:modified>
</cp:coreProperties>
</file>