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Shared Foundational / Introductory.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31: Use Case Scoring &amp; Prioritization Matrix (Matrix)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an AI use case in plain language using the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low-risk, moderate-risk, and high-risk AI use cases.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use case should be routed to privacy, legal,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an AI use case in plain language using the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an AI use case in plain language using.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low-risk, moderate-risk,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use case should be routed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case intake is the structured process of receiving, describing,.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use case intake is the structured process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this step is essential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common intake process, agencies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communicable disease program wants to use generative AI to summarize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Intake would document the workflow, the staff who would use the output,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Triage would likely route the use case to privacy, legal, IT, epidemiology,.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communicable disease program wants to use generative AI to summarize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communicable disease program wants to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Intake would document the workflow, the staff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Triage would likely route the use case to privacy,.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effective intake process begins by defining the problem before selecting.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describe the current workflow, the pain point, the people.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technology-first proposals that begin with a tool and then.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effective intake process begins by defining the problem before selecting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describe the current workflow,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prevents technology-first proposals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clear problem statement also helps reviewers.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also supports portfolio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agencies collect use cases in a consistent format, leaders can compare.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record becomes the first governance artifact in the AI lifecycle.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also supports portfolio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also supports portfolio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agencies collect use cases in a consistent.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record becomes the first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Informal AI experimentation with sensitive or confidential data before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Tool-first proposals that do not solve a real workflow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cases moving forward without ownership, validation, or monitoring plans.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High-risk public-facing or decision-support uses being treated as low-risk.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accessibility, and community impacts being considered too 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a standard intake worksheet before piloting or procuring AI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Classify proposed uses by data sensitivity, automation level, public-facing.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a standard intake worksheet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Classify proposed uses by data sensitivity,.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Route use cases to required reviewers before implementation begins.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use cases that are rejected, deferred, or approved with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 portfolio view of approved, active, paused, and retired AI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Route use cases to required reviewers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use cases that are rejected, deferred,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 portfolio view of approved, active,.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 a use case intake and triage worksheet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problem statement, workflow, intended users, data 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 use case intake and triage worksheet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 a use case intake and triage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problem statement, workflow, intended.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Documented rationale for proceeding, deferring, redesigning, or rejecting.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Documented rationale for proceeding, deferring, redesigning, or rejecting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Documented rationale for proceeding, deferring,.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main purpose of AI use case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proposal should usually receive higher-risk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should happen when a proposed workflow problem can be solved without.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main purpose of AI use case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main purpose of AI use case intake?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2026-07-13T03:27:54Z</dcterms:created>
  <dcterms:modified xsi:type="dcterms:W3CDTF">2026-07-13T03:27:54Z</dcterms:modified>
</cp:coreProperties>
</file>