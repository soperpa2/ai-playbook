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Engineering for Technical Public Health Work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intermediate/practitioner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prompt engineering as structured task design for AI-supported public health work.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prompts that include role, task, context, data boundaries, output format, review criteria, and escalation instructions.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reusable prompt templates from one-time prompts.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prompt risks, including vague instructions, sensitive data exposure, prompt injection, and unsupported outputs.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prompt patterns to technical tasks such as workflow mapping, data quality review, and requirements drafting.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prompt template and review checklist for a public health technical workflow.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Approved prompt template draft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Technical Architecture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arc-310-prompt-engineering-for-technical-public-health-work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310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engineering matters because many public health AI uses begin with text instructions.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may ask AI to summarize guidance, draft requirements, inspect a data dictionary, generate a test plan, identify inconsistencies, or create a…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Vague prompts can produce vague or misleading outputs.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prompts can make outputs easier to verify and reuse.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technical public health work, prompts should reflect the workflow and risk level.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310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Prompt: A prompt is an instruction or set of instructions given to an AI system. A strong prompt defines the task,…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template: A prompt template is a reusable prompt structure for a recurring task. Templates can improve consistency,…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window: The context window is the amount of text or information the model can consider at one time. Long documents…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injection: Prompt injection occurs when malicious or untrusted content attempts to override system or user…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output: Structured output uses a defined format, such as a table, checklist, JSON-like fields, or headings.…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310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informatician may ask an approved AI tool to review a proposed interface specification and identify missing data quality requirements.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weak prompt might say, “Review this for problems.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” A stronger prompt would identify the public health use case, instruct the tool to use only the provided specification, request a table of…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stronger prompt does not eliminate human review, but it produces an output that is easier to inspect.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engineering applies across generative AI, RAG, NLP, code assistance, data quality review, and agentic workflows.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RAG systems, prompts should instruct the model to answer from retrieved sources and cite them.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agentic workflows, prompts should define allowed actions, prohibited actions, and approval points.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technical analysis, prompts should produce outputs that can be verified and converted into work products.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310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 technical prompt usually includes six elements.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First, it defines the role or perspective, such as public health informatician, surveillance epidemiologist, privacy reviewer, or business…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Second, it defines the task in concrete terms.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Third, it provides context about the workflow, audience, and decision.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Fourth, it sets data boundaries and privacy constraints.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Fifth, it defines the output format.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310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Vague prompts.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Vague prompts can produce incomplete or generic outputs.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 include structured task instructions, context, output format, and review criteria.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Sensitive data exposure.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may include protected or confidential data in unapproved tools.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310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prompt template and review checklist for one technical public health workflow.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template should include role, task, context, source boundary, data restrictions, output format, review criteria, and escalation instructions.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the template with a realistic example and document at least three improvements made after reviewing the output.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prompt template draft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review checklist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output and reviewer notes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 version and owner fields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Top 10 for Large Language Model Applications:…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AI RMF Generative AI Profile:…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 USCDI: https://isp.healthit.gov/united-states-core-data-interoperability-uscdi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310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main purpose of prompt engineering in technical public health work?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Which element belongs in a strong technical prompt?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is prompt injection?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Why are prompt templates useful?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is strong completion evidence for this module?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 310: Prompt Engineering for Technical Public Health Work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