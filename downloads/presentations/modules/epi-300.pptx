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300 AI for Case Investigation and Outbreak Response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operations-and-data-quality, technical-architecture, public-health-executive-leadership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case investigation and outbreak response tasks that AI may support.
Distinguish between AI-supported triage, summarization, extraction, signal detection, and decision-making.
Assess data quality, timeliness, source traceability, and equity risks in AI-supported response workflows.
Define human review, escalation, and documentation expectations for AI outputs.
Create an AI-supported case investigation or outbreak response workflow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During a foodborne illness investigation, AI is used to summarize interview notes and extract possible exposures. Investigators compare the extracted exposures to original notes, review uncertain or conflicting information, and document final interpretations. The tool helps reduce manual review time, but it does not determine the outbreak source or issue public recommendations without epidemiologist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support case investigation by reducing the burden of reviewing large volumes of information. Natural language processing and generative AI may help summarize case notes, identify missing fields, extract dates and exposures, or draft follow-up questions. These tasks are appropriate only when outputs are traceable to source material and investigators can correct errors before the information is used.
Outbreak response may involve signal detection, anomaly review, geospatial patterns, laboratory results, syndromic surveillance, community reports, and partner communications. AI can help identify patterns or organize information, but it can also generate false signals or miss subtle context. A signal should trigger epidemiologic review, not automatic public health action.
Data quality is especially important during response. Early outbreak data are often incomplete, changing, biased toward reported cases, and uneven across communities. AI tools may overstate certainty if they do not represent missingness and uncertainty clearly. Response teams should document what data are preliminary, what assumptions are being made, and what additional investigation is needed.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Equity considerations should be explicit. Some communities may be less likely to seek care, be tested, respond to interviews, speak English, have stable contact information, or appear in digital datasets. AI-supported prioritization must not systematically deprioritize people or communities because the data available about them are incomplete.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 summaries omitting uncertainty or unsupported details.
False outbreak signals creating unnecessary response or public concern.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signals because some communities are underrepresented in data.
Automated prioritization replacing epidemiologic judgment.
Sensitive investigation information being used in unapproved tools.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source traceability for summaries and extracted information.
Use AI outputs as prompts for review, not automatic conclusions.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uncertainty, missing data, and preliminary status.
Apply equity review to prioritization and signal detection workflows.
Define escalation to epidemiology leadership for unusual, high-risk, or public-facing outputs.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AI-supported case investigation or outbreak response workflow review. Include the supported task, data sources, AI output, source traceability, human review point, uncertainty documentation, equity risks, escalation triggers, and monitoring indicators.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Case investigation or outbreak response workflow review
Source traceability checklist
Uncertainty and missing data documentation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review
Monitoring indicators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Case investigation or outbreak response workflow review
Source traceability checklist
Uncertainty and missing data documentation
Equity and escalation review
Monitoring indicators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should AI outputs do in case investigation?
2. What is an outbreak signal?
3. Why is uncertainty documentation important during response?
4. Which guardrail is appropriate for AI-extracted exposures?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Case Investigation and Outbreak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Case investigation and outbreak response are high-pressure public health workflows that depend.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may support these workflows by summarizing case records, extracting exposures, identifying.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At the same time, errors can affect real people, public health action, and public confidence.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Epidemiology Role-Based Track Appears in tracks: epidemiology,.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Identify case investigation and outbreak response tasks that AI may support.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AI-supported triage, summarization, extraction, signal detection,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Assess data quality, timeliness, source traceability, and equity risks in AI-supported response.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between AI-supported triage, summarization,.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data quality, timeliness, source traceability, and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Define human review, escalation, and documentation expectations.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Case investigation and outbreak response are high-pressure public health workflows that depend.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may support these workflows by summarizing case records, extracting exposures, identifying.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At the same time, errors can affect real people, public health action, and public confidence.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Case investigation and outbreak response are high-pressure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may support these workflows by summarizing case records,.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epidemiologists, informaticians, and response.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During a foodborne illness investigation, AI is used to summarize interview notes and extract.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Investigators compare the extracted exposures to original notes, review uncertain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helps reduce manual review time, but it does not determine the outbreak source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During a foodborne illness investigation, AI is used to summarize interview notes and extract possible.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During a foodborne illness investigation, AI is used to summarize.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Investigators compare the extracted exposures to original notes,.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tool helps reduce manual review time, but it does not.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can support case investigation by reducing the burden of reviewing large volumes of.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Natural language processing and generative AI may help summarize case notes, identify missing.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tasks are appropriate only when outputs are traceable to source material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can support case investigation by reducing the burden of reviewing large volumes of information.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Natural language processing and generative AI may help summarize.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These tasks are appropriate only when outputs are traceable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Outbreak response may involve signal detection, anomaly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considerations should be explicit.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Some communities may be less likely to seek care, be tested, respond to interviews, speak.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prioritization must not systematically deprioritize people or communities because.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considerations should be explicit.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Some communities may be less likely to seek care, be tested,.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prioritization must not systematically deprioritize.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summaries omitting uncertainty or unsupported details.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False outbreak signals creating unnecessary response or public concern.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summaries omitting uncertainty or unsupported details.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False outbreak signals creating unnecessary response or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Missed signals because some communities are underrepresented in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Automated prioritization replacing epidemiologic judgment.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Sensitive investigation information being used in unapproved tools.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Missed signals because some communities are underrepresented in.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Automated prioritization replacing epidemiologic judgment.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Sensitive investigation information being used in unapproved tools.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 source traceability for summaries and extracted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AI outputs as prompts for review, not automatic conclusions.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 source traceability for summaries and extracted information.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AI outputs as prompts for review, not automatic conclusions.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Document uncertainty, missing data, and preliminary status.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equity review to prioritization and signal detection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Define escalation to epidemiology leadership for unusual, high-risk, or public-facing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Document uncertainty, missing data, and preliminary status.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uncertainty, missing data, and preliminary status.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Apply equity review to prioritization and signal detection.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Define escalation to epidemiology leadership for unusual,.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AI-supported case investigation or outbreak response workflow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supported task, data sources, AI output, source traceability, human review point,.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AI-supported case investigation or outbreak response.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supported task, data sources, AI output, source.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Case investigation or outbreak response workflow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Source traceability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Uncertainty and missing data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Case investigation or outbreak response workflow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Case investigation or outbreak response workflow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Source traceability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Uncertainty and missing data documentation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and escalation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Monitoring indicators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and escalation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escalation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Monitoring indicators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Case investigation or outbreak response workflow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Source traceability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Uncertainty and missing data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Case investigation or outbreak response workflow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escalation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Monitoring indicators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should AI outputs do in case investigation?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an outbreak signal?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Why is uncertainty documentation important during response?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should AI outputs do in case investigation?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should AI outputs do in case investigation?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Case Investigation and Outbreak Response</dc:title>
  <dc:subject>AI for Case Investigation and Outbreak Response learning module</dc:subject>
  <dc:creator>Paula Soper</dc:creator>
  <cp:lastModifiedBy>Paula Soper</cp:lastModifiedBy>
  <cp:revision>1</cp:revision>
  <dcterms:created xsi:type="dcterms:W3CDTF">2026-07-13T02:24:09Z</dcterms:created>
  <dcterms:modified xsi:type="dcterms:W3CDTF">2026-07-13T02:24:09Z</dcterms:modified>
</cp:coreProperties>
</file>