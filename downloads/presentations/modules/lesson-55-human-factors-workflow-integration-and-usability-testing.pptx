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220 Human Factors, Workflow Integration, and Usability Testing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operations-data-quality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human factors, workflow integration, and usability testing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workflow usability test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Human Factors, Workflow Integration, and Usability Testing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Human factors is the discipline of designing systems around human abilities, limits, environments, and tasks. In AI-supported public health work, human factors help agencies ensure that AI outputs are understandable, actionable, and reviewed appropriately.
Usability testing is structured observation of how users interact with a tool or workflow. It can reveal confusion, workarounds, over-trust, alert fatigue, documentation burden, or steps that are inconsistent with actual practice. Usability testing is a safety activity, not simply a design preference.
Cognitive load refers to the mental effort required to complete a task. AI can reduce burden by summarizing information, but it can also increase burden if staff must verify unclear outputs, interpret unexplained scores, or resolve conflicting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disease investigator may receive an AI-generated case summary in the surveillance system. If the summary hides uncertainty or makes unsupported claims look official, the investigator may over-trust it. If the summary is too long, poorly organized, or disconnected from source fields, it may not reduce burden. Usability testing would observe investigators using the summary and identify changes needed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integration begins with current-state mapping. Agencies should document how work happens today, including informal workarounds, duplicate entry, handoffs, delays, and decision points. AI should be introduced only after the team understands which step is being improved and how the change affects users.
Future-state design should define how staff will see, review, correct, accept, reject, or escalate AI outputs. The user interface should make source information available, show uncertainty when appropriate, and avoid presenting AI outputs as final decisions. Good design supports human judgment rather than bypassing it.
Usability testing should include realistic users, realistic tasks, and realistic data. Testing should evaluate not only whether users can complete a task, but also whether they understand the AI output, recognize limitations, know when to escalate, and can document their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workflow usability test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workflow usability test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workflow usability test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human factors, workflow integration, and usability testing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AHRQ human factors and usability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Human Factors, Workflow Integration, and Usability Testing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Operations and Data Quality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operations-data-quality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human factors, workflow integration, and usability testing in public health AI work.</a:t>
            </a:r>
            <a:endParaRPr lang="en-US" sz="1450" dirty="0"/>
          </a:p>
          <a:p>
            <a:r>
              <a:rPr lang="en-US" sz="145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450" dirty="0"/>
          </a:p>
          <a:p>
            <a:r>
              <a:rPr lang="en-US" sz="145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450" dirty="0"/>
          </a:p>
          <a:p>
            <a:r>
              <a:rPr lang="en-US" sz="1450" dirty="0">
                <a:solidFill>
                  <a:srgbClr val="17364A"/>
                </a:solidFill>
                <a:latin typeface="Aptos" pitchFamily="34" charset="0"/>
                <a:ea typeface="Aptos" pitchFamily="34" charset="-122"/>
                <a:cs typeface="Aptos" pitchFamily="34" charset="-120"/>
              </a:rPr>
              <a:t>Identify practical guardrails that should be documented before implementation.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workflow usability test plan that can support readiness assessment, governance review, procurement, implementation, or monitoring.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Human Factors, Workflow Integration, and Usability Testing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Human factors is the discipline of designing systems around human abilities, limits, environments, and tasks. In AI-supported public health work, human factors help agencies ensure that AI outputs are understandable, actionable, and reviewed appropriately. Usability testing is structured observation of how users interact with a tool or workflow. It can reveal confusion, workarounds, over-trust, alert fatigue, documentation burden, or steps that are inconsistent with actual practice. Usability testing is a safety activity, not simply a design preference. Cognitive load refers to the mental effort required to complete a task. AI can reduce burden by summarizing information, but it can also increase burden if staff must verify unclear outputs, interpret unexplained scores, or resolve conflicting recommendations.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disease investigator may receive an AI-generated case summary in the surveillance system. If the summary hides uncertainty or makes unsupported claims look official, the investigator may over-trust it. If the summary is too long, poorly organized, or disconnected from source fields, it may not reduce burden. Usability testing would observe investigators using the summary and identify changes needed before launch.</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Workflow integration begins with current-state mapping. Agencies should document how work happens today, including informal workarounds, duplicate entry, handoffs, delays, and decision points. AI should be introduced only after the team understands which step is being improved and how the change affects users. Future-state design should define how staff will see, review, correct, accept, reject, or escalate AI outputs. The user interface should make source information available, show uncertainty when appropriate, and avoid presenting AI outputs as final decisions. Good design supports human judgment rather than bypassing it. Usability testing should include realistic users, realistic tasks, and realistic data. Testing should evaluate not only whether users can complete a task, but also whether they understand the AI output, recognize limitations, know when to escalate, and can document their final decision.</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safeguards should be required before pilot testing? Who owns ongoing monitoring and review?</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workflow usability test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expected artifact is a completed workflow usability test plan. It should be specific to a public health workflow and should include technical dependencies, governance questions, human review expectations, monitoring indicators, and unresolved risks.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The expected artifact is a completed workflow usability test plan. It should be specific to a public health workflow and should include technical dependencies, governance questions, human review expectations, monitoring indicators, and unresolved.</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address human factors, workflow integration, and usability testing before deployment?</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implementation?</a:t>
            </a:r>
            <a:endParaRPr lang="en-US" sz="1450" dirty="0"/>
          </a:p>
          <a:p>
            <a:r>
              <a:rPr lang="en-US" sz="1450" dirty="0">
                <a:solidFill>
                  <a:srgbClr val="17364A"/>
                </a:solidFill>
                <a:latin typeface="Aptos" pitchFamily="34" charset="0"/>
                <a:ea typeface="Aptos" pitchFamily="34" charset="-122"/>
                <a:cs typeface="Aptos" pitchFamily="34" charset="-120"/>
              </a:rPr>
              <a:t>3. Which statement best describes a common failure mode?</a:t>
            </a:r>
            <a:endParaRPr lang="en-US" sz="1450" dirty="0"/>
          </a:p>
          <a:p>
            <a:r>
              <a:rPr lang="en-US" sz="145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450" dirty="0"/>
          </a:p>
          <a:p>
            <a:r>
              <a:rPr lang="en-US" sz="1450" dirty="0">
                <a:solidFill>
                  <a:srgbClr val="17364A"/>
                </a:solidFill>
                <a:latin typeface="Aptos" pitchFamily="34" charset="0"/>
                <a:ea typeface="Aptos" pitchFamily="34" charset="-122"/>
                <a:cs typeface="Aptos" pitchFamily="34" charset="-120"/>
              </a:rPr>
              <a:t>5. When should the issue be escalated for governance or leadership review?</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AHRQ human factors and usability resources</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Top 10 for LLM Applications, when security or AI integrations are relevant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Factors, Workflow Integration, and Usability Testing</dc:title>
  <dc:subject>Human Factors, Workflow Integration, and Usability Testing learning module</dc:subject>
  <dc:creator>Paula Soper</dc:creator>
  <cp:lastModifiedBy>Paula Soper</cp:lastModifiedBy>
  <cp:revision>1</cp:revision>
  <dcterms:created xsi:type="dcterms:W3CDTF">2026-07-12T18:22:13Z</dcterms:created>
  <dcterms:modified xsi:type="dcterms:W3CDTF">2026-07-12T18:22:13Z</dcterms:modified>
</cp:coreProperties>
</file>