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 210 AI-Assisted Translation, Language Access, and Readability Review
This module focuses on safe use of AI for multilingual, plain-language, and accessible communication.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Communications Role-Based Track
Appears in tracks: communications, policy, shared-foundational, governance-security
This module focuses on safe use of AI for multilingual, plain-language, and accessible communication.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ai-assisted translation, language access, and readability review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safe use of AI for multilingual, plain-language, and accessible communication.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AI-Assisted Translation, Language Access, and Readability Review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safe use of AI for multilingual, plain-language, and accessible communication.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ai-assisted translation, language access, and readability review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AI-Assisted Translation, Language Access, and Readability Review artifact
Role and responsibility table
Risk and safeguard summary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AI-Assisted Translation, Language Access, and Readability Review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ai-assisted translation, language access, and readability review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COM 210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AI-Assisted Translation, Language Access, and Readability Review</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safe use of AI for multilingual, plain-language,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Communications Role-Based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ai-assisted translation, language access,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ai-assisted translation, language access, and readability.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Explain the purpose of ai-assisted translation,.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Recognize equity, privacy, security, legal,.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practical artifact that supports.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focuses on safe use of AI for multilingual, plain-language,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focuses on safe use of AI for multilingual, plain-language,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Trust cycle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Listen</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Adapt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Report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Communication and engagement are stronger when feedback changes the.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Decision right: The authority to approve, deny, modify, pause, or escalate.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Evidence artifact: A document, log, checklist, test result, approval record,.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Escalation pathway: A defined route for raising concerns to the appropriate.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 escalate an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Decision right: The authority to approve, deny,.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Evidence artifact: A document, log,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Accountability owner: The person or role.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AI-Assisted Translation, Language Access, and Readability Review matters.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structured approach, staff may rely on informal practices, vendor.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operate under legal authorities, public.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AI-Assisted Translation, Language Access, and Readability Review matters because.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Trust cycle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Listen</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Adapt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Report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Communication and engagement are stronger when feedback changes the.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is preparing to use AI in a workflow related to safe.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project team initially treats the tool as a helpful efficiency aid, but.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responds by creating a clear artifact that defines intended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 related to safe use.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public health agency is preparing to use AI in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project team initially treats the tool as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responds by creating a clear artifact.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identify who is affected, what data are used, what AI output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prevents the module from becoming abstract and anchors the work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should identify who is affected, what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second step is to assign responsibilities.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AI-supported workflows often cross program, IT,.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risks can change when data sources, models, vendors, policies, users,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define review intervals and change triggers.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Another failure mode is unclear ownership.</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When everyone is responsible in general, no one.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assign an accountability owner.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topic applies across generative AI, predictive analytics, NLP, RAG,.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more sensitive the data, the more consequential the output, or the more.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 NLP, RAG,.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This topic applies across generative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more sensitive the data, the more.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public health decision or workflow does this topic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has authority to approve or pause the 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public health decision or workflow does this.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has authority to approve or pause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show that the workflow 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the agency know when the workflow needs to be revised?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equity, privacy, legal, security, or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the agency know when the workflow needs.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practical ai-assisted translation, language access, and readability.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define the use case, affected roles, review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ai-assisted translation, language access, and readability.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practical ai-assisted translation,.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should define the use case, affected.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AI-Assisted Translation, Language Access, and Readability Review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AI-Assisted Translation, Language Access, and Readability Review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AI-Assisted Translation, Language Access,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Role and responsibility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and safeguard summary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Escalation and monitoring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Approval or review note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AI-Assisted Translation, Language Access, and Readability Review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AI-Assisted Translation, Language Access, and Readability Review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strongest evidence that ai-assisted translation, language.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is the best reason to assign an accountability owner?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AI-supported workflow be escalated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ai-assisted translation, language access,.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strongest evidence that ai-assisted.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and NIST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Large Language Model Applications:.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health IT, interoperability, and information.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policies for privacy, public records, cybersecurity, procurement,.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 procurement,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policies for privacy, public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AI-Assisted Translation, Language Access, and Readability Review</dc:title>
  <dc:subject>AI-Assisted Translation, Language Access, and Readability Review learning module</dc:subject>
  <dc:creator>Paula Soper</dc:creator>
  <cp:lastModifiedBy>Paula Soper</cp:lastModifiedBy>
  <cp:revision>1</cp:revision>
  <dcterms:created xsi:type="dcterms:W3CDTF">2026-07-14T04:35:31Z</dcterms:created>
  <dcterms:modified xsi:type="dcterms:W3CDTF">2026-07-14T04:35:31Z</dcterms:modified>
</cp:coreProperties>
</file>