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310 Privacy-Preserving AI and De-identification
Privacy-preserving AI is the set of technical, policy, and workflow practices that allow public health agencies to use data responsibly while reducing the risk that individuals, households, providers, or communities can be identified or harmed. This module focuses on how privacy protections must be built into AI planning before data are extracted, shared, used for model development, connected to a vendor platform, or summarized through a generative AI tool. Public health agencies often have legal authority to collect and use sensitive data, but authority to use data does not remove the obligation to protect privacy, confidentiality, public trust, and community relationships. AI can increase privacy risk because it may combine data sources, infer sensitive attributes, generate outputs that reveal source details, or make sensitive information easier to retrieve. Learners in this module examine how de-identification, access control, data minimization, aggregation, suppression, secure environments, and differential privacy can support safer AI use. This module is intended for informaticians, epidemiologists, technologists, privacy officers, data stewards, and AI governance participants. It does not replace legal review. It gives technical and program staff enough understanding to recognize privacy risk, ask better implementation questions, and design safeguards that can be reviewed by privacy, legal, security, and governance leaders.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Governance and Security Track
Appears in tracks: operations-data-quality
Privacy-preserving AI is the set of technical, policy, and workflow practices that allow public health agencies to use data responsibly while reducing the risk that individuals, households, providers, or communities can be identified or harmed. This module focuses on how privacy protections must be built into AI planning before data are extracted, shared, used for model development, connected to a vendor platform, or summarized through a generative AI tool. Public health agencies often have legal authority to collect and use sensitive data, but authority to use data does not remove the obligation to protect privacy, confidentiality, public trust, and community relationships. AI can increase privacy risk because it may combine data sources, infer sensitive attributes, generate outputs that reveal source details, or make sensitive information easier to retrieve. Learners in this module examine how de-identification, access control, data minimization, aggregation, suppression, secure environments, and differential privacy can support safer AI use. This module is intended for informaticians, epidemiologists, technologists, privacy officers, data stewards, and AI governance participants. It does not replace legal review. It gives technical and program staff enough understanding to recognize privacy risk, ask better implementation questions, and design safeguards that can be reviewed by privacy, legal, security, and governance leaders.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AI can increase privacy and confidentiality risks in public health workflows.
Distinguish between identifiable data, de-identified data, aggregated data, limited datasets, and synthetic data at a practical level.
Identify technical and operational safeguards that reduce privacy risk, including data minimization, role-based access, aggregation, suppression, and secure analytic environments.
Assess re-identification risk when public health data are linked, enriched, summarized, or shared for AI-supported use.
Recognize when de-identification alone is not sufficient and additional governance, legal, or technical controls are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privacy-preserving AI review worksheet for a real or realistic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Privacy-preserving AI is the set of technical, policy, and workflow practices that allow public health agencies to use data responsibly while reducing the risk that individuals, households, providers, or communities can be identified or harmed. This module focuses on how privacy protections must be built into AI planning before data are extracted, shared, used for model development, connected to a vendor platform, or summarized through a generative AI tool.
Public health agencies often have legal authority to collect and use sensitive data, but authority to use data does not remove the obligation to protect privacy, confidentiality, public trust, and community relationships. AI can increase privacy risk because it may combine data sources, infer sensitive attributes, generate outputs that reveal source details, or make sensitive information easier to retrieve. Learners in this module examine how de-identification, access control, data minimization, aggregation, suppression, secure environments, and differential privacy can support safer AI use.
This module is intended for informaticians, epidemiologists, technologists, privacy officers, data stewards, and AI governance participants. It does not replace legal review. It gives technical and program staff enough understanding to recognize privacy risk, ask better implementation questions, and design safeguards that can be reviewed by privacy, legal, security, and governance leaders.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can change the privacy risk profile of a public health dataset even when the source data were already collected lawfully. A dataset that seems low risk in one context may become more sensitive when linked to geospatial information, clinical history, social vulnerability indicators, case notes, or small-area counts. Generative AI and retrieval systems can also reveal sensitive details through summaries, citations, or unexpected responses. Privacy review must therefore consider not only the dataset itself, but also how the AI system accesses, transforms, combines, stores, and exposes information.
Privacy risk is also a public trust issue. Public health agencies rely on communities, providers, laboratories, schools, and partners to share information. If AI use is perceived as opaque, excessive, or poorly controlled, communities may become less willing to participate in programs or share sensitive information. Technical safeguards support trust by showing that the agency has intentionally limited access, reduced unnecessary exposure, and retained human accountability.
Privacy-preserving AI is not a single technique. It is a layered approach that combines data governance, data minimization, secure infrastructure, access control, audit logs, de-identification, aggregation, review of outputs, and limits on downstream use. Strong privacy protection depends on designing these controls into the workflow before implementation rather than adding them after a concern arises.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De-identification is the process of reducing the risk that data can be connected to a specific person. In public health practice, de-identification must be interpreted carefully because rare diseases, small communities, unusual dates, exact locations, and combinations of demographic fields may still make a record identifiable. A dataset can appear anonymous but still be linkable to individuals when combined with other information.
Re-identification risk is the possibility that a person, household, provider, facility, or community can be identified from data that were intended to be de-identified or aggregated. AI can increase this risk by making patterns easier to discover, by generating detailed summaries, or by combining sources that were originally separated. Re-identification risk should be assessed before data are used for model development, vendor testing, public dashboards, or training exercises.
Data minimization means using only the data elements necessary for the approved purpose. It is a practical guardrail because many AI tools perform better when given more context, but more context also increases privacy and confidentiality risk. A public health agency should document which fields are required, which are optional, which are prohibited, and which require special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Differential privacy is a statistical approach that adds carefully calibrated noise to outputs to reduce the risk that information about any one person can be inferred. It can be useful for public reporting or statistical release, but it does not solve all privacy problems. Public health staff need to understand that differential privacy involves tradeoffs between privacy protection and analytic utility.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Consider a health department that wants to use AI to summarize disease investigation notes and identify common exposure settings across cases. The notes may include symptoms, dates, employer names, schools, shelters, correctional facilities, household details, immigration concerns, or other sensitive context. Even if the AI system is internal, the agency must define who can access the notes, whether the AI output can include names or exact locations, and how summaries will be reviewed before sharing.
A privacy-preserving design might limit the AI tool to authorized case investigation staff, restrict the tool from using data outside the case management environment, require source traceability, and prevent output from including identifiers unless explicitly needed for the case workflow. Aggregated exposure summaries may require suppression rules for small counts, especially in rural areas or small communities. The goal is not to block useful analysis, but to ensure that sensitive information is used only in ways that are necessary, authorized, reviewed, and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Privacy-preserving AI begins with data classification. Staff should identify whether the workflow uses protected health information, personally identifiable information, confidential public health data, sensitive community data, operational data, or publicly available information. Classification should be tied to rules for storage, access, sharing, retention, and approved AI tools. A public AI tool may be acceptable for public guidance documents but inappropriate for case narratives or line lists.
The next step is determining the minimum necessary data for the AI task. A model that classifies complaint topics may not need names or exact addresses. A tool that summarizes case notes for an assigned investigator may need identifiers inside the secure case system, but the same identifiers should not appear in evaluation exports or training examples. Data minimization should be built into data extracts, prompts, APIs, and reports.
De-identification requires more than removing names. Dates, ZIP codes, facility names, employer names, exact locations, rare conditions, and free-text narratives can all create identification risk. Natural language processing and generative AI add additional complexity because sensitive details may be embedded in text. Agencies should consider automated redaction, structured review, suppression rules, and human spot checks before using text in AI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Privacy controls must also apply to outputs. An AI-generated summary, risk score, cluster report, or dashboard can reveal sensitive information even if the input data were controlled. Output review should consider small cells, unusual combinations of attributes, identifiable narratives, and unintended inferences. Logs should document who generated outputs, what data were used, and whether the output was shared, edited, rejected, or escalated.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major failure mode is assuming that de-identification is permanent. Data that are de-identified for one purpose may be re-identifiable in another context, especially when linked with other datasets. A guardrail is to perform use-case-specific privacy review and to document assumptions about data linkage, audience, geography, and release context.
Another failure mode is exposing sensitive data to unapproved AI tools. Staff may paste text into a convenient tool without realizing that the data include protected or confidential information. A guardrail is to provide clear approved-tool lists, data-use tiers, technical blocking where possible, and training on prohibited uses.
Output leakage is also a significant risk. A model may include more detail than needed or reveal rare combinations that point to an individual or small group. Guardrails include output templates, suppression thresholds, review workflows, redaction, access controls, and limits on copying or exporting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Privacy risk can also arise from vendor relationships. Vendors may request sample data for testing or model tuning. Agencies should use synthetic, masked, or minimized data whenever possible and should require contractual controls for storage, reuse, subcontractors, breach notification, audit rights, and deletion.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For generative AI, privacy-preserving design means controlling what data can be placed in prompts, what source documents are available to retrieval systems, how outputs are reviewed, and whether logs contain sensitive content. Prompt templates should make prohibited content clear and should encourage use of de-identified or aggregated inputs when possible.
For predictive analytics, privacy concerns include which features are used, whether sensitive attributes are directly included or indirectly inferred, and whether outputs could stigmatize individuals or communities. Model evaluation should include privacy review as well as accuracy and equity review.
For agentic workflows, privacy risk increases because the system may retrieve data, call tools, send messages, or update records. Privacy guardrails should include least-privilege permissions, approval checkpoints, output restrictions, audit logs, and the ability to suspend the workflow quickly if a concern arises.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AI use cases in your agency require identifiable or sensitive data, and which could be completed with de-identified or aggregated data?
What data elements create the greatest re-identification risk in your context?
How are free-text fields reviewed before they are used in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outputs could reveal sensitive information even if the input data are controlled?
Who has authority to approve privacy-preserving AI controls for a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privacy-preserving AI review worksheet for one proposed public health AI workflow. The worksheet should identify the data involved, the sensitivity level, the minimum necessary fields, the approved users, the AI task, the output type, and the privacy controls needed before implementation.
The exercise should also identify residual risks and questions that need privacy, legal, security, or governance review. Learners should pay special attention to free text, small-area data, rare conditions, linked datasets, vendor access, and output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privacy-preserving AI review worksheet with a brief summary of the proposed workflow, data-use tier, approved data elements, prohibited data elements, access controls, output controls, audit requirements, and unresolved review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privacy-preserving AI review worksheet with a brief summary of the proposed workflow, data-use tier, approved data elements, prohibited data elements, access controls, output controls, audit requirements, and unresolved review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Which statement best describes de-identification in public health AI?
2. Why can AI increase re-identification risk?
3. What is a strong privacy guardrail for an AI workflow?
4. When is de-identification alone insufficient?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Privacy Framework
NIST AI Risk Management Framework: https://www.nist.gov/itl/ai-risk-management-framework
HHS HIPAA de-identification guidance
CDC data governance and public health data modernization resources
Agency privacy, legal, security, and records management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310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Privacy-Preserving AI and De-identification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Privacy-preserving AI is the set of technical, policy, and workflow practices that allow public health agencies.</a:t>
            </a:r>
            <a:endParaRPr lang="en-US" sz="2100" dirty="0"/>
          </a:p>
          <a:p>
            <a:r>
              <a:rPr lang="en-US" sz="2100" dirty="0">
                <a:solidFill>
                  <a:srgbClr val="17364A"/>
                </a:solidFill>
                <a:latin typeface="Aptos" pitchFamily="34" charset="0"/>
                <a:ea typeface="Aptos" pitchFamily="34" charset="-122"/>
                <a:cs typeface="Aptos" pitchFamily="34" charset="-120"/>
              </a:rPr>
              <a:t>This module focuses on how privacy protections must be built into AI planning before data are extracted, shared,.</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often have legal authority to collect and use sensitive data, but authority to use data.</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operations-data-quality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AI can increase privacy and confidentiality risks in public health workflows.</a:t>
            </a:r>
            <a:endParaRPr lang="en-US" sz="2100" dirty="0"/>
          </a:p>
          <a:p>
            <a:r>
              <a:rPr lang="en-US" sz="2100" dirty="0">
                <a:solidFill>
                  <a:srgbClr val="17364A"/>
                </a:solidFill>
                <a:latin typeface="Aptos" pitchFamily="34" charset="0"/>
                <a:ea typeface="Aptos" pitchFamily="34" charset="-122"/>
                <a:cs typeface="Aptos" pitchFamily="34" charset="-120"/>
              </a:rPr>
              <a:t>Distinguish between identifiable data, de-identified data, aggregated data, limited datasets, and.</a:t>
            </a:r>
            <a:endParaRPr lang="en-US" sz="2100" dirty="0"/>
          </a:p>
          <a:p>
            <a:r>
              <a:rPr lang="en-US" sz="2100" dirty="0">
                <a:solidFill>
                  <a:srgbClr val="17364A"/>
                </a:solidFill>
                <a:latin typeface="Aptos" pitchFamily="34" charset="0"/>
                <a:ea typeface="Aptos" pitchFamily="34" charset="-122"/>
                <a:cs typeface="Aptos" pitchFamily="34" charset="-120"/>
              </a:rPr>
              <a:t>Identify technical and operational safeguards that reduce privacy risk, including data minimization,.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AI can increase privacy and confidentiality risks in public health workflows.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privacy-preserving AI review worksheet for a real or realistic public health workflow.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privacy-preserving AI review worksheet for a real or realistic public health workflow.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Privacy-preserving AI is the set of technical, policy, and workflow practices that allow public health.</a:t>
            </a:r>
            <a:endParaRPr lang="en-US" sz="2100" dirty="0"/>
          </a:p>
          <a:p>
            <a:r>
              <a:rPr lang="en-US" sz="2100" dirty="0">
                <a:solidFill>
                  <a:srgbClr val="17364A"/>
                </a:solidFill>
                <a:latin typeface="Aptos" pitchFamily="34" charset="0"/>
                <a:ea typeface="Aptos" pitchFamily="34" charset="-122"/>
                <a:cs typeface="Aptos" pitchFamily="34" charset="-120"/>
              </a:rPr>
              <a:t>This module focuses on how privacy protections must be built into AI planning before data are.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often have legal authority to collect and use sensitive data, but authority to.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Privacy-preserving AI is the set of technical, policy, and workflow practices that allow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can change the privacy risk profile of a public health dataset even when the source data were.</a:t>
            </a:r>
            <a:endParaRPr lang="en-US" sz="2100" dirty="0"/>
          </a:p>
          <a:p>
            <a:r>
              <a:rPr lang="en-US" sz="2100" dirty="0">
                <a:solidFill>
                  <a:srgbClr val="17364A"/>
                </a:solidFill>
                <a:latin typeface="Aptos" pitchFamily="34" charset="0"/>
                <a:ea typeface="Aptos" pitchFamily="34" charset="-122"/>
                <a:cs typeface="Aptos" pitchFamily="34" charset="-120"/>
              </a:rPr>
              <a:t>A dataset that seems low risk in one context may become more sensitive when linked to geospatial.</a:t>
            </a:r>
            <a:endParaRPr lang="en-US" sz="2100" dirty="0"/>
          </a:p>
          <a:p>
            <a:r>
              <a:rPr lang="en-US" sz="2100" dirty="0">
                <a:solidFill>
                  <a:srgbClr val="17364A"/>
                </a:solidFill>
                <a:latin typeface="Aptos" pitchFamily="34" charset="0"/>
                <a:ea typeface="Aptos" pitchFamily="34" charset="-122"/>
                <a:cs typeface="Aptos" pitchFamily="34" charset="-120"/>
              </a:rPr>
              <a:t>Generative AI and retrieval systems can also reveal sensitive details through summaries, citations, or.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can change the privacy risk profile of a public health dataset even when the source data were.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De-identification is the process of reducing the risk that data can be connected to a specific person.</a:t>
            </a:r>
            <a:endParaRPr lang="en-US" sz="2100" dirty="0"/>
          </a:p>
          <a:p>
            <a:r>
              <a:rPr lang="en-US" sz="2100" dirty="0">
                <a:solidFill>
                  <a:srgbClr val="17364A"/>
                </a:solidFill>
                <a:latin typeface="Aptos" pitchFamily="34" charset="0"/>
                <a:ea typeface="Aptos" pitchFamily="34" charset="-122"/>
                <a:cs typeface="Aptos" pitchFamily="34" charset="-120"/>
              </a:rPr>
              <a:t>In public health practice, de-identification must be interpreted carefully because rare diseases, small.</a:t>
            </a:r>
            <a:endParaRPr lang="en-US" sz="2100" dirty="0"/>
          </a:p>
          <a:p>
            <a:r>
              <a:rPr lang="en-US" sz="2100" dirty="0">
                <a:solidFill>
                  <a:srgbClr val="17364A"/>
                </a:solidFill>
                <a:latin typeface="Aptos" pitchFamily="34" charset="0"/>
                <a:ea typeface="Aptos" pitchFamily="34" charset="-122"/>
                <a:cs typeface="Aptos" pitchFamily="34" charset="-120"/>
              </a:rPr>
              <a:t>A dataset can appear anonymous but still be linkable to individuals when combined with other information.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De-identification is the process of reducing the risk that data can be connected to a specific person.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Differential privacy is a statistical approach that adds carefully calibrated noise to outputs to.</a:t>
            </a:r>
            <a:endParaRPr lang="en-US" sz="2100" dirty="0"/>
          </a:p>
          <a:p>
            <a:r>
              <a:rPr lang="en-US" sz="2100" dirty="0">
                <a:solidFill>
                  <a:srgbClr val="17364A"/>
                </a:solidFill>
                <a:latin typeface="Aptos" pitchFamily="34" charset="0"/>
                <a:ea typeface="Aptos" pitchFamily="34" charset="-122"/>
                <a:cs typeface="Aptos" pitchFamily="34" charset="-120"/>
              </a:rPr>
              <a:t>It can be useful for public reporting or statistical release, but it does not solve all privacy problems.</a:t>
            </a:r>
            <a:endParaRPr lang="en-US" sz="2100" dirty="0"/>
          </a:p>
          <a:p>
            <a:r>
              <a:rPr lang="en-US" sz="2100" dirty="0">
                <a:solidFill>
                  <a:srgbClr val="17364A"/>
                </a:solidFill>
                <a:latin typeface="Aptos" pitchFamily="34" charset="0"/>
                <a:ea typeface="Aptos" pitchFamily="34" charset="-122"/>
                <a:cs typeface="Aptos" pitchFamily="34" charset="-120"/>
              </a:rPr>
              <a:t>Public health staff need to understand that differential privacy involves tradeoffs between privacy.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Differential privacy is a statistical approach that adds carefully calibrated noise to outputs to.</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Consider a health department that wants to use AI to summarize disease investigation notes and identify.</a:t>
            </a:r>
            <a:endParaRPr lang="en-US" sz="2100" dirty="0"/>
          </a:p>
          <a:p>
            <a:r>
              <a:rPr lang="en-US" sz="2100" dirty="0">
                <a:solidFill>
                  <a:srgbClr val="17364A"/>
                </a:solidFill>
                <a:latin typeface="Aptos" pitchFamily="34" charset="0"/>
                <a:ea typeface="Aptos" pitchFamily="34" charset="-122"/>
                <a:cs typeface="Aptos" pitchFamily="34" charset="-120"/>
              </a:rPr>
              <a:t>The notes may include symptoms, dates, employer names, schools, shelters, correctional facilities,.</a:t>
            </a:r>
            <a:endParaRPr lang="en-US" sz="2100" dirty="0"/>
          </a:p>
          <a:p>
            <a:r>
              <a:rPr lang="en-US" sz="2100" dirty="0">
                <a:solidFill>
                  <a:srgbClr val="17364A"/>
                </a:solidFill>
                <a:latin typeface="Aptos" pitchFamily="34" charset="0"/>
                <a:ea typeface="Aptos" pitchFamily="34" charset="-122"/>
                <a:cs typeface="Aptos" pitchFamily="34" charset="-120"/>
              </a:rPr>
              <a:t>Even if the AI system is internal, the agency must define who can access the notes, whether the AI.</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Consider a health department that wants to use AI to summarize disease investigation notes and identify.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Privacy-preserving AI begins with data classification.</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whether the workflow uses protected health information, personally identifiable.</a:t>
            </a:r>
            <a:endParaRPr lang="en-US" sz="2100" dirty="0"/>
          </a:p>
          <a:p>
            <a:r>
              <a:rPr lang="en-US" sz="2100" dirty="0">
                <a:solidFill>
                  <a:srgbClr val="17364A"/>
                </a:solidFill>
                <a:latin typeface="Aptos" pitchFamily="34" charset="0"/>
                <a:ea typeface="Aptos" pitchFamily="34" charset="-122"/>
                <a:cs typeface="Aptos" pitchFamily="34" charset="-120"/>
              </a:rPr>
              <a:t>Classification should be tied to rules for storage, access, sharing, retention, and approved AI tools.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Privacy-preserving AI begins with data classification.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Privacy controls must also apply to outputs.</a:t>
            </a:r>
            <a:endParaRPr lang="en-US" sz="2100" dirty="0"/>
          </a:p>
          <a:p>
            <a:r>
              <a:rPr lang="en-US" sz="2100" dirty="0">
                <a:solidFill>
                  <a:srgbClr val="17364A"/>
                </a:solidFill>
                <a:latin typeface="Aptos" pitchFamily="34" charset="0"/>
                <a:ea typeface="Aptos" pitchFamily="34" charset="-122"/>
                <a:cs typeface="Aptos" pitchFamily="34" charset="-120"/>
              </a:rPr>
              <a:t>An AI-generated summary, risk score, cluster report, or dashboard can reveal sensitive information even.</a:t>
            </a:r>
            <a:endParaRPr lang="en-US" sz="2100" dirty="0"/>
          </a:p>
          <a:p>
            <a:r>
              <a:rPr lang="en-US" sz="2100" dirty="0">
                <a:solidFill>
                  <a:srgbClr val="17364A"/>
                </a:solidFill>
                <a:latin typeface="Aptos" pitchFamily="34" charset="0"/>
                <a:ea typeface="Aptos" pitchFamily="34" charset="-122"/>
                <a:cs typeface="Aptos" pitchFamily="34" charset="-120"/>
              </a:rPr>
              <a:t>Output review should consider small cells, unusual combinations of attributes, identifiable narratives,.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Privacy controls must also apply to outputs.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major failure mode is assuming that de-identification is permanent.</a:t>
            </a:r>
            <a:endParaRPr lang="en-US" sz="2100" dirty="0"/>
          </a:p>
          <a:p>
            <a:r>
              <a:rPr lang="en-US" sz="2100" dirty="0">
                <a:solidFill>
                  <a:srgbClr val="17364A"/>
                </a:solidFill>
                <a:latin typeface="Aptos" pitchFamily="34" charset="0"/>
                <a:ea typeface="Aptos" pitchFamily="34" charset="-122"/>
                <a:cs typeface="Aptos" pitchFamily="34" charset="-120"/>
              </a:rPr>
              <a:t>Data that are de-identified for one purpose may be re-identifiable in another context, especially when.</a:t>
            </a:r>
            <a:endParaRPr lang="en-US" sz="2100" dirty="0"/>
          </a:p>
          <a:p>
            <a:r>
              <a:rPr lang="en-US" sz="2100" dirty="0">
                <a:solidFill>
                  <a:srgbClr val="17364A"/>
                </a:solidFill>
                <a:latin typeface="Aptos" pitchFamily="34" charset="0"/>
                <a:ea typeface="Aptos" pitchFamily="34" charset="-122"/>
                <a:cs typeface="Aptos" pitchFamily="34" charset="-120"/>
              </a:rPr>
              <a:t>A guardrail is to perform use-case-specific privacy review and to document assumptions about data.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major failure mode is assuming that de-identification is permanent.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Privacy risk can also arise from vendor relationships.</a:t>
            </a:r>
            <a:endParaRPr lang="en-US" sz="2100" dirty="0"/>
          </a:p>
          <a:p>
            <a:r>
              <a:rPr lang="en-US" sz="2100" dirty="0">
                <a:solidFill>
                  <a:srgbClr val="17364A"/>
                </a:solidFill>
                <a:latin typeface="Aptos" pitchFamily="34" charset="0"/>
                <a:ea typeface="Aptos" pitchFamily="34" charset="-122"/>
                <a:cs typeface="Aptos" pitchFamily="34" charset="-120"/>
              </a:rPr>
              <a:t>Vendors may request sample data for testing or model tuning.</a:t>
            </a:r>
            <a:endParaRPr lang="en-US" sz="2100" dirty="0"/>
          </a:p>
          <a:p>
            <a:r>
              <a:rPr lang="en-US" sz="2100" dirty="0">
                <a:solidFill>
                  <a:srgbClr val="17364A"/>
                </a:solidFill>
                <a:latin typeface="Aptos" pitchFamily="34" charset="0"/>
                <a:ea typeface="Aptos" pitchFamily="34" charset="-122"/>
                <a:cs typeface="Aptos" pitchFamily="34" charset="-120"/>
              </a:rPr>
              <a:t>Agencies should use synthetic, masked, or minimized data whenever possible and should require.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Privacy risk can also arise from vendor relationships.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For generative AI, privacy-preserving design means controlling what data can be placed in prompts, what.</a:t>
            </a:r>
            <a:endParaRPr lang="en-US" sz="2100" dirty="0"/>
          </a:p>
          <a:p>
            <a:r>
              <a:rPr lang="en-US" sz="2100" dirty="0">
                <a:solidFill>
                  <a:srgbClr val="17364A"/>
                </a:solidFill>
                <a:latin typeface="Aptos" pitchFamily="34" charset="0"/>
                <a:ea typeface="Aptos" pitchFamily="34" charset="-122"/>
                <a:cs typeface="Aptos" pitchFamily="34" charset="-120"/>
              </a:rPr>
              <a:t>Prompt templates should make prohibited content clear and should encourage use of de-identified or.</a:t>
            </a:r>
            <a:endParaRPr lang="en-US" sz="2100" dirty="0"/>
          </a:p>
          <a:p>
            <a:r>
              <a:rPr lang="en-US" sz="2100" dirty="0">
                <a:solidFill>
                  <a:srgbClr val="17364A"/>
                </a:solidFill>
                <a:latin typeface="Aptos" pitchFamily="34" charset="0"/>
                <a:ea typeface="Aptos" pitchFamily="34" charset="-122"/>
                <a:cs typeface="Aptos" pitchFamily="34" charset="-120"/>
              </a:rPr>
              <a:t>For predictive analytics, privacy concerns include which features are used, whether sensitive.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For generative AI, privacy-preserving design means controlling what data can be placed in prompts, what.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AI use cases in your agency require identifiable or sensitive data, and which could be completed.</a:t>
            </a:r>
            <a:endParaRPr lang="en-US" sz="2100" dirty="0"/>
          </a:p>
          <a:p>
            <a:r>
              <a:rPr lang="en-US" sz="2100" dirty="0">
                <a:solidFill>
                  <a:srgbClr val="17364A"/>
                </a:solidFill>
                <a:latin typeface="Aptos" pitchFamily="34" charset="0"/>
                <a:ea typeface="Aptos" pitchFamily="34" charset="-122"/>
                <a:cs typeface="Aptos" pitchFamily="34" charset="-120"/>
              </a:rPr>
              <a:t>What data elements create the greatest re-identification risk in your context?</a:t>
            </a:r>
            <a:endParaRPr lang="en-US" sz="2100" dirty="0"/>
          </a:p>
          <a:p>
            <a:r>
              <a:rPr lang="en-US" sz="2100" dirty="0">
                <a:solidFill>
                  <a:srgbClr val="17364A"/>
                </a:solidFill>
                <a:latin typeface="Aptos" pitchFamily="34" charset="0"/>
                <a:ea typeface="Aptos" pitchFamily="34" charset="-122"/>
                <a:cs typeface="Aptos" pitchFamily="34" charset="-120"/>
              </a:rPr>
              <a:t>How are free-text fields reviewed before they are used in AI-supported workflows?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AI use cases in your agency require identifiable or sensitive data, and which could be completed.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outputs could reveal sensitive information even if the input data are controlled?</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privacy-preserving AI controls for a workflow?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outputs could reveal sensitive information even if the input data are controlled?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privacy-preserving AI review worksheet for one proposed public health AI workflow.</a:t>
            </a:r>
            <a:endParaRPr lang="en-US" sz="2100" dirty="0"/>
          </a:p>
          <a:p>
            <a:r>
              <a:rPr lang="en-US" sz="2100" dirty="0">
                <a:solidFill>
                  <a:srgbClr val="17364A"/>
                </a:solidFill>
                <a:latin typeface="Aptos" pitchFamily="34" charset="0"/>
                <a:ea typeface="Aptos" pitchFamily="34" charset="-122"/>
                <a:cs typeface="Aptos" pitchFamily="34" charset="-120"/>
              </a:rPr>
              <a:t>The worksheet should identify the data involved, the sensitivity level, the minimum necessary fields,.</a:t>
            </a:r>
            <a:endParaRPr lang="en-US" sz="2100" dirty="0"/>
          </a:p>
          <a:p>
            <a:r>
              <a:rPr lang="en-US" sz="2100" dirty="0">
                <a:solidFill>
                  <a:srgbClr val="17364A"/>
                </a:solidFill>
                <a:latin typeface="Aptos" pitchFamily="34" charset="0"/>
                <a:ea typeface="Aptos" pitchFamily="34" charset="-122"/>
                <a:cs typeface="Aptos" pitchFamily="34" charset="-120"/>
              </a:rPr>
              <a:t>The exercise should also identify residual risks and questions that need privacy, legal, security, or.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privacy-preserving AI review worksheet for one proposed public health AI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privacy-preserving AI review worksheet with a brief summary of the proposed.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privacy-preserving AI review worksheet with a brief summary of the proposed.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privacy-preserving AI review worksheet with a brief summary of the proposed.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privacy-preserving AI review worksheet with a brief summary of the proposed.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Which statement best describes de-identification in public health AI?</a:t>
            </a:r>
            <a:endParaRPr lang="en-US" sz="2100" dirty="0"/>
          </a:p>
          <a:p>
            <a:r>
              <a:rPr lang="en-US" sz="2100" dirty="0">
                <a:solidFill>
                  <a:srgbClr val="17364A"/>
                </a:solidFill>
                <a:latin typeface="Aptos" pitchFamily="34" charset="0"/>
                <a:ea typeface="Aptos" pitchFamily="34" charset="-122"/>
                <a:cs typeface="Aptos" pitchFamily="34" charset="-120"/>
              </a:rPr>
              <a:t>2. Why can AI increase re-identification risk?</a:t>
            </a:r>
            <a:endParaRPr lang="en-US" sz="2100" dirty="0"/>
          </a:p>
          <a:p>
            <a:r>
              <a:rPr lang="en-US" sz="2100" dirty="0">
                <a:solidFill>
                  <a:srgbClr val="17364A"/>
                </a:solidFill>
                <a:latin typeface="Aptos" pitchFamily="34" charset="0"/>
                <a:ea typeface="Aptos" pitchFamily="34" charset="-122"/>
                <a:cs typeface="Aptos" pitchFamily="34" charset="-120"/>
              </a:rPr>
              <a:t>3. What is a strong privacy guardrail for an AI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Which statement best describes de-identification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Privacy-Preserving AI and De-identification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Privacy Framework</a:t>
            </a:r>
            <a:endParaRPr lang="en-US" sz="2100" dirty="0"/>
          </a:p>
          <a:p>
            <a:r>
              <a:rPr lang="en-US" sz="210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2100" dirty="0"/>
          </a:p>
          <a:p>
            <a:r>
              <a:rPr lang="en-US" sz="2100" dirty="0">
                <a:solidFill>
                  <a:srgbClr val="17364A"/>
                </a:solidFill>
                <a:latin typeface="Aptos" pitchFamily="34" charset="0"/>
                <a:ea typeface="Aptos" pitchFamily="34" charset="-122"/>
                <a:cs typeface="Aptos" pitchFamily="34" charset="-120"/>
              </a:rPr>
              <a:t>HHS HIPAA de-identification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Privacy 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Privacy-Preserving AI and De-identification</dc:title>
  <dc:subject>Privacy-Preserving AI and De-identification learning module</dc:subject>
  <dc:creator>Paula Soper</dc:creator>
  <cp:lastModifiedBy>Paula Soper</cp:lastModifiedBy>
  <cp:revision>1</cp:revision>
  <dcterms:created xsi:type="dcterms:W3CDTF">2026-07-12T19:55:21Z</dcterms:created>
  <dcterms:modified xsi:type="dcterms:W3CDTF">2026-07-12T19:55:21Z</dcterms:modified>
</cp:coreProperties>
</file>