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210 AI-Assisted Translation, Language Access, and Readability Review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policy, shared-foundational, governance-security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ai-assisted translation, language access, and readability review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AI-Assisted Translation, Language Access, and Readability Review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safe use of AI for multilingual, plain-language, and accessible communication.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ai-assisted translation, language access, and readability review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AI-Assisted Translation, Language Access, and Readability Review artifact
Role and responsibility table
Risk and safeguard summary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AI-Assisted Translation, Language Access, and Readability Review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ai-assisted translation, language access, and readability review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AI-Assisted Translation, Language Access, and Readability Review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safe use of AI for multilingual, plain-language, and accessible.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Communications Role-Based Track Appears in tracks: communications, policy,.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ai-assisted translation, language access, and readability review 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ai-assisted translation, language access, and readability review in public.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ai-assisted translation, language access,.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equity, privacy, security, legal, operational,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practical artifact that supports readiness,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safe use of AI for multilingual, plain-language, and accessible.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focuses on safe use of AI for multilingual, plain-language, and accessible communication.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designed for public health staff who must translate.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helps learners move beyond general awareness by.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emphasizes paragraph-based reasoning, defined responsibilities,.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 The authority to approve, deny, modify, pause, or escalate an AI use case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Evidence artifact: A document, log, checklist, test result, approval record, or review note.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pathway: A defined route for raising concerns to the appropriate reviewer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Evidence artifact: A document, log, checklist, test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owner: The person or role responsible for ensuring.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AI-Assisted Translation, Language Access, and Readability Review matters because AI adoption.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structured approach, staff may rely on informal practices, vendor assurances,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resource.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AI-Assisted Translation, Language Access, and Readability Review matters because AI adoption changes.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AI-Assisted Translation, Language Access, and Readability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a structured approach, staff may rely on informal.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operate under legal authorities, public.</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is preparing to use AI in a workflow related to safe use of AI for.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team initially treats the tool as a helpful efficiency aid, but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responds by creating a clear artifact that defines intended use, prohibited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is preparing to use AI in a workflow related to safe use of AI for multilingual,.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team initially treats the tool as a helpful efficiency.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responds by creating a clear artifact that defines.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who is affected, what data are used, what AI output is produced, who.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who is affected, what data are used, what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second step is to assign responsibilities.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workflows often cross program, IT, legal, privacy,.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risks can change when data sources, models, vendors, policies, users, 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failure mode is unclear ownership.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everyone is responsible in general, no one may be responsible.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assign an accountability owner and name.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topic applies across generative AI, predictive analytics, NLP, RAG, automation,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the data, the more consequential the output, or the more automated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more sensitive the data, the more consequential the output,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decision or workflow does this topic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or pause the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or pause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workflow is responsible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know when the workflow needs to be revised?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practical ai-assisted translation, language access, and readability review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define the use case, affected roles, review criteria, safeguards,.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practical ai-assisted translation, language access, and readability review artifact for one.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ai-assisted translation, language access,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define the use case, affected roles,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AI-Assisted Translation, Language Access, and Readability Review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AI-Assisted Translation, Language Access, and Readability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safeguard summary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monitoring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monitoring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AI-Assisted Translation, Language Access, and Readability Review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evidence that ai-assisted translation, language access,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evidence that ai-assisted translation, language access, and readability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ai-assisted translation,.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AI-Assisted Translation, Language Access, and Readability Review</dc:title>
  <dc:subject>AI-Assisted Translation, Language Access, and Readability Review learning module</dc:subject>
  <dc:creator>Paula Soper</dc:creator>
  <cp:lastModifiedBy>Paula Soper</cp:lastModifiedBy>
  <cp:revision>1</cp:revision>
  <dcterms:created xsi:type="dcterms:W3CDTF">2026-07-13T02:24:09Z</dcterms:created>
  <dcterms:modified xsi:type="dcterms:W3CDTF">2026-07-13T02:24:09Z</dcterms:modified>
</cp:coreProperties>
</file>