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tools succeed or fail inside real public health workflows.</a:t>
            </a:r>
            <a:endParaRPr lang="en-US" sz="1700" dirty="0"/>
          </a:p>
          <a:p>
            <a:r>
              <a:rPr lang="en-US" sz="17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 errors may occur, how cognitive load changes, and.</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 burden, and human review practices before.</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Operations and Data Quality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 procurement, implementation,.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 procurement, implementation,.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tools succeed or fail inside real public health workflows.</a:t>
            </a:r>
            <a:endParaRPr lang="en-US" sz="1700" dirty="0"/>
          </a:p>
          <a:p>
            <a:r>
              <a:rPr lang="en-US" sz="17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 errors may occur, how.</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 burden, and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tools succeed or fail inside real public health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 public health.</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 tasks.</a:t>
            </a:r>
            <a:endParaRPr lang="en-US" sz="1700" dirty="0"/>
          </a:p>
          <a:p>
            <a:r>
              <a:rPr lang="en-US" sz="1700" dirty="0">
                <a:solidFill>
                  <a:srgbClr val="17364A"/>
                </a:solidFill>
                <a:latin typeface="Aptos" pitchFamily="34" charset="0"/>
                <a:ea typeface="Aptos" pitchFamily="34" charset="-122"/>
                <a:cs typeface="Aptos" pitchFamily="34" charset="-120"/>
              </a:rPr>
              <a:t>In AI-supported public health work, human factors help agencies ensure that AI outputs are understandable, actionable, and.</a:t>
            </a:r>
            <a:endParaRPr lang="en-US" sz="1700" dirty="0"/>
          </a:p>
          <a:p>
            <a:r>
              <a:rPr lang="en-US" sz="1700" dirty="0">
                <a:solidFill>
                  <a:srgbClr val="17364A"/>
                </a:solidFill>
                <a:latin typeface="Aptos" pitchFamily="34" charset="0"/>
                <a:ea typeface="Aptos" pitchFamily="34" charset="-122"/>
                <a:cs typeface="Aptos" pitchFamily="34" charset="-120"/>
              </a:rPr>
              <a:t>Usability testing is structured observation of how users interact with a tool or workflow.</a:t>
            </a:r>
            <a:endParaRPr lang="en-US" sz="1700" dirty="0"/>
          </a:p>
          <a:p>
            <a:r>
              <a:rPr lang="en-US" sz="1700" dirty="0">
                <a:solidFill>
                  <a:srgbClr val="17364A"/>
                </a:solidFill>
                <a:latin typeface="Aptos" pitchFamily="34" charset="0"/>
                <a:ea typeface="Aptos" pitchFamily="34" charset="-122"/>
                <a:cs typeface="Aptos" pitchFamily="34" charset="-120"/>
              </a:rPr>
              <a:t>It can reveal confusion, workarounds, over-trust, alert fatigue, documentation burden, or steps that are inconsistent with.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 tasks.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1700" dirty="0"/>
          </a:p>
          <a:p>
            <a:r>
              <a:rPr lang="en-US" sz="1700" dirty="0">
                <a:solidFill>
                  <a:srgbClr val="17364A"/>
                </a:solidFill>
                <a:latin typeface="Aptos" pitchFamily="34" charset="0"/>
                <a:ea typeface="Aptos" pitchFamily="34" charset="-122"/>
                <a:cs typeface="Aptos" pitchFamily="34" charset="-120"/>
              </a:rPr>
              <a:t>If the summary hides uncertainty or makes unsupported claims look official, the investigator may over-trust it.</a:t>
            </a:r>
            <a:endParaRPr lang="en-US" sz="1700" dirty="0"/>
          </a:p>
          <a:p>
            <a:r>
              <a:rPr lang="en-US" sz="1700" dirty="0">
                <a:solidFill>
                  <a:srgbClr val="17364A"/>
                </a:solidFill>
                <a:latin typeface="Aptos" pitchFamily="34" charset="0"/>
                <a:ea typeface="Aptos" pitchFamily="34" charset="-122"/>
                <a:cs typeface="Aptos" pitchFamily="34" charset="-120"/>
              </a:rPr>
              <a:t>If the summary is too long, poorly organized, or disconnected from source fields, it may not reduce burden.</a:t>
            </a:r>
            <a:endParaRPr lang="en-US" sz="1700" dirty="0"/>
          </a:p>
          <a:p>
            <a:r>
              <a:rPr lang="en-US" sz="1700" dirty="0">
                <a:solidFill>
                  <a:srgbClr val="17364A"/>
                </a:solidFill>
                <a:latin typeface="Aptos" pitchFamily="34" charset="0"/>
                <a:ea typeface="Aptos" pitchFamily="34" charset="-122"/>
                <a:cs typeface="Aptos" pitchFamily="34" charset="-120"/>
              </a:rPr>
              <a:t>Usability testing would observe investigators using the summary and identify changes needed before launch.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Workflow integration begins with current-state mapping.</a:t>
            </a:r>
            <a:endParaRPr lang="en-US" sz="1700" dirty="0"/>
          </a:p>
          <a:p>
            <a:r>
              <a:rPr lang="en-US" sz="1700" dirty="0">
                <a:solidFill>
                  <a:srgbClr val="17364A"/>
                </a:solidFill>
                <a:latin typeface="Aptos" pitchFamily="34" charset="0"/>
                <a:ea typeface="Aptos" pitchFamily="34" charset="-122"/>
                <a:cs typeface="Aptos" pitchFamily="34" charset="-120"/>
              </a:rPr>
              <a:t>Agencies should document how work happens today, including informal workarounds, duplicate entry, handoffs, delays, and.</a:t>
            </a:r>
            <a:endParaRPr lang="en-US" sz="1700" dirty="0"/>
          </a:p>
          <a:p>
            <a:r>
              <a:rPr lang="en-US" sz="1700" dirty="0">
                <a:solidFill>
                  <a:srgbClr val="17364A"/>
                </a:solidFill>
                <a:latin typeface="Aptos" pitchFamily="34" charset="0"/>
                <a:ea typeface="Aptos" pitchFamily="34" charset="-122"/>
                <a:cs typeface="Aptos" pitchFamily="34" charset="-120"/>
              </a:rPr>
              <a:t>AI should be introduced only after the team understands which step is being improved and how the change affects users.</a:t>
            </a:r>
            <a:endParaRPr lang="en-US" sz="1700" dirty="0"/>
          </a:p>
          <a:p>
            <a:r>
              <a:rPr lang="en-US" sz="1700" dirty="0">
                <a:solidFill>
                  <a:srgbClr val="17364A"/>
                </a:solidFill>
                <a:latin typeface="Aptos" pitchFamily="34" charset="0"/>
                <a:ea typeface="Aptos" pitchFamily="34" charset="-122"/>
                <a:cs typeface="Aptos" pitchFamily="34" charset="-120"/>
              </a:rPr>
              <a:t>Future-state design should define how staff will see, review, correct, accept, reject, or escalate AI outputs.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Workflow integration begins with current-state mapping.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 health workflow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 health workflow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AHRQ human factors and usability resources</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2026-07-12T18:54:58Z</dcterms:created>
  <dcterms:modified xsi:type="dcterms:W3CDTF">2026-07-12T18:54:58Z</dcterms:modified>
</cp:coreProperties>
</file>