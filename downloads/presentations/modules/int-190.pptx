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190 AI for Social Good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Shared Foundational / Introductory Course
Appears in tracks: shared-foundational, policy, communications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20: Community Engagement Planning (Planning) - Use this tool to complete or strengthen the practical exercise for the module using fictional, de-identified, or generalized.
Tool 21: Stakeholder Mapping &amp; RACI (Template) - Use this tool to complete or strengthen the practical exercise for the module using fictional, de-identified, or generalized.
Tool 22: Missing Voices Analysis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for Social Good in public health terms.
Distinguish public benefit from novelty, efficiency, or automation alone.
Identify how AI can support public health values, including equity, transparency, accessibility, accountability, and community trust.
Assess potential harms, including exclusion, surveillance burden, stigma, resource diversion, and unequal benefit.
Design community-centered safeguards for socially beneficial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 for Social Good review brief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is uniquely positioned to use AI for social good because its mission is population well-being rather than private gain. AI can help agencies identify emerging needs, improve access to information, reduce administrative burden, support community outreach, and allocate resources more effectively. These benefits are especially important when agencies face workforce shortages, fragmented systems, and increasing demands.
However, AI for Social Good is not guaranteed by good intentions. Tools built for efficiency may shift burden onto communities, reduce human contact, or make services harder to access for people with limited digital literacy. Predictive tools may label communities as risky without addressing structural causes. Chatbots may improve information access for some users while excluding people who need language, disability, or offline support.
The public health standard for social good should be rigorous. Agencies should define the public problem, identify who benefits, identify who could be harmed, involve affected communities, measure outcomes, and document safeguards. The central question is not “Can AI do this?” but “Should AI be used for this purpose, and under what conditions would it create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improve access to maternal and child health resources. A tool could help staff identify service gaps, summarize eligibility rules, translate plain-language information, and route families to local support. If designed well, the tool could reduce administrative burden and improve timely access to services.
The same tool could fail if it assumes internet access, uses only English content, provides outdated referral information, exposes sensitive information, or replaces trusted human navigators. An AI for Social Good review would examine community needs, access barriers, language and disability accommodations, privacy, human fallback options, and measurable outcomes.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for Social Good begins with problem definition. The problem should be a public health problem, not a technology opportunity. For example, “use a chatbot” is not a problem definition. “Reduce delays in connecting families to local nutrition, housing, transportation, and home visiting resources” is a stronger public health problem definition. Starting with the problem helps agencies avoid technology-driven solutions that do not address root needs.
Equity by design requires agencies to identify who is included, who is excluded, and who bears risk. This includes reviewing data representativeness, digital access, language access, disability access, rural access, immigration-related concerns, privacy expectations, and historical mistrust. Equity review should shape the use case, data sources, interface, outreach strategy, and evaluation metrics.
Community engagement should occur before deployment, not only after concerns arise. Affected communities can help identify priorities, unacceptable uses, preferred communication channels, needed safeguards, and measures of success. Engagement does not mean asking communities to approve a predetermined tool. It means allowing community input to change the design, scope, or decision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Measuring social good requires more than counting users or outputs. Agencies should measure whether the AI-supported workflow improves timeliness, access, quality, fairness, staff burden, community trust, and public health outcomes. They should also monitor unintended consequences, such as reduced service quality, increased complaints, inequitable uptake, or inaccurate referrals.
Responsible innovation includes sunset and rollback planning. If an AI tool does not produce expected benefit, creates harm, or becomes outdated, the agency should be prepared to modify, pause, or retire it. Social good depends on ongoing accountability, not one-time approval.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Technology-first design. A tool may be adopted because it is novel rather than because it solves a public health problem. Guardrails include problem-first planning, alternatives analysis, and public value criteria.
Unequal benefit. AI may help people with strong digital access while excluding others. Guardrails include language access, accessibility, offline options, and human fallback.
Stigma and surveillance burden. AI may label communities or increase monitoring without support. Guardrails include equity framing, community engagement, and supportive-use restrictions.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Resource diversion. AI projects may consume resources that could be used for more effective interventions. Guardrails include impact measurement, cost-benefit review, and periodic reassessment.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for Social Good applies to every AI method. Generative AI may improve plain-language communication, but it must be accurate, accessible, and culturally appropriate. Predictive analytics may guide supportive outreach, but it should not become a tool for exclusion. RAG systems may improve staff access to guidance, but they must include current and authorized content. Agentic workflows may reduce burden, but they require boundaries and human accountability.
The strongest public health AI projects define social good in operational terms. They identify the population benefit, the equity goal, the workflow change, the safeguards, and the measurement plan. They also acknowledge tradeoffs and document why AI is an appropriate tool compared with non-AI alternatives.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problem would this AI use address?
Who would benefit, and who could be excluded or harmed?
How were affected communities involved in defining the need and safeguards?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non-AI alternatives should be considered?
How will the agency measure public value, equity, trust, and unintended consequences?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for Social Good review brief for one public health use case. The brief should define the public health problem, intended public benefit, affected communities, equity considerations, non-AI alternatives, proposed AI role, safeguards, community engagement plan, evaluation measures, and sunset or rollback criteria.
The exercise should result in a decision-support document that helps leaders and governance reviewers determine whether the proposed AI use advances public health values.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Social Good review brief
Public value and equity assessment
Community engagement and accessibility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Impact and unintended-consequence measurement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Social Good review brief
Public value and equity assessment
Community engagement and accessibility plan
Impact and unintended-consequence measurement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definition of AI for Social Good in public health?
2. Why is efficiency alone not enough to show social good?
3. What does equity by design require?
4. Which use best reflects AI for Social Good?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WHO Ethics and Governance of Artificial Intelligence for Health: https://www.who.int/publications/i/item/9789240029200
WHO Guidance on Large Multi-Modal Models: https://www.who.int/publications/i/item/9789240084759
NIST Artificial Intelligence Risk Management Framework: https://www.nist.gov/itl/ai-risk-management-framework
CDC Public Health Data Strategy: https://www.cdc.gov/public-health-data-strategy/php/about/index.html
Agency equity, community engagement, accessibility, and language access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190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Social Good</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refers to the intentional use of artificial intelligence to improve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this concept is not abstract.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already work to prevent disease, protect communities, improve access,.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introductory Primary track: Shared Foundational / Introductory Course Appears in tracks: shared-foundational, policy, communications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20: Community Engagement Planning (Planning)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21: Stakeholder Mapping &amp; RACI (Template)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22: Missing Voices Analysis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AI for Social Good in public health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public benefit from novelty, efficiency, or automation alone.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how AI can support public health values, including equity, transparency,.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AI for Social Good in public health terms.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how AI can support public health values, including.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potential harms, including exclusion, surveillance burden,.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community-centered safeguards for socially beneficial AI use.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AI for Social Good review brief for a public health use case.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AI for Social Good review brief for a public health use.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refers to the intentional use of artificial intelligence to improve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this concept is not abstract.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already work to prevent disease, protect communities, improve access,.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Social Good refers to the intentional use of artificial intelligence to improve.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Human-in-the-loop use</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AI can support work, but public health judgment remains responsible for interpretation and final use.</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is uniquely positioned to use AI for social good because its mission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help agencies identify emerging needs, improve access to information, reduce.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benefits are especially important when agencies face workforce shortages, fragmented.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is uniquely positioned to use AI for social good because its mission is population.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Human-in-the-loop use</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AI can support work, but public health judgment remains responsible for interpretation and final use.</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use AI to improve access to maternal and child health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could help staff identify service gaps, summarize eligibility rules, translate.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designed well, the tool could reduce administrative burden and improve timely access to.</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use AI to improve access to maternal and child health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tool could help staff identify service gaps, summarize.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same tool could fail if it assumes internet access, uses only.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AI for Social Good review would examine community needs, access.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begins with problem definition.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problem should be a public health problem, not a technology opportunity.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example, “use a chatbot” is not a problem definition. “Reduce delays in connecting.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Social Good begins with problem definition.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Human-in-the-loop use</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AI can support work, but public health judgment remains responsible for interpretation and final use.</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Measuring social good requires more than counting users or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should measure whether the AI-supported workflow improves timeliness, access, quality,.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should also monitor unintended consequences, such as reduced service quality, increased.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Agencies should measure whether the AI-supported workflow improves.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They should also monitor unintended consequences, such as reduced.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Responsible innovation includes sunset and rollback planning.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Technology-first design.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may be adopted because it is novel rather than because it solves a public health problem.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problem-first planning, alternatives analysis, and public value criteria.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Technology-first design.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Unequal benefit.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may help people with strong digital access while excluding.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language access, accessibility, offline.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Resource diversion.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may consume resources that could be used for more effective interventions.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impact measurement, cost-benefit review, and periodic reassessment.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Resource diversion.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Resource diversion.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projects may consume resources that could be used for more.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impact measurement, cost-benefit review, and.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applies to every AI method.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may improve plain-language communication, but it must be accurate, accessible,.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guide supportive outreach, but it should not become a tool for.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Social Good applies to every AI method.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improve plain-language communication, but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systems may improve staff access to guidance, but they must.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workflows may reduce burden, but they require boundaries.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problem would this AI use address?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would benefit, and who could be excluded or harmed?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were affected communities involved in defining the need and safeguards?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problem would this AI use address?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problem would this AI use address?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would benefit, and who could be excluded or harmed?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were affected communities involved in defining the need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non-AI alternatives should be considered?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measure public value, equity, trust, and unintended consequences?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non-AI alternatives should be considered?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non-AI alternatives should be considered?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measure public value, equity, trust,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 for Social Good review brief for one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brief should define the public health problem, intended public benefit, affected.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result in a decision-support document that helps leaders and governance.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brief should define the public health problem, intended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result in a decision-support document that.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review brief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value and equity assessment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Community engagement and accessibility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Social Good review brief</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review brief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value and equity assessment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Community engagement and accessibility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Impact and unintended-consequence measurement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Impact and unintended-consequence measurement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Impact and unintended-consequence measurement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review brief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value and equity assessment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Community engagement and accessibility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Social Good review brief</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review brief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value and equity assessment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Community engagement and accessibility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definition of AI for Social Good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is efficiency alone not enough to show social good?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does equity by design require?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definition of AI for Social Good in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Guidance on Large Multi-Modal Models: https://www.who.int/publications/i/item/9789240084759</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Social Good</dc:title>
  <dc:subject>AI for Social Good learning module</dc:subject>
  <dc:creator>Paula Soper</dc:creator>
  <cp:lastModifiedBy>Paula Soper</cp:lastModifiedBy>
  <cp:revision>1</cp:revision>
  <dcterms:created xsi:type="dcterms:W3CDTF">2026-07-13T02:33:45Z</dcterms:created>
  <dcterms:modified xsi:type="dcterms:W3CDTF">2026-07-13T02:33:45Z</dcterms:modified>
</cp:coreProperties>
</file>