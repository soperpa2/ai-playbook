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300 MLOps and LLMOps for Public Health
MLOps and LLMOps are the lifecycle practices used to develop, test, deploy, monitor, update, and retire AI systems. Public health agencies need these practices because AI performance can change over time as data, reporting patterns, policies, users, and workflows change. This module focuses on model registries, versioning, testing, drift monitoring, evaluation datasets, release controls, rollback, and post-deployment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Operations and Data Quality Track
Appears in tracks: operations-data-quality
MLOps and LLMOps are the lifecycle practices used to develop, test, deploy, monitor, update, and retire AI systems. Public health agencies need these practices because AI performance can change over time as data, reporting patterns, policies, users, and workflows change. This module focuses on model registries, versioning, testing, drift monitoring, evaluation datasets, release controls, rollback, and post-deployment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13: Monitor and Evaluate AI Systems - This lesson informs Play 13 by helping learners connect the lesson topic to monitor and evaluate ai systems work in the AI Playbook.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mlops and llmops for public health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AI operations plan that can support readiness assessment, governance review, procurement, implementation, or monitoring.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MLOps and LLMOps are the lifecycle practices used to develop, test, deploy, monitor, update, and retire AI systems. Public health agencies need these practices because AI performance can change over time as data, reporting patterns, policies, users, and workflows change. This module focuses on model registries, versioning, testing, drift monitoring, evaluation datasets, release controls, rollback, and post-deployment governance.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MLOps and LLMOps for Public Health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MLOps refers to operational practices for managing machine learning models through their lifecycle. LLMOps applies similar practices to large language model applications, including prompts, retrieval sources, evaluation datasets, guardrails, and model versions. These practices make AI systems more reliable, auditable, and maintainable.
Model versioning is the practice of tracking which version of a model, prompt, retrieval corpus, evaluation dataset, or configuration was used. Versioning matters because public health staff may need to reconstruct why an output changed or why an incident occurred.
Drift occurs when data patterns, user behavior, or model performance change over time. In public health, drift may occur because a new lab begins reporting, a case definition changes, a provider changes coding practices, or community conditions shift. Monitoring drift helps agencies decide when retesting or retraining is needed.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syndromic surveillance team may use an anomaly detection model to flag unusual emergency department visit patterns. The model may perform well during testing, but performance can change when chief complaint text changes, new facilities join the feed, or seasonal patterns shift. An MLOps plan would define monitoring indicators, evaluation frequency, responsible staff, retraining rules, and rollback procedures.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Operational AI management starts before deployment. Teams should define an intended use, baseline performance, evaluation datasets, release criteria, monitoring indicators, and an owner responsible for review. Without these elements, agencies may not know whether the deployed system is still behaving as approved.
LLMOps adds additional elements because generative systems depend on prompts, retrieval documents, context windows, model settings, safety filters, and human review workflows. A change in any of these components can change outputs. Agencies should track prompt templates, source document updates, model upgrades, and evaluation results.
Rollback is a critical safeguard. If a new model version, prompt, data pipeline, or retrieval index creates errors, staff need a documented way to return to the prior approved version or disable the AI function. Rollback authority should be defined before deployment.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AI operations plan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AI operations plan. It should be specific to a public health workflow and should include technical dependencies, governance questions, human review expectations, monitoring indicators, and unresolved risks.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AI operations plan. It should be specific to a public health workflow and should include technical dependencies, governance questions, human review expectations, monitoring indicators, and unresolved risks.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mlops and llmops for public health before deployment?
2. Which practice best supports responsible implementation?
3. Which statement best describes a common failure mode?
4. What should be included in the practical artifact for this module?
5. When should the issue be escalated for governance or leadership review?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Platform-specific MLOps and LLMOps documentation for approved agency tools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privacy, cybersecurity, data governance, procurement, and records management policies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OPS 300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MLOps and LLMOps for Public Health</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MLOps and LLMOps are the lifecycle practices used to develop, test, deploy,.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Public health agencies need these practices because AI performance can.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module focuses on model registries, versioning, testing, drift.</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intermediate/practitioner Primary track: Operations and Data Quality.</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13: Monitor and Evaluate AI Systems - This lesson informs Play 13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this.</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8: AI Project Charter (Planning) - Use AI Project Charter to translate.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the purpose of mlops and llmops for public health in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the technical, operational, privacy, security, equity,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Apply the topic to a real or realistic public health workflow, system, or.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the purpose of mlops and llmops for public health in public health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Identify the technical, operational, privacy,.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Recognize common failure modes that can affect.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practical guardrails that should be.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Produce a AI operations plan that can support readiness assessment,.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Produce a AI operations plan that can support readiness assessment, governance.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Produce a AI operations plan that can support.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MLOps and LLMOps are the lifecycle practices used to develop, test, deploy,.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Public health agencies need these practices because AI performance can.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module focuses on model registries, versioning, testing, drift.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MLOps and LLMOps are the lifecycle practices used to develop, test, deploy,.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MLOps and LLMOps are the lifecycle practices used.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Public health agencies need these practices.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This module focuses on model registries,.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MLOps and LLMOps for Public Health matters because AI systems are embedded.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topic affects whether AI outputs are accurate, explainable, safe,.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Agencies that ignore this area may create tools that work in a demonstration.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MLOps and LLMOps for Public Health matters because AI systems are embedded in.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MLOps and LLMOps for Public Health matters because.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topic also affects accountability.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Public health agencies must be able to explain how.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MLOps refers to operational practices for managing machine learning models.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LLMOps applies similar practices to large language model applications,.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These practices make AI systems more reliable, auditable, and maintainable.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MLOps refers to operational practices for managing machine learning models.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LLMOps applies similar practices to large language.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Model versioning is the practice of tracking which.</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Versioning matters because public health staff may.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syndromic surveillance team may use an anomaly detection model to flag.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model may perform well during testing, but performance can change when.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An MLOps plan would define monitoring indicators, evaluation frequency,.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syndromic surveillance team may use an anomaly detection model to flag unusual.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syndromic surveillance team may use an anomaly.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model may perform well during testing, but.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An MLOps plan would define monitoring indicators,.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Operational AI management starts before deployment.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Teams should define an intended use, baseline performance, evaluation.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Without these elements, agencies may not know whether the deployed system is.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Operational AI management starts before deployment.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Teams should define an intended use, baseline.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LLMOps adds additional elements because generative.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change in any of these components can change.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common failure mode is treating the topic as a technical detail rather.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When staff do not connect technical decisions to authority,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Another risk is relying on vendor claims without agency-defined evidence.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common failure mode is treating the topic as a technical detail rather than a.</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Risk control loop</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Responsible use depends on finding risks early, applying safeguards,.</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predictive analytics, RAG, automation, and agentic workflows.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controls should be scaled to the risk of the use case.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tool that drafts internal training text may require lighter review than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predictive analytics, RAG, automation, and agentic workflows all.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Where does this topic appear in one current or proposed AI workflow in your.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decisions, data sources, users, or partners would be affected if this.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evidence would governance reviewers need before approving the workflow?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Where does this topic appear in one current or proposed AI workflow in your.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Where does this topic appear in one current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decisions, data sources, users, or partners.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evidence would governance reviewers need.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safeguards should be required before pilot testing?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owns ongoing monitoring and review?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safeguards should be required before pilot testing?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safeguards should be required before pilot.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owns ongoing monitoring and review?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AI operations plan for one real or realistic public health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artifact should describe the use case, affected users, data 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exercise should produce a work product that could be used in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AI operations plan for one real or realistic public health AI workflow.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artifact should describe the use case,.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exercise should produce a work product that.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Learners should document assumptions and identify.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expected artifact is a completed AI operations plan.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should be specific to a public health workflow and should include.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expected artifact is a completed AI operations plan.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expected artifact is a completed AI operations.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should be specific to a public health workflow.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expected artifact is a completed AI operations plan. It should be.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expected artifact is a completed AI operations plan. It should be specific.</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expected artifact is a completed AI operations.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should be specific to a public health workflow.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the best reason to address mlops and llmops for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Which practice best supports responsible implementation?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Which statement best describes a common failure mode?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the best reason to address mlops and llmops for public health before.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the best reason to address mlops and.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NIST AI Risk Management Framework:.</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Platform-specific MLOps and LLMOps documentation for approved agency tools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Generative AI Profile:.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NIST AI Risk Management Framework:.</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CDC Public Health Data Strategy and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OWASP Top 10 for LLM Applications, when security.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Agency privacy, cybersecurity, data governance, procurement, and records.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Agency privacy, cybersecurity, data governance, procurement, and records.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Agency privacy, cybersecurity, data governance,.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MLOps and LLMOps for Public Health</dc:title>
  <dc:subject>MLOps and LLMOps for Public Health learning module</dc:subject>
  <dc:creator>Paula Soper</dc:creator>
  <cp:lastModifiedBy>Paula Soper</cp:lastModifiedBy>
  <cp:revision>1</cp:revision>
  <dcterms:created xsi:type="dcterms:W3CDTF">2026-07-14T04:35:32Z</dcterms:created>
  <dcterms:modified xsi:type="dcterms:W3CDTF">2026-07-14T04:35:32Z</dcterms:modified>
</cp:coreProperties>
</file>