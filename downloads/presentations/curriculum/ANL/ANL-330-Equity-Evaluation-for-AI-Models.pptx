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Equity Evaluation for AI Models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overall model performance can mask inequitable performance.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relevant subgroups and contextual factors for equity evaluation in public health.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data representativeness, missingness, and measurement bias before model use.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subgroup performance measures and review thresholds for AI-supported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equity evaluation plan for a model or AI-supported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Equity evaluation plan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Analytics and Modeling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anl-330-equity-evaluation-for-ai-models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Subgroup performance: Model performance measured separately for defined groups or contexts.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Representativeness: The extent to which data reflect the population, events, or settings relevant to the intended use.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bias: Systematic differences in how variables are captured or recorded across groups.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Disparate impact: A pattern in which a policy, model, or workflow produces unequal outcomes for protected or marginalized…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mitigation: A change to data, model, workflow, review, communication, or monitoring intended to reduce inequitable…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predicts which clients are most likely to miss follow-up care after a public health referral.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performance appears acceptable, but subgroup review shows lower sensitivity for rural clients and people with missing phone numbers.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may under-prioritize people who face transportation, broadband, housing, or communication barriers.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evaluation would require additional analysis, workflow changes, and monitoring before the tool is used for outreach prioritization.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what AI may support, what humans must decide, and how outputs should be reviewed.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evaluation begins with the intended use.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used for internal workload planning has different equity implications than a model used to prioritize field response or determine…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Evaluators should identify who is affected by the model output, what action follows, and what harms may occur from false positives, false…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assessment is the next step.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datasets often reflect uneven healthcare access, reporting patterns, documentation practices, language access, and program…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race, ethnicity, language, disability, address, housing, or contact information may not be random.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failure modes include the following: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Relying on average performance while ignoring subgroup harms.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datasets that underrepresent communities with limited healthcare access.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missing data as neutral when missingness reflects structural inequities.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AI prioritization to allocate scarce resources without equity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equity evaluation plan for one AI model or AI-supported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intended use, affected populations, relevant subgroups, data representativeness concerns, missingness concerns, subgroup performance…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evaluation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Subgroup and data representativeness review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harm and mitigation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monitoring indicators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guidance for LLM application security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cybersecurity, records, procurement, accessibility, and…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public health program SOPs, data governance documentation, and implementation…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Why is overall model performance insufficient for public health equity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measurement bias?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use most clearly requires equity evaluation?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happen if subgroup performance is poor for a population affected by the workflow?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 330: Equity Evaluation for AI Models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