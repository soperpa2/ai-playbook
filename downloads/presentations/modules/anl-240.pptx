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240 Time-Series Analysis, Anomaly Detection, and Outbreak Signals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applied/foundational
Primary track: Analytics and Modeling Track
Appears in tracks: analytics-modeling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 Vision &amp; Guardrails - This lesson informs Play 1 by helping learners connect the lesson topic to vision &amp; guardrails work in the AI Playbook sequence.
Play 11: Build and Deploy AI Solutions - This lesson informs Play 11 by helping learners connect the lesson topic to build and deploy ai solutions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Define time-series analysis and anomaly detection in public health terms.
Explain baselines, seasonality, trends, reporting delays, and thresholds.
Distinguish statistical signals from confirmed outbreaks or public health events.
Identify risks from alert fatigue, data artifacts, delayed reporting, and model drift.
Design guardrails for AI-supported surveillance alerts.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anomaly detection review plan for one public health data stream.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Time-series analysis examines data collected over time. In public health, time patterns are central to surveillance, outbreak detection, syndromic monitoring, wastewater analysis, emergency response, seasonal planning, and program performance. AI-supported anomaly detection can help identify unusual increases, decreases, or pattern changes that may require investigation.
This module explains how time-series and anomaly detection methods can support public health without replacing epidemiologic interpretation. Automated alerts may identify signals faster, but signals are not diagnoses or confirmed events. Staff need to understand baselines, seasonality, reporting delays, thresholds, alert fatigue, and the difference between statistical anomalies and public health significance.
Learners will practice designing an anomaly detection review plan that includes data quality checks, baseline selection, threshold rationale, human review, and escalation procedures.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Time-series methods matter because public health surveillance is often about change. A single count may be difficult to interpret without knowing whether it is higher than expected for that time, place, population, reporting source, and condition. AI-supported anomaly detection can help staff review large volumes of data and prioritize signals that deserve attention.
However, public health time-series data are shaped by reporting systems as much as disease patterns. Weekends, holidays, provider onboarding, lab code changes, EHR outages, weather events, testing availability, and public attention can all change observed data. An anomaly may indicate an outbreak, but it may also indicate a data feed problem or behavior change.
Responsible use requires a workflow that treats alerts as starting points for investigation. Staff must know what data are being monitored, how the baseline was selected, what triggers an alert, what review steps follow, and when a signal becomes an incident, outbreak investigation, or communication issue.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syndromic surveillance team may use anomaly detection to monitor emergency department visits for respiratory symptoms. The system may flag a county when visits exceed the expected range for that day and season. The alert could prompt review of age groups, facilities, diagnosis text, lab data, school absenteeism, and local context.
The alert is valuable only if it enters a disciplined review process. A sudden increase may reflect a true outbreak, a coding change, a new facility feed, a holiday effect, or a backlog. The analyst should review data quality, compare related indicators, assess geography and populations, and document whether the signal requires action or continued monitoring.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Baseline selection is one of the most important technical decisions. A baseline may use several prior weeks, several prior years, a regression model, seasonal decomposition, or more complex algorithms. The baseline should match the public health question. A short baseline may adapt quickly but miss seasonal context. A long baseline may capture seasonality but fail when underlying systems change.
Time-series data often require preprocessing. Analysts may need to address missing days, duplicate submissions, delayed reporting, facility onboarding, outliers, and known holidays. Data corrections can appear as sudden spikes or drops. AI tools should distinguish between raw signals and quality-adjusted signals whenever possible.
Thresholds control alert volume and sensitivity. A very sensitive threshold may detect early signals but generate many false alarms. A conservative threshold may reduce workload but delay detection. Thresholds should be chosen with input from epidemiologists, program staff, and emergency response leads because operational capacity and consequences matter.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Anomaly detection methods vary in complexity. Simple methods may compare counts to moving averages or standard deviations. More advanced methods may use regression, Bayesian approaches, control charts, machine learning, or ensemble models. More complex methods are not automatically better. In public health practice, interpretability, stability, transparency, and workflow fit often matter as much as statistical sophistication.
Alert review should be documented. Staff should record what signal occurred, what data were reviewed, what explanation was considered, what action was taken, and whether the alert was useful. Over time, these review notes can improve thresholds, reduce alert fatigue, and support accountability.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Reporting artifacts. Feed failures, delayed batches, or coding changes can trigger false alerts. Guardrails include data quality checks, feed monitoring, and partner change logs.
Alert fatigue. Too many alerts can reduce attention. Guardrails include threshold tuning, tiered alerting, user feedback, and periodic alert review.
Overreaction to signals. A statistical signal may be mistaken for a confirmed outbreak. Guardrails include defined review protocols and communication approval.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Missed emerging events. Overly conservative thresholds may miss early signals. Guardrails include multiple indicators, sensitivity review, and escalation pathways for staff concerns.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Time-series and anomaly detection methods can support predictive dashboards, syndromic surveillance, wastewater monitoring, outbreak intelligence, and emergency preparedness. Generative AI may summarize signal review, but it should include uncertainty and source indicators. Agentic workflows may route alerts or create tasks, but those actions should be limited to defined protocols and human review.
The best AI-supported surveillance workflows combine automation with epidemiologic judgment. AI can help detect changes, but humans determine whether the signal is meaningful, what additional evidence is needed, and what public health action is appropriate.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time-series data stream would benefit from automated signal review?
What baseline is appropriate for the condition, data source, and decision?
Which reporting artifacts could create false signals?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threshold balances early detection and alert fatigue?
How will staff document review, decisions, and lessons learned?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anomaly detection review plan for one public health data stream. Include the monitored indicator, data source, update frequency, baseline approach, known reporting patterns, threshold rationale, alert tiers, review steps, related indicators, documentation expectations, and escalation criteria.
The plan should identify how staff will distinguish statistical anomalies from data quality issues and public health events.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Anomaly detection review plan
Baseline and threshold rationale
Alert review protocol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Signal documentation template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Anomaly detection review plan
Baseline and threshold rationale
Alert review protocol
Signal documentation template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an anomaly in a public health time series?
2. Why does seasonality matter?
3. What is a common risk of too many low-value alerts?
4. Which statement is most accurate?
5. What is strong completion evidence for this module?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CDC National Syndromic Surveillance Program: https://www.cdc.gov/nssp/
CDC Evaluation Framework: https://www.cdc.gov/evaluation/
NIST Artificial Intelligence Risk Management Framework: https://www.nist.gov/itl/ai-risk-management-framework
CDC Public Health Data Strategy: https://www.cdc.gov/public-health-data-strategy/php/about/index.html
Application guidance: Connect the concept to public health purpose, responsible use, required safeguards, documentation, and the next action a department should take.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240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Time-Series Analysis, Anomaly Detection, and Outbreak Signals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Time-series analysis examines data collected over time.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 public health, time patterns are central to surveillance, outbreak.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AI-supported anomaly detection can help identify unusual increases,.</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applied/foundational Primary track: Analytics and Modeling Track Appears.</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Define time-series analysis and anomaly detection in public health terms.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Explain baselines, seasonality, trends, reporting delays, and thresholds.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statistical signals from confirmed outbreaks or public health.</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Define time-series analysis and anomaly detection in public health terms.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Identify risks from alert fatigue, data artifacts,.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guardrails for AI-supported surveillance.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anomaly detection review plan for one public health data stream.</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anomaly detection review plan for one public health data stream.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anomaly detection review plan for one.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analysis examines data collected over time.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 public health, time patterns are central to surveillance, outbreak.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anomaly detection can help identify unusual increases,.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analysis examines data collected over time.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 public health, time patterns are central to.</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anomaly detection can help identify.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This module explains how time-series and anomaly.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methods matter because public health surveillance is often about.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single count may be difficult to interpret without knowing whether it is.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AI-supported anomaly detection can help staff review large volumes of data.</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methods matter because public health surveillance is often about.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single count may be difficult to interpret.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AI-supported anomaly detection can help staff.</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However, public health time-series data are shaped.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syndromic surveillance team may use anomaly detection to monitor emergency.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system may flag a county when visits exceed the expected range for that.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alert could prompt review of age groups, facilities, diagnosis text, lab.</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syndromic surveillance team may use anomaly detection to monitor emergency.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syndromic surveillance team may use anomaly.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alert could prompt review of age groups,.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alert is valuable only if it enters a.</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Baseline selection is one of the most important technical decisions.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baseline may use several prior weeks, several prior years, a regression.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baseline should match the public health question.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Baseline selection is one of the most important technical decisions.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baseline may use several prior weeks, several.</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short baseline may adapt quickly but miss.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long baseline may capture seasonality but fail.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methods vary in complexity.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Simple methods may compare counts to moving averages or standard deviations.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More advanced methods may use regression, Bayesian approaches, control.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methods vary in complexity.</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More advanced methods may use regression, Bayesian.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More complex methods are not automatically better.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In public health practice, interpretability,.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Reporting artifacts.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Feed failures, delayed batches, or coding changes can trigger false alerts.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data quality checks, feed monitoring, and partner change.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Reporting artifacts.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Missed emerging events.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Overly conservative thresholds may miss early signals.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multiple indicators, sensitivity review, and escalation.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Missed emerging events.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Time-series and anomaly detection methods can support predictive dashboards,.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Generative AI may summarize signal review, but it should include uncertainty.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Agentic workflows may route alerts or create tasks, but those actions should.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Implementation cue</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Time-series and anomaly detection methods can support predictive dashboards,.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Implementation path</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Implementation work should make dependencies, approvals, training, and.</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Next action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concept to clarify workflow changes, dependencies, staffing, procurement.</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time-series data stream would benefit from automated signal review?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What baseline is appropriate for the condition, data source, and decision?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reporting artifacts could create false signals?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time-series data stream would benefit from automated signal review?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time-series data stream would benefit from.</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What baseline is appropriate for the condition,.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reporting artifacts could create false.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threshold balances early detection and alert fatigue?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staff document review, decisions, and lessons learned?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threshold balances early detection and alert fatigue?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threshold balances early detection and alert.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staff document review, decisions, and.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anomaly detection review plan for one public health data stream.</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the monitored indicator, data source, update frequency, baseline.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identify how staff will distinguish statistical anomalies.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anomaly detection review plan for one public health data stream.</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the monitored indicator, data source,.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identify how staff will.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Baseline and threshold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Alert review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Anomaly detection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Baseline and threshold rationale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Alert review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Signal documentation template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Signal documentation template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Signal documentation template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Anomaly detection review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Baseline and threshold rationale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Alert review protocol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Anomaly detection review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Anomaly detection review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Baseline and threshold rationale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Alert review protocol</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What is an anomaly in a public health time series?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Why does seasonality matter?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What is a common risk of too many low-value alerts?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Practice focus</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is an anomaly in a public health time series?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is an anomaly in a public health time series?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What to produce</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Time-Series Analysis, Anomaly Detection, and Outbreak Signals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CDC National Syndromic Surveillance Program: https://www.cdc.gov/nssp/</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Core concept</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CDC National Syndromic Surveillance Program: https://www.cdc.gov/nssp/</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CDC Public Health Data Strategy:.</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it</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Connect the concept to public health purpose, responsible use, required.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Time-Series Analysis, Anomaly Detection, and Outbreak Signals</dc:title>
  <dc:subject>Time-Series Analysis, Anomaly Detection, and Outbreak Signals learning module</dc:subject>
  <dc:creator>Paula Soper</dc:creator>
  <cp:lastModifiedBy>Paula Soper</cp:lastModifiedBy>
  <cp:revision>1</cp:revision>
  <dcterms:created xsi:type="dcterms:W3CDTF">2026-07-14T04:35:30Z</dcterms:created>
  <dcterms:modified xsi:type="dcterms:W3CDTF">2026-07-14T04:35:30Z</dcterms:modified>
</cp:coreProperties>
</file>