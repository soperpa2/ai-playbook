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ELR, Laboratory Data Quality, and Terminology Mapping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applied/foundational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how ELR supports public health surveillance and response.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LOINC, SNOMED CT, UCUM, local codes, and reportable condition mappings matter for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common laboratory data quality problems that can affect AI outputs.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whether lab data are fit for a specific AI-supported use case.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lab data quality checklist for an AI-supported surveillance workflow.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Lab data quality checklist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Technical Architecture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arc-240-elr-laboratory-data-quality-and-terminology-mapping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Laboratory data are often treated as objective because they come from tests and instruments, but the data that reach public health systems are still…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laboratory result can be difficult to use if the test code is local, the result is free text, the units are missing, the specimen source is…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tools can magnify these problems by turning unclear data into confident summaries or classifications.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Terminology mapping is central to reliable public health interpretation.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LOINC may identify the test performed, SNOMED CT may represent organisms or coded findings, UCUM may represent units, and local codes may need to be…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ELR: Electronic Laboratory Reporting is the electronic transmission of laboratory reports to public health…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LOINC: LOINC is commonly used to identify laboratory tests and observations. Correct LOINC mapping helps public…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SNOMED CT: SNOMED CT is commonly used to represent clinical findings, organisms, and coded results. It can help…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UCUM: UCUM is a standard for units of measure. Unit consistency is essential when interpreting quantitative…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Reportable condition mapping: Reportable condition mapping links laboratory tests and results to conditions that may require reporting or…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tool that summarizes incoming lab reports for disease investigators may need to identify the test performed, result, organism, specimen…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 local test code is mapped incorrectly, the summary may imply evidence for the wrong condition.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units are missing, a quantitative result may be uninterpretable.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specimen source is omitted, the epidemiologic meaning of the result may change.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may draft lab summaries, but it should preserve source values and avoid interpreting uncertain or missing fields as facts.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may use lab trends, but model monitoring must distinguish reporting artifacts from disease patterns.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may interpret free-text results, but extraction accuracy must be validated.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workflows that trigger tasks from lab results require clear thresholds and human escalation for ambiguous results.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Laboratory data quality begins with required fields.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minimum, many workflows need patient identifiers, specimen collection date, test ordered, result, result date, performing lab,…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requirements depend on the use case.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AI tool used for summarization may need different fields than a tool used for trend detection or case classification.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Terminology mapping should be reviewed as an ongoing process.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codes may change, new tests may be introduced, and laboratories may report results differently across facilities.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Misleading standardization.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standard code may be present but mapped incorrectly.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include mapping review, test cases, and terminology stewardship.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units or specimen details.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 fields can change interpretation.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lab data quality checklist for one AI-supported surveillance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required lab fields, terminology standards, mapping requirements, missingness checks, unit checks, test-result pairing checks,…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data quality checklist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Terminology mapping questions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Required-field list</a:t>
            </a:r>
            <a:endParaRPr lang="en-US" sz="1400" dirty="0"/>
          </a:p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issue log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PHIN VADS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Reportable Condition Mapping Table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APHL laboratory informatics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Jurisdictional ELR onboarding and data quality documentation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Why is terminology mapping important for AI-supported surveillance?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LOINC commonly used for?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Which issue can make a quantitative lab result difficult to interpret?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should happen before AI is used to classify lab reports?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is strong completion evidence for this module?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 240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240: ELR, Laboratory Data Quality, and Terminology Mapping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