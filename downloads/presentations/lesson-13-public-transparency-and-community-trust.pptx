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1d484da5414d09" /><Relationship Type="http://schemas.openxmlformats.org/officeDocument/2006/relationships/extended-properties" Target="/docProps/app.xml" Id="R84abbf6288634b2e" /><Relationship Type="http://schemas.openxmlformats.org/officeDocument/2006/relationships/officeDocument" Target="/ppt/presentation.xml" Id="Rad7587fa737e4c1c" /></Relationships>
</file>

<file path=ppt/presentation.xml><?xml version="1.0" encoding="utf-8"?>
<p:presentation xmlns:p="http://schemas.openxmlformats.org/presentationml/2006/main">
  <p:sldMasterIdLst>
    <p:sldMasterId xmlns:r="http://schemas.openxmlformats.org/officeDocument/2006/relationships" id="2147483648" r:id="R4c2650fabb2f437b"/>
  </p:sldMasterIdLst>
  <p:notesMasterIdLst>
    <p:notesMasterId xmlns:r="http://schemas.openxmlformats.org/officeDocument/2006/relationships" r:id="Rf3d55efb3b1b43e1"/>
  </p:notesMasterIdLst>
  <p:sldIdLst>
    <p:sldId xmlns:r="http://schemas.openxmlformats.org/officeDocument/2006/relationships" id="256" r:id="R9d57ae586e264bc7"/>
    <p:sldId xmlns:r="http://schemas.openxmlformats.org/officeDocument/2006/relationships" id="257" r:id="R99c4d3d9575b4dbe"/>
    <p:sldId xmlns:r="http://schemas.openxmlformats.org/officeDocument/2006/relationships" id="258" r:id="Ree2e366157f84dc5"/>
    <p:sldId xmlns:r="http://schemas.openxmlformats.org/officeDocument/2006/relationships" id="259" r:id="R265b956886d94977"/>
    <p:sldId xmlns:r="http://schemas.openxmlformats.org/officeDocument/2006/relationships" id="260" r:id="Re0bdd598e18e4463"/>
    <p:sldId xmlns:r="http://schemas.openxmlformats.org/officeDocument/2006/relationships" id="261" r:id="R1f898c8851fa4ec8"/>
    <p:sldId xmlns:r="http://schemas.openxmlformats.org/officeDocument/2006/relationships" id="262" r:id="R80c83214e5224661"/>
    <p:sldId xmlns:r="http://schemas.openxmlformats.org/officeDocument/2006/relationships" id="263" r:id="R899bb742333a44d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41b1442b464358" /><Relationship Type="http://schemas.openxmlformats.org/officeDocument/2006/relationships/slideMaster" Target="/ppt/slideMasters/slideMaster1.xml" Id="R4c2650fabb2f437b" /><Relationship Type="http://schemas.openxmlformats.org/officeDocument/2006/relationships/notesMaster" Target="/ppt/notesMasters/notesMaster1.xml" Id="Rf3d55efb3b1b43e1" /><Relationship Type="http://schemas.openxmlformats.org/officeDocument/2006/relationships/presProps" Target="/ppt/presProps.xml" Id="R4bbc3bca606d4735" /><Relationship Type="http://schemas.openxmlformats.org/officeDocument/2006/relationships/tableStyles" Target="/ppt/tableStyles.xml" Id="R0df0d6a77b4a4a87" /><Relationship Type="http://schemas.openxmlformats.org/officeDocument/2006/relationships/slide" Target="/ppt/slides/slide1.xml" Id="R9d57ae586e264bc7" /><Relationship Type="http://schemas.openxmlformats.org/officeDocument/2006/relationships/slide" Target="/ppt/slides/slide2.xml" Id="R99c4d3d9575b4dbe" /><Relationship Type="http://schemas.openxmlformats.org/officeDocument/2006/relationships/slide" Target="/ppt/slides/slide3.xml" Id="Ree2e366157f84dc5" /><Relationship Type="http://schemas.openxmlformats.org/officeDocument/2006/relationships/slide" Target="/ppt/slides/slide4.xml" Id="R265b956886d94977" /><Relationship Type="http://schemas.openxmlformats.org/officeDocument/2006/relationships/slide" Target="/ppt/slides/slide5.xml" Id="Re0bdd598e18e4463" /><Relationship Type="http://schemas.openxmlformats.org/officeDocument/2006/relationships/slide" Target="/ppt/slides/slide6.xml" Id="R1f898c8851fa4ec8" /><Relationship Type="http://schemas.openxmlformats.org/officeDocument/2006/relationships/slide" Target="/ppt/slides/slide7.xml" Id="R80c83214e5224661" /><Relationship Type="http://schemas.openxmlformats.org/officeDocument/2006/relationships/slide" Target="/ppt/slides/slide8.xml" Id="R899bb742333a44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439bedb41a4b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b19b06bf33404d" /><Relationship Type="http://schemas.openxmlformats.org/officeDocument/2006/relationships/notesMaster" Target="/ppt/notesMasters/notesMaster1.xml" Id="R3aa0417d7f3844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b077fc8fd94d65" /><Relationship Type="http://schemas.openxmlformats.org/officeDocument/2006/relationships/notesMaster" Target="/ppt/notesMasters/notesMaster1.xml" Id="R8c7a2ad3127942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dc4414e52240d4" /><Relationship Type="http://schemas.openxmlformats.org/officeDocument/2006/relationships/notesMaster" Target="/ppt/notesMasters/notesMaster1.xml" Id="R36a74beca6c74b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23ea8ee74142e2" /><Relationship Type="http://schemas.openxmlformats.org/officeDocument/2006/relationships/notesMaster" Target="/ppt/notesMasters/notesMaster1.xml" Id="Rc18b950ba8c542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781d03e8a04a6f" /><Relationship Type="http://schemas.openxmlformats.org/officeDocument/2006/relationships/notesMaster" Target="/ppt/notesMasters/notesMaster1.xml" Id="R246ccfd8ae4643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5a4c15275d4aa9" /><Relationship Type="http://schemas.openxmlformats.org/officeDocument/2006/relationships/notesMaster" Target="/ppt/notesMasters/notesMaster1.xml" Id="R52abbb35d5aa4d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336b0600474be8" /><Relationship Type="http://schemas.openxmlformats.org/officeDocument/2006/relationships/notesMaster" Target="/ppt/notesMasters/notesMaster1.xml" Id="R4f0b56cb19f04b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a3edc81db84671" /><Relationship Type="http://schemas.openxmlformats.org/officeDocument/2006/relationships/notesMaster" Target="/ppt/notesMasters/notesMaster1.xml" Id="Rf384444f3f7741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Public Transparency and Community Trust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Public health agencies should be able to explain when AI is used, why it is used, what data are involved, what humans decide, and how concerns can be raised.</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4, 10, 12 and Tools 19, 20, 46.</a:t>
            </a:r>
          </a:p>
          <a:p xmlns:a="http://schemas.openxmlformats.org/drawingml/2006/main">
            <a:r>
              <a:t>Emphasize the core guardrail: AI use that is invisible or hard to explain can erode trust even when the technical system performs well.</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4, 10, 12 and Tools 19, 20, 46.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4, 10, 12 and Tools 19, 20, 46.</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4, 10, 12 and Tools 19, 20, 46.</a:t>
            </a:r>
          </a:p>
          <a:p xmlns:a="http://schemas.openxmlformats.org/drawingml/2006/main">
            <a:r>
              <a:t>Invite participants to identify where these practices would need to be documented in their own department.</a:t>
            </a:r>
          </a:p>
          <a:p xmlns:a="http://schemas.openxmlformats.org/drawingml/2006/main">
            <a:r>
              <a:t>Start with What to Explain,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4, 10, 12 and Tools 19, 20, 46.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4, 10, 12 and Tools 19, 20, 46.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Plain-language AI use notice, Public FAQ, Feedback and correction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Public Transparency and Community Trust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4, 10, 12 and Tools 19, 20, 46.</a:t>
            </a:r>
          </a:p>
          <a:p xmlns:a="http://schemas.openxmlformats.org/drawingml/2006/main">
            <a:r>
              <a:t>Point participants to the first resource: Blueprint for an AI Bill of Rights.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4b0673416947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48178b840d4219" /><Relationship Type="http://schemas.openxmlformats.org/officeDocument/2006/relationships/slideLayout" Target="/ppt/slideLayouts/slideLayout1.xml" Id="Re99029e0dce142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9029e0dce142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98c7ee41364f7e" /><Relationship Type="http://schemas.openxmlformats.org/officeDocument/2006/relationships/image" Target="/ppt/media/image.png" Id="R1d2688f9348b4a5d" /><Relationship Type="http://schemas.openxmlformats.org/officeDocument/2006/relationships/notesSlide" Target="/ppt/notesSlides/notesSlide1.xml" Id="Re98f05c9648446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d479641324416b" /><Relationship Type="http://schemas.openxmlformats.org/officeDocument/2006/relationships/notesSlide" Target="/ppt/notesSlides/notesSlide2.xml" Id="R708339c944d547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9fdf16718c4fe2" /><Relationship Type="http://schemas.openxmlformats.org/officeDocument/2006/relationships/notesSlide" Target="/ppt/notesSlides/notesSlide3.xml" Id="R15d6cb0f461447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4841c50cc54898" /><Relationship Type="http://schemas.openxmlformats.org/officeDocument/2006/relationships/notesSlide" Target="/ppt/notesSlides/notesSlide4.xml" Id="R2446e9c6767240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2d2a3140d146a2" /><Relationship Type="http://schemas.openxmlformats.org/officeDocument/2006/relationships/notesSlide" Target="/ppt/notesSlides/notesSlide5.xml" Id="Rf9b70e940c3f46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edcf049bd14aca" /><Relationship Type="http://schemas.openxmlformats.org/officeDocument/2006/relationships/notesSlide" Target="/ppt/notesSlides/notesSlide6.xml" Id="Rcddcbcbaaad34e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0d7620a15a4da9" /><Relationship Type="http://schemas.openxmlformats.org/officeDocument/2006/relationships/notesSlide" Target="/ppt/notesSlides/notesSlide7.xml" Id="R296530843d674a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40da3632cf4970" /><Relationship Type="http://schemas.openxmlformats.org/officeDocument/2006/relationships/notesSlide" Target="/ppt/notesSlides/notesSlide8.xml" Id="Rbf4d568bb0414525"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d2688f9348b4a5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0FF9C8-6AE9-49AE-89CF-9FD0CBE1D991}"/>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13</a:t>
            </a:r>
          </a:p>
        </p:txBody>
      </p:sp>
      <p:sp>
        <p:nvSpPr>
          <p:cNvPr id="3" name="">
            <a:extLst xmlns:a="http://schemas.openxmlformats.org/drawingml/2006/main">
              <a:ext uri="{FF2B5EF4-FFF2-40B4-BE49-F238E27FC236}">
                <a16:creationId xmlns:a16="http://schemas.microsoft.com/office/drawing/2014/main" id="{611FB6CC-B265-4FA5-A135-EAF837B2A2EE}"/>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Public Transparency and Community Trust</a:t>
            </a:r>
          </a:p>
        </p:txBody>
      </p:sp>
      <p:sp>
        <p:nvSpPr>
          <p:cNvPr id="4" name="">
            <a:extLst xmlns:a="http://schemas.openxmlformats.org/drawingml/2006/main">
              <a:ext uri="{FF2B5EF4-FFF2-40B4-BE49-F238E27FC236}">
                <a16:creationId xmlns:a16="http://schemas.microsoft.com/office/drawing/2014/main" id="{8053FBA7-6F20-41B7-8A93-BDBC7D28E7C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238DFBE6-8E34-4097-9B96-47F6660C713F}"/>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18B1E69B-B8F3-4550-91D7-8DA07B55B047}"/>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20656700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C09F31-96D8-4BF1-9E2C-5D6002C143D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A32E4D3-C3A1-47C9-9A86-E16DA3697B7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824027A4-00E3-42B2-BDBE-F7B039C0ACF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8C2CE84-7C64-473F-A7AD-158AE45879F5}"/>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Public health agencies should be able to explain when AI is used, why it is used, what data are involved, what humans decide, and how concerns can be raised.</a:t>
            </a:r>
          </a:p>
        </p:txBody>
      </p:sp>
      <p:sp>
        <p:nvSpPr>
          <p:cNvPr id="5" name="">
            <a:extLst xmlns:a="http://schemas.openxmlformats.org/drawingml/2006/main">
              <a:ext uri="{FF2B5EF4-FFF2-40B4-BE49-F238E27FC236}">
                <a16:creationId xmlns:a16="http://schemas.microsoft.com/office/drawing/2014/main" id="{8DD28F2E-228B-49CA-9F32-0C1A056889BB}"/>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CA489CD-B1A2-4E9F-99C8-40D610F9D96E}"/>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7BD2232-21E4-457B-9A67-74EFA8D7D1E5}"/>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E01CB15E-AEC0-4C62-A23A-782701D7224F}"/>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trust depends on whether agencies can explain AI use clearly. Transparency should not be a vague notice that AI exists; it should explain purpose, data, human review, limits, safeguards, and feedback options.</a:t>
            </a:r>
          </a:p>
        </p:txBody>
      </p:sp>
      <p:sp>
        <p:nvSpPr>
          <p:cNvPr id="9" name="">
            <a:extLst xmlns:a="http://schemas.openxmlformats.org/drawingml/2006/main">
              <a:ext uri="{FF2B5EF4-FFF2-40B4-BE49-F238E27FC236}">
                <a16:creationId xmlns:a16="http://schemas.microsoft.com/office/drawing/2014/main" id="{9CBB71D6-F0F2-45B6-B5CA-92D384F08777}"/>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2EA4125-7442-4F89-ADA9-0928EB674DA9}"/>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15E838D8-0E3B-4C67-A915-3894635876B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3BF8EE4A-B371-4F7B-9703-0D53D4DAF275}"/>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use that is invisible or hard to explain can erode trust even when the technical system performs well.</a:t>
            </a:r>
          </a:p>
        </p:txBody>
      </p:sp>
      <p:sp>
        <p:nvSpPr>
          <p:cNvPr id="13" name="">
            <a:extLst xmlns:a="http://schemas.openxmlformats.org/drawingml/2006/main">
              <a:ext uri="{FF2B5EF4-FFF2-40B4-BE49-F238E27FC236}">
                <a16:creationId xmlns:a16="http://schemas.microsoft.com/office/drawing/2014/main" id="{04E11D04-5E8D-494B-9743-D6BDC81B6A7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14" name="">
            <a:extLst xmlns:a="http://schemas.openxmlformats.org/drawingml/2006/main">
              <a:ext uri="{FF2B5EF4-FFF2-40B4-BE49-F238E27FC236}">
                <a16:creationId xmlns:a16="http://schemas.microsoft.com/office/drawing/2014/main" id="{D72BEA1F-8676-4FC7-BCFA-4ECE6BB7555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417354218"/>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6ED4425-153E-4BFC-A81A-05C5F63887A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8E66D03-7E76-44D0-B426-0BE64E1FAF2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540BD9B9-A1F2-4DFD-A373-85D10ED7C663}"/>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0DD10AF-2657-4A78-81B6-B68FC60A2286}"/>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984C2CD5-F701-4A3C-A045-3D091445CA6D}"/>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Public Transparency and Community Trust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853988F8-E287-48D1-AC83-1477252C344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7" name="">
            <a:extLst xmlns:a="http://schemas.openxmlformats.org/drawingml/2006/main">
              <a:ext uri="{FF2B5EF4-FFF2-40B4-BE49-F238E27FC236}">
                <a16:creationId xmlns:a16="http://schemas.microsoft.com/office/drawing/2014/main" id="{7E915029-53D8-43E8-8BBC-BE1AABE371F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2329556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16D8B1-DA62-499D-A26A-3B65C91BB33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E5A49EE-3FCB-42EE-AA20-A261201763F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6B426172-9C37-4C1F-A785-69DA13388CB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07F4C1D-4086-4349-8AE4-960E7E6C4ECC}"/>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Transparency helps protect public trust. Public health departments should be able to explain when AI is used, why it is used, what data are involved, what humans decide, what safeguards exist, and how people can raise concerns or seek correction. Transparency should be proportional to risk and understandable to the affected audience.</a:t>
            </a:r>
          </a:p>
        </p:txBody>
      </p:sp>
      <p:sp>
        <p:nvSpPr>
          <p:cNvPr id="5" name="">
            <a:extLst xmlns:a="http://schemas.openxmlformats.org/drawingml/2006/main">
              <a:ext uri="{FF2B5EF4-FFF2-40B4-BE49-F238E27FC236}">
                <a16:creationId xmlns:a16="http://schemas.microsoft.com/office/drawing/2014/main" id="{64804B45-AF53-4A76-A809-D63FC763BB0A}"/>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25AB685-B443-44B2-9F62-0BCC796F74B2}"/>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E1D60ED-D8CD-4423-A76D-F217BCEC1485}"/>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C490BD60-A7F3-43B4-8B0F-940DA6DC7298}"/>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health agencies should be able to explain when AI is used, why it is used, what data are involved, what humans decide, and how concerns can be raised.</a:t>
            </a:r>
          </a:p>
        </p:txBody>
      </p:sp>
      <p:sp>
        <p:nvSpPr>
          <p:cNvPr id="9" name="">
            <a:extLst xmlns:a="http://schemas.openxmlformats.org/drawingml/2006/main">
              <a:ext uri="{FF2B5EF4-FFF2-40B4-BE49-F238E27FC236}">
                <a16:creationId xmlns:a16="http://schemas.microsoft.com/office/drawing/2014/main" id="{F481B9AD-6369-44F9-BDA7-0B79FA0995F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10" name="">
            <a:extLst xmlns:a="http://schemas.openxmlformats.org/drawingml/2006/main">
              <a:ext uri="{FF2B5EF4-FFF2-40B4-BE49-F238E27FC236}">
                <a16:creationId xmlns:a16="http://schemas.microsoft.com/office/drawing/2014/main" id="{FA7BED9F-A5C7-4825-B585-D1E5457F115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27476532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6DB6FA-0A9D-4ED1-A730-2FDF5A5A19F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17C204B-ABC2-450A-9857-1B215C72AE9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016FC3F4-9978-4238-83A6-048F6B57276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EB2B8B5-4D66-4718-AECD-C58F2B4BB2A5}"/>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B7E466A-4630-41BB-B7A5-222F81027627}"/>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D52047C2-0132-40A4-83B8-8251370D66A6}"/>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What to Explain</a:t>
            </a:r>
          </a:p>
        </p:txBody>
      </p:sp>
      <p:sp>
        <p:nvSpPr>
          <p:cNvPr id="7" name="">
            <a:extLst xmlns:a="http://schemas.openxmlformats.org/drawingml/2006/main">
              <a:ext uri="{FF2B5EF4-FFF2-40B4-BE49-F238E27FC236}">
                <a16:creationId xmlns:a16="http://schemas.microsoft.com/office/drawing/2014/main" id="{73B381CC-29B4-4810-9DB9-7D24AAADC4C5}"/>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public health purpose of the AI-supported activity. Whether AI drafts, summarizes, prioritizes, routes, predicts, translates, or recommends. What data types are involved and what data are not used. Who reviews outputs and who makes final.</a:t>
            </a:r>
          </a:p>
        </p:txBody>
      </p:sp>
      <p:sp>
        <p:nvSpPr>
          <p:cNvPr id="8" name="">
            <a:extLst xmlns:a="http://schemas.openxmlformats.org/drawingml/2006/main">
              <a:ext uri="{FF2B5EF4-FFF2-40B4-BE49-F238E27FC236}">
                <a16:creationId xmlns:a16="http://schemas.microsoft.com/office/drawing/2014/main" id="{F0065A46-D47E-4EC7-9682-4448CE3B0DEB}"/>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31D897D-D6F1-4F24-A7D9-0F14C7572BC0}"/>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ADB3F8FA-4F9E-427B-8BB6-E6E524CABEE0}"/>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Formats</a:t>
            </a:r>
          </a:p>
        </p:txBody>
      </p:sp>
      <p:sp>
        <p:nvSpPr>
          <p:cNvPr id="11" name="">
            <a:extLst xmlns:a="http://schemas.openxmlformats.org/drawingml/2006/main">
              <a:ext uri="{FF2B5EF4-FFF2-40B4-BE49-F238E27FC236}">
                <a16:creationId xmlns:a16="http://schemas.microsoft.com/office/drawing/2014/main" id="{009E7CB8-947F-4EE1-A0CB-22D35801D1B3}"/>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Public AI use notices for community-facing systems. FAQs for staff, partners, and affected communities. Plain-language summaries for governing boards, advisory committees, and public meetings. Internal records in the AI inventory and.</a:t>
            </a:r>
          </a:p>
        </p:txBody>
      </p:sp>
      <p:sp>
        <p:nvSpPr>
          <p:cNvPr id="12" name="">
            <a:extLst xmlns:a="http://schemas.openxmlformats.org/drawingml/2006/main">
              <a:ext uri="{FF2B5EF4-FFF2-40B4-BE49-F238E27FC236}">
                <a16:creationId xmlns:a16="http://schemas.microsoft.com/office/drawing/2014/main" id="{AEB1B25B-1BA8-463D-8551-69B15E7FDB15}"/>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5CE60C18-21AE-45D6-A497-58F777F8DBD2}"/>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09AE0DF1-306C-4E5F-9064-ECE6110AAF1E}"/>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Trust-Building Practices</a:t>
            </a:r>
          </a:p>
        </p:txBody>
      </p:sp>
      <p:sp>
        <p:nvSpPr>
          <p:cNvPr id="15" name="">
            <a:extLst xmlns:a="http://schemas.openxmlformats.org/drawingml/2006/main">
              <a:ext uri="{FF2B5EF4-FFF2-40B4-BE49-F238E27FC236}">
                <a16:creationId xmlns:a16="http://schemas.microsoft.com/office/drawing/2014/main" id="{30219AAC-1C8D-4414-AFA1-ADC82601A1AE}"/>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Be clear about limitations and human oversight rather than overstating AI capability. Avoid vague claims such as 'AI-powered' without explaining what the system actually does. Update notices when use, data, vendor, or risk level changes.</a:t>
            </a:r>
          </a:p>
        </p:txBody>
      </p:sp>
      <p:sp>
        <p:nvSpPr>
          <p:cNvPr id="16" name="">
            <a:extLst xmlns:a="http://schemas.openxmlformats.org/drawingml/2006/main">
              <a:ext uri="{FF2B5EF4-FFF2-40B4-BE49-F238E27FC236}">
                <a16:creationId xmlns:a16="http://schemas.microsoft.com/office/drawing/2014/main" id="{26EEE3B4-2583-495E-9B1B-EEA814E531F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17" name="">
            <a:extLst xmlns:a="http://schemas.openxmlformats.org/drawingml/2006/main">
              <a:ext uri="{FF2B5EF4-FFF2-40B4-BE49-F238E27FC236}">
                <a16:creationId xmlns:a16="http://schemas.microsoft.com/office/drawing/2014/main" id="{0614666C-F137-43D1-8D27-EE2EA8C4059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2652493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4B9EB1-D9EF-417C-9631-74168F5E5C3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86DE9C4-0707-44F1-BDAD-6F9D420F36C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03B91D11-6569-45DC-8236-54A9AEFD7EB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5373B1C-72BC-4594-BFC0-FB0A3211AFC7}"/>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AE8717E7-E49A-4591-949A-0EAD5C4CA2E8}"/>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A809E7C-C870-491D-B79E-FE23B3CB6B95}"/>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75F8449-6EAA-4107-8AB0-852BF6A02039}"/>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AI use notices</a:t>
            </a:r>
          </a:p>
        </p:txBody>
      </p:sp>
      <p:sp>
        <p:nvSpPr>
          <p:cNvPr id="8" name="">
            <a:extLst xmlns:a="http://schemas.openxmlformats.org/drawingml/2006/main">
              <a:ext uri="{FF2B5EF4-FFF2-40B4-BE49-F238E27FC236}">
                <a16:creationId xmlns:a16="http://schemas.microsoft.com/office/drawing/2014/main" id="{1622AAD6-268F-4A42-9735-8BF0D531E6DD}"/>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4A50A0B4-4A8E-4173-B6F3-9DECB0CD5CB5}"/>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C637C54-924F-43B5-8EBA-D034D5BE5F89}"/>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80210D93-6EAD-4850-9840-F02205754647}"/>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Community-facing FAQs</a:t>
            </a:r>
          </a:p>
        </p:txBody>
      </p:sp>
      <p:sp>
        <p:nvSpPr>
          <p:cNvPr id="12" name="">
            <a:extLst xmlns:a="http://schemas.openxmlformats.org/drawingml/2006/main">
              <a:ext uri="{FF2B5EF4-FFF2-40B4-BE49-F238E27FC236}">
                <a16:creationId xmlns:a16="http://schemas.microsoft.com/office/drawing/2014/main" id="{C2FB0084-713E-4D6B-90A8-D746156FE733}"/>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BDAC25B2-A266-485E-A675-FA8B8DDDB726}"/>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7675AF3-C543-4531-970F-92FFB298BE6E}"/>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BBB37A1E-C99D-4306-9C16-2F6D5591B6D6}"/>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Feedback and correction pathways</a:t>
            </a:r>
          </a:p>
        </p:txBody>
      </p:sp>
      <p:sp>
        <p:nvSpPr>
          <p:cNvPr id="16" name="">
            <a:extLst xmlns:a="http://schemas.openxmlformats.org/drawingml/2006/main">
              <a:ext uri="{FF2B5EF4-FFF2-40B4-BE49-F238E27FC236}">
                <a16:creationId xmlns:a16="http://schemas.microsoft.com/office/drawing/2014/main" id="{3729676E-594E-45A3-9B63-0F01EE7FD11C}"/>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A9292DFE-0F8A-4831-8AA0-9D5EA368397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18" name="">
            <a:extLst xmlns:a="http://schemas.openxmlformats.org/drawingml/2006/main">
              <a:ext uri="{FF2B5EF4-FFF2-40B4-BE49-F238E27FC236}">
                <a16:creationId xmlns:a16="http://schemas.microsoft.com/office/drawing/2014/main" id="{CD6EAFD7-2A74-4C1D-B718-29933A0D546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309884066"/>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448CF3-DB98-49CD-9B7E-639FA764CBA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6F9FC53-5334-49AA-AD0C-D5D82310D28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F6D6375C-9244-44BB-8DD3-7AA5C81B2B6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6F044C9-ED0A-4E2D-837B-05BC0E37A1F1}"/>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7B68B98-2852-432B-B65D-0DE0DC03DDE1}"/>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E30E59ED-9825-4898-A08B-0FA9E8CF9AB1}"/>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378C2081-77A3-4F2B-84B5-D5518C0D6869}"/>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should staff, partners, and the public know about this AI use? What information can be shared without compromising privacy or security? How will notices be updated when the AI use changes?</a:t>
            </a:r>
          </a:p>
        </p:txBody>
      </p:sp>
      <p:sp>
        <p:nvSpPr>
          <p:cNvPr id="8" name="">
            <a:extLst xmlns:a="http://schemas.openxmlformats.org/drawingml/2006/main">
              <a:ext uri="{FF2B5EF4-FFF2-40B4-BE49-F238E27FC236}">
                <a16:creationId xmlns:a16="http://schemas.microsoft.com/office/drawing/2014/main" id="{71C143C7-E863-4488-9BF5-AE373C3CE5C7}"/>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5AFBBDA-BAA7-4274-8537-735D648657F7}"/>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C30CF5D6-62B7-4CF1-BF48-C7B9A43152C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1E03C0EA-FFCC-41FC-A736-CF9BFCF69983}"/>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Draft a plain-language AI use notice for one public-facing workflow. Include purpose, what AI does, what humans decide, data types, safeguards, limitations, and contact or correction options.</a:t>
            </a:r>
          </a:p>
        </p:txBody>
      </p:sp>
      <p:sp>
        <p:nvSpPr>
          <p:cNvPr id="12" name="">
            <a:extLst xmlns:a="http://schemas.openxmlformats.org/drawingml/2006/main">
              <a:ext uri="{FF2B5EF4-FFF2-40B4-BE49-F238E27FC236}">
                <a16:creationId xmlns:a16="http://schemas.microsoft.com/office/drawing/2014/main" id="{DF9B621D-2C3A-4FA7-A533-30DB73CF484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13" name="">
            <a:extLst xmlns:a="http://schemas.openxmlformats.org/drawingml/2006/main">
              <a:ext uri="{FF2B5EF4-FFF2-40B4-BE49-F238E27FC236}">
                <a16:creationId xmlns:a16="http://schemas.microsoft.com/office/drawing/2014/main" id="{B5507622-6E8F-43C5-98EC-163108D515E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7926728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87B922-B5FD-4500-BAA4-5D93B9AA8F9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D95CC20-E2E5-4B13-BB00-07C176192FA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F0B88779-4636-4A7B-BE18-536B11D4182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2ED8CC4-0888-4297-B608-9B32CE5A45D4}"/>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499ACCC-0274-43C3-8DAE-0EDF2035A79F}"/>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CC7691CA-C9FC-4C8D-A0E6-CFAB2C6BAB2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AAECAE8D-A91D-4BA8-830B-1C71F52FEED8}"/>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4, 10, 12 and Tools 19, 20, 46.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F0C6F3E8-0BD0-42F8-88EA-5CEC4B6C0F59}"/>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081D2FB-B650-49D0-B99C-A6BA52BF4C8E}"/>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CD4EC402-150B-404D-B38B-4E5240959333}"/>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D6AD9063-94F7-44D3-BDB4-74930AF01C58}"/>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Blueprint for an AI Bill of Rights: Notice, explanation, and alternatives principles for automated systems. ASPPH AI Framework Report: Public transparency, trust, and community accountability expectations. NIST AI Risk Management Framework:.</a:t>
            </a:r>
          </a:p>
        </p:txBody>
      </p:sp>
      <p:sp>
        <p:nvSpPr>
          <p:cNvPr id="12" name="">
            <a:extLst xmlns:a="http://schemas.openxmlformats.org/drawingml/2006/main">
              <a:ext uri="{FF2B5EF4-FFF2-40B4-BE49-F238E27FC236}">
                <a16:creationId xmlns:a16="http://schemas.microsoft.com/office/drawing/2014/main" id="{019F0B63-7AED-4080-B16F-EDE77F3B601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Public Transparency and Community Trust</a:t>
            </a:r>
          </a:p>
        </p:txBody>
      </p:sp>
      <p:sp>
        <p:nvSpPr>
          <p:cNvPr id="13" name="">
            <a:extLst xmlns:a="http://schemas.openxmlformats.org/drawingml/2006/main">
              <a:ext uri="{FF2B5EF4-FFF2-40B4-BE49-F238E27FC236}">
                <a16:creationId xmlns:a16="http://schemas.microsoft.com/office/drawing/2014/main" id="{91E87089-40EF-454C-8D71-D85F0D1034E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951119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2026-07-02T17:47:03.1350000Z</dcterms:created>
  <dcterms:modified xsi:type="dcterms:W3CDTF">2026-07-02T17:47:03.1350000Z</dcterms:modified>
</coreProperties>
</file>