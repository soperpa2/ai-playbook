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Record linkage and entity resolution help public health systems determine.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often rely on linked data even when the linkage process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matching and deduplication affect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record linkage matters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deterministic matching, probabilistic matching, entity.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risks from false matches and missed matches.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record linkage matters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how thresholds, clerical review,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linkage risk review for an AI-supported.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Record linkage and entity resolution help public health systems determine.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often rely on linked data even when the linkage process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matching and deduplication affect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and entity resolution help public health systems determine.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Record linkage and entity resolution help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learners how matching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Record linkage matters because public health work often depends on combining.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surveillance system may need to associate a lab report with an existing.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IIS may need to match vaccination records from multiple providers.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 matters because public health work often depends on combining.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vital records linkage may support maternal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AI tool using these linked records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linkage is wrong, the AI output may be wrong.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Record linkage.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Record linkage is the process of determining whether records from one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entity may be a person, provider, facility, address, organization,.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Record linkage.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Record linkage is the process of determining.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Entity resolution.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Entity resolution is the broader process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Probabilistic matching.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Probabilistic matching estimates the likelihood that records refer to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improve recall but requires thresholds, validation,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Probabilistic matching.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Probabilistic matching estimates the likelihood.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Clerical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Clerical review is human review of uncertain.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AI-supported case summary may pull together lab reports, case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person matching process incorrectly combines two people, the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process misses a prior record, the summary may omit important history.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AI-supported case summary may pull together lab reports, case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AI-supported case summary may pull together lab.</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person matching process incorrectly.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investigator needs visibility into linkage.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Matching design begins with the entity being matched and the decision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Person matching may use name, date of birth, address, phone, medical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Facility matching may use name, address, license number, geocode,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Matching design begins with the entity being matched and the decision that.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Person matching may use name, date of birth,.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Event matching may use dates, locations,.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determine when records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False matches.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False matches can combine data from different people or 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conservative thresholds for consequential uses, clerical.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False matches.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Hidden linkage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outputs may present linked data as certain.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confidence indicators, source records, and user review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Hidden linkage uncertainty.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linked records, so source attribution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features created from linked records, making.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may extract identifiers from text to support linkage, which requires.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linked records, so source attribution and linkage.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in your agency depend on matching records across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fields are used for matching, and how complete are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populations may be more likely to experience missed or incorrect.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depend on matching records across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in your agency depend on matching.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fields are used for matching, and how.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populations may be more likely to experience.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happens when records are incorrectly merged or not merged?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should human review be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happens when records are incorrectly merged or not merged?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happens when records are incorrectly merged.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should human review be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linkage risk review for one AI-supported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matching purpose, data sources, matching fields, known field.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linkage risk review for one AI-supported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linkage risk review for one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matching purpose, data 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Linkage risk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Deduplication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Match review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Linkage risk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Deduplication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Match review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escalation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Linkage risk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Deduplication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Match review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Linkage risk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Linkage risk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Deduplication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Match review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 false match?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 missed match?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does record linkage matter for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 false match?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 false match?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IIS and surveillance data quality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Health information exchange data quality materials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IIS and surveillance data quality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IIS and surveillance data quality.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data modernization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Health information exchange data quality materials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2026-07-13T03:27:54Z</dcterms:created>
  <dcterms:modified xsi:type="dcterms:W3CDTF">2026-07-13T03:27:54Z</dcterms:modified>
</cp:coreProperties>
</file>