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refers to AI systems configured to pursue a goal through multiple steps, often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agentic workflows may eventually support intake triage, document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Incident Response Checklist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Compliance Audit Checklist to translate.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agentic AI and orchestration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advisory outputs from tool-using or action-taking AI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components of an agentic workflow, including goals, tools, permissions, memory,.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agentic AI and orchestration in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components of an agentic workflow, including goals,.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Assess risks from excessive agency, unauthorized actions, error.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human-in-the-loop and human-on-the-loop controls for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an agentic workflow control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an agentic workflow control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agentic workflow control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refers to AI systems configured to pursue a goal through multiple steps, often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agentic workflows may eventually support intake triage, document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require stronger controls than simple drafting or summarization.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refers to AI systems configured to pursue a goal.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agentic workflows may eventually support intake.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design agentic workflows with.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matters because it shifts AI from generating outputs to participating in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chatbot that drafts a message is one level of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agent that sends the message, updates a case record, creates a task, or notifies a partner.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agent that sends the message, updates a case record, creates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Action-taking systems require explicit governance because errors.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workflows often involve legal authority, sensitive.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consider an agentic workflow for incoming public health inquiries.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agent could classify the inquiry, retrieve relevant approved guidance, draft a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low-risk general information, the agent might prepare a draft for staff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agent could classify the inquiry, retrieve relevant 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sensitive complaints, reportable disease concerns, media.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design requires orchestration rules.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workflow design begins with the goal.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should be narrow and operationally defined. “Help with surveillance” is too broad..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Narrow goals make it easier to define tools, permissions, validation, and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workflow design begins with the goal.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goal should be narrow and operationally defined. “Help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Tool access is a central design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agent may be allowed to search documents, query a database,.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oversight should match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Human-in-the-loop approval is appropriate for actions that affect records, services,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Human-on-the-loop monitoring may be appropriate for lower-risk background tasks if users 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oversight should match risk.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Human-in-the-loop approval is appropriate for actions that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Human-on-the-loop monitoring may be appropriate for lower-risk.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Fully automated action should be limited to low-risk, well-tested,.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Excessive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agent may take actions beyond intended scope.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narrow goals, allowed-action lists, prohibited actions, and approval gates.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Excessive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Unauthorized system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Tool access may expose sensitive data or functions.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least privilege, scoped credentials, role-based.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Unclear accountability.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not know who is responsible for agent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role definitions, review records, and governance ownership.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Unclear accountability.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Unclear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may not know who is responsible for agent actions.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role definitions, review records,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workflows may combine RAG, APIs, prompts, classification models, workflow rules,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most appropriate when tasks are repetitive, bounded, reviewable, and supported by.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are least appropriate when the task requires complex judgment, legal interpretation,.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workflows may combine RAG, APIs, prompts,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They are least appropriate when the task requires complex.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should pilot agentic workflows in limited,.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goal would the agent pursue, and how narrowly can it be defined?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tools or systems would the agent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actions are allowed, prohibited, or require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goal would the agent pursue, and how narrowly can it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tools or systems would the agent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actions are allowed, prohibited, or require human approval?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logs are needed to reconstruct agent behavior?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rollback or correction process is needed if the agent makes an error?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logs are needed to reconstruct agent behavior?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logs are needed to reconstruct agent behavior?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rollback or correction process is needed if the agent makes.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agentic workflow control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goal, trigger, data sources, tools, allowed actions, prohibited actions,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plan should identify at least one low-risk pilot boundary and one condition that would.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agentic workflow control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goal, trigger, data sources, tools, allowed actions,.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plan should identify at least one low-risk pilot boundary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workflow control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action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workflow control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Allowed/prohibited action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approval and escalation map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Tool-call logging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Tool-call logging requirements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Tool-call logging requirements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workflow control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action 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approval and escalation map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workflow control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workflow control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Allowed/prohibited action 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approval and escalation map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makes agentic AI different from simple drafting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action usually requires stronger oversight?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orchestration?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makes agentic AI different from simple drafting support?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makes agentic AI different from simple drafting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OWASP Top 10 for Large Language Model Applications:.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Privacy Framework: https://www.nist.gov/privacy-framework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2026-07-13T02:24:09Z</dcterms:created>
  <dcterms:modified xsi:type="dcterms:W3CDTF">2026-07-13T02:24:09Z</dcterms:modified>
</cp:coreProperties>
</file>