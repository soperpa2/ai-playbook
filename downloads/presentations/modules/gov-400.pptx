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 pilots,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 cadence,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 areas,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purpose and minimum contents of an AI governance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 governance committee, technical review group, executive sponsor,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which agency functions should participate in AI governance and when their review is.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 governance committee, technical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operating procedures for intake, review,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governance charter or operating model that can.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 pilots,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 cadence,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 areas, legal,.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obligations,.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governance must therefore be more than a technology review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must define how the agency decides which AI uses are acceptable, which safeguards are.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department wants to allow staff to use AI tools for program support, document.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governance charter, each program may develop its own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communications office may require human review, the surveillance program may prohibit.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allow staff to use AI tools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communications office may require human review,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governance operating model brings these decisions into one.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strong governance charter begins with purpose and scope.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Purpose explains why the governance body exists, such as protecting public trust, supporting.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Scope explains what falls under the governance process.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strong governance charter begins with purpose and scope.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Purpose explains why the governance body exists,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public health, scope should include internally developed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operating model should define roles clearly.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governance that exists only on paper.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charter may sound strong, but if staff do not know when to submit use cases, who decides,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practical guardrail is to create a simple intake form, review rubric, meeting cadence,.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governance that exists only on paper.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charter may sound strong, but if staff do not know when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practical guardrail is to create a simple intake form,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over-centralization.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governance should define approved tools, prohibited data, review expectations,.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 governance should require validation, subgroup performance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governance should define allowed actions, approval checkpoints, logging, rollback.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governance should define approved tools, prohibited.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 governance should require validation, subgroup.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governance should define allowed actions, approval.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 one-page AI governance charter and a one-page operating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scope, membership, review levels, decision rights, documentation, escalation,.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one-page AI governance charter and a one-page operating.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scope, membership, review levels, decision rights,.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governance charter; governance operating model; intake and decision-flow diagram;.</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governance charter; governance operating model; intake and decision-flow diagram;.</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2026-07-13T02:33:45Z</dcterms:created>
  <dcterms:modified xsi:type="dcterms:W3CDTF">2026-07-13T02:33:45Z</dcterms:modified>
</cp:coreProperties>
</file>