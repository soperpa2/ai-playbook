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440 Workforce Strategy and AI Role Design
AI changes the skills, roles, and collaboration patterns needed in public health agencies. It does not eliminate the need for public health expertise. Instead, it increases the need for staff who can translate across program, data, technology, privacy, legal, equity, procurement, and community perspectives. Leaders need a workforce strategy that prepares staff to use, review, govern, and improve AI-supported workflows. This module helps leaders identify AI-related roles and competencies. It emphasizes the need for role-based training, AI bridge professionals, governance participants, technical reviewers, program owners, data stewards, and frontline users. The module also addresses workload, job redesign, deskilling risk, upskilling, and equitable access to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AI changes the skills, roles, and collaboration patterns needed in public health agencies. It does not eliminate the need for public health expertise. Instead, it increases the need for staff who can translate across program, data, technology, privacy, legal, equity, procurement, and community perspectives. Leaders need a workforce strategy that prepares staff to use, review, govern, and improve AI-supported workflows. This module helps leaders identify AI-related roles and competencies. It emphasizes the need for role-based training, AI bridge professionals, governance participants, technical reviewers, program owners, data stewards, and frontline users. The module also addresses workload, job redesign, deskilling risk, upskilling, and equitable access to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workforce roles needed for responsible AI adoption in public health.
Distinguish between AI users, reviewers, implementers, governance participants, and accountability owners.
Develop role-based competency expectations for AI-supported work.
Recognize workforce risks such as deskilling, uneven access to training, and unclear role boundaries.
Produce a workforce readiness and role design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changes the skills, roles, and collaboration patterns needed in public health agencies. It does not eliminate the need for public health expertise. Instead, it increases the need for staff who can translate across program, data, technology, privacy, legal, equity, procurement, and community perspectives. Leaders need a workforce strategy that prepares staff to use, review, govern, and improve AI-supported workflows.
This module helps leaders identify AI-related roles and competencies. It emphasizes the need for role-based training, AI bridge professionals, governance participants, technical reviewers, program owners, data stewards, and frontline users. The module also addresses workload, job redesign, deskilling risk, upskilling, and equitable access to training.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AI depends on people who understand both technology and context. A model may generate a summary, but an epidemiologist must judge whether the summary is meaningful. A vendor may describe a product, but an informatician must assess interoperability and data flow. A leader may approve a use case, but governance participants must ensure that privacy, equity, security, and legal concerns have been addressed.
Workforce strategy helps agencies move beyond ad hoc training. It defines which staff need baseline literacy, which staff need deeper technical skills, which staff need governance training, and which roles require ongoing competency development. It also helps agencies avoid concentrating AI knowledge in a small group while leaving most staff dependent on informal guidance.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implements several AI tools: a document assistant, a case summarization tool, a data quality monitor, and a predictive model for resource planning. Staff quickly discover that no single role owns all the knowledge needed. Program staff understand workflow, IT understands integration, privacy understands data restrictions, and analysts understand validation. However, there is no role that connects these perspectives consistently.
The agency creates an AI bridge role to support use case development, governance preparation, workflow mapping, vendor questioning, training, and implementation review. The role does not replace technical specialists or program leaders. It helps them work together more effectively.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An AI workforce strategy should define role groups. General staff may need baseline AI literacy, approved-use guidance, and prompt safety. Frontline users need workflow-specific training and escalation expectations. Supervisors need to support review, feedback, and documentation. Program owners need to understand accountability and performance monitoring. Technical staff need deeper knowledge of data, architecture, validation, and security. Governance members need enough shared language to review proposals consistently.
Competency expectations should be practical. Staff do not all need to become data scientists. However, many need to recognize when AI output is unsupported, when sensitive data should not be entered, when a use case exceeds approved boundaries, and when to escalate. Technical and informatics staff may need competencies in data quality, interoperability, model evaluation, RAG, security, and lifecycle monitoring.
Role design should also address workload and equity. AI review and governance work require time. If these responsibilities are added informally to already overloaded staff, governance may become superficial. Leaders should identify protected time, training resources, role descriptions, and career pathways for staff who support responsible AI.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assuming that AI reduces workforce needs. In practice, responsible AI often requires new review, training, documentation, and monitoring work. A guardrail is to include workforce impact in every business case and implementation plan.
Another risk is uneven access to AI skills. Staff in better-resourced programs may receive training first, while others fall behind. A guardrail is to create a role-based training plan that includes all relevant staff groups and supports equitable participation.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requires staff who can review outputs and manage source accuracy. Predictive analytics requires staff who can interpret performance and understand limitations. Agentic workflows require staff who can oversee permissions, actions, escalation, and rollback. Workforce strategy should connect each AI type to the roles needed to use it safely.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role-based AI workforce readiness plan. Include role groups, competencies, required training, responsibilities, decision authority, and support needs.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Workforce readiness plan; role-based competency matrix; training assignment matrix; AI bridge role description.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Workforce readiness plan; role-based competency matrix; training assignment matrix; AI bridge role description.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Workforce Strategy and AI Role Design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changes the skills, roles, and collaboration patterns needed in public health agencies.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does not eliminate the need for public health expertise.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Instead, it increases the need for staff who can translate across program, data, technology,.</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advanced/leadership Primary track: Public Health Executive Leadership Track Appears in tracks: governance-security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Identify workforce roles needed for responsible AI adoption in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Distinguish between AI users, reviewers, implementers, governance participants,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Develop role-based competency expectations for AI-supported 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workforce roles needed for responsible AI adoption in public health.</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Distinguish between AI users, reviewers, implementers, governance.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Recognize workforce risks such as deskilling, uneven access to.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 workforce readiness and role design plan.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changes the skills, roles, and collaboration patterns needed in public health agencies.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does not eliminate the need for public health expertise.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Instead, it increases the need for staff who can translate across program, data, technology,.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changes the skills, roles, and collaboration patterns needed in public health agencies.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Instead, it increases the need for staff who can translate across.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Leaders need a workforce strategy that prepares staff to use,.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helps leaders identify AI-related roles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Public health AI depends on people who understand both technology and context.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model may generate a summary, but an epidemiologist must judge whether the summary is.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vendor may describe a product, but an informatician must assess interoperability and data.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Public health AI depends on people who understand both technology and context.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leader may approve a use case, but governance participants must.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Workforce strategy helps agencies move beyond ad hoc training.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defines which staff need baseline literacy, which staff need.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public health agency implements several AI tools: a document assistant, a case summarization.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quickly discover that no single role owns all the knowledge needed.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Program staff understand workflow, IT understands integration, privacy understands data.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public health agency implements several AI tools: a document assistant, a case summarization tool, a.</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implements several AI tools: a document.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Program staff understand workflow, IT understands integration,.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However, there is no role that connects these perspectives.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An AI workforce strategy should define role groups.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General staff may need baseline AI literacy, approved-use guidance, and prompt safety.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Frontline users need workflow-specific training and escalation expectations.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An AI workforce strategy should define role groups.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Supervisors need to support review, feedback, and documentation.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Program owners need to understand accountability and performance.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Technical staff need deeper knowledge of data, architecture,.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One risk is assuming that AI reduces workforce needs.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practice, responsible AI often requires new review, training, documentation, and monitoring.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guardrail is to include workforce impact in every business case and implementation plan.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One risk is assuming that AI reduces workforce needs.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Another risk is uneven access to AI skills.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Staff in better-resourced programs may receive training first,.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guardrail is to create a role-based training plan that includes.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requires staff who can review outputs and manage source accuracy.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Predictive analytics requires staff who can interpret performance and understand limitations.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Agentic workflows require staff who can oversee permissions, actions, escalation, and rollback.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requires staff who can review outputs and manage source accuracy.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requires staff who can review outputs and manage.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Predictive analytics requires staff who can interpret performance.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Agentic workflows require staff who can oversee permissions,.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current or proposed AI use case in your agency raises this leadership or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currently has authority to make decisions about this issue, and is that authority.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governance or leadership need before approving the use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current or proposed AI use case in your agency raises this.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currently has authority to make decisions about this issue,.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governance or leadership need before approving.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staff, partners, or communities would be affected if this issue were handled poorly?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policy, process, or artifact should be created or updated after this module?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staff, partners, or communities would be affected if this.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policy, process, or artifact should be created or updated.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role-based AI workforce readiness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role groups, competencies, required training, responsibilities, decision authority,.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role-based AI workforce readiness plan.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role-based AI workforce readiness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Include role groups, competencies, required training,.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Choose a real or realistic public health AI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Document assumptions, unresolved questions, and which agency roles would need to review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exercise should produce a work product that could support governance review, leadership.</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Choose a real or realistic public health AI use case.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Document assumptions, unresolved questions, and which agency roles.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exercise should produce a work product that could support.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Workforce readiness plan; role-based competency matrix; training assignment matrix; AI bridge.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Workforce readiness plan; role-based competency matrix; training assignment matrix; AI bridge role.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Workforce readiness plan; role-based competency matrix; training.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Workforce readiness plan; role-based competency matrix; training assignment matrix; AI bridge.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Workforce readiness plan; role-based competency matrix; training assignment matrix; AI bridge role.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Workforce readiness plan; role-based competency matrix; training.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strongest reason this module topic belongs in AI leadership and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practice best supports accountable public health AI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When should an AI use case be escalated for leadership or governance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strongest reason this module topic belongs in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 (AI RMF 1.0):.</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Privacy 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 (AI RMF.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Ethics and Governance of Artificial Intelligence for Health:.</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Workforce Strategy and AI Role Design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OMB Memorandum M-24-10 on federal AI governance, risk management, and innovation, where.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Agency strategic plans, procurement policies, privacy policies, cybersecurity policies, records.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OMB Memorandum M-24-10 on federal AI governance, risk management,.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strategic plans, procurement policies, privacy policies,.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Workforce Strategy and AI Role Design</dc:title>
  <dc:subject>Workforce Strategy and AI Role Design learning module</dc:subject>
  <dc:creator>Paula Soper</dc:creator>
  <cp:lastModifiedBy>Paula Soper</cp:lastModifiedBy>
  <cp:revision>1</cp:revision>
  <dcterms:created xsi:type="dcterms:W3CDTF">2026-07-13T02:24:09Z</dcterms:created>
  <dcterms:modified xsi:type="dcterms:W3CDTF">2026-07-13T02:24:09Z</dcterms:modified>
</cp:coreProperties>
</file>