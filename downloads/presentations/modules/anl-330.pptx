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330 Equity Evaluation for AI Models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analytics-and-modeling, governance-and-security, epidemiology, policy, communications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overall model performance can mask inequitable performance.
Identify relevant subgroups and contextual factors for equity evaluation in public health.
Assess data representativeness, missingness, and measurement bias before model use.
Define subgroup performance measures and review thresholds for AI-supported workflows.
Produce an equity evaluation plan for a model or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model predicts which clients are most likely to miss follow-up care after a public health referral. Overall performance appears acceptable, but subgroup review shows lower sensitivity for rural clients and people with missing phone numbers. The model may under-prioritize people who face transportation, broadband, housing, or communication barriers. Equity evaluation would require additional analysis, workflow changes, and monitoring before the tool is used for outreach prioritization.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begins with the intended use. A model used for internal workload planning has different equity implications than a model used to prioritize field response or determine which communities receive outreach. Evaluators should identify who is affected by the model output, what action follows, and what harms may occur from false positives, false negatives, or delayed review.
Data assessment is the next step. Public health datasets often reflect uneven healthcare access, reporting patterns, documentation practices, language access, and program reach. Missing race, ethnicity, language, disability, address, housing, or contact information may not be random. It may reflect structural barriers or data collection practices that affect some communities more than others.
Subgroup performance should be measured when data allow. This may include sensitivity, specificity, false positive rates, false negative rates, calibration, timeliness, or user override rates by race, ethnicity, age, sex, gender, geography, language, disability, rurality, payer, facility type, or other relevant factors. Subgroups should be chosen based on public health relevance, not simply data convenience.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should lead to action. Mitigations may include changing thresholds, improving data collection, adding human review, limiting the intended use, creating separate workflows, improving language access, consulting community partners, adding uncertainty warnings, or declining to deploy the model. Equity monitoring should continue after launch because data patterns and workflow use can change.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Relying on average performance while ignoring subgroup harms.
Using datasets that underrepresent communities with limited healthcare access.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Treating missing data as neutral when missingness reflects structural inequities.
Using AI prioritization to allocate scarce resources without equity review.
Failing to monitor equity impacts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equity evaluation for AI uses that affect prioritization, eligibility, outreach, response, or public communication.
Assess representativeness and missingness before model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Measure subgroup performance where feasible and document limitations where not feasible.
Include community, equity, and program reviewers in governance decisions.
Monitor equity indicators and user overrides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equity evaluation plan for one AI model or AI-supported workflow. Include intended use, affected populations, relevant subgroups, data representativeness concerns, missingness concerns, subgroup performance measures, potential harms, mitigation options, monitoring indicators, and decision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evaluation plan
Subgroup and data representativeness review
Potential harm and mitigation table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monitoring indicators
Governance recommendation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Equity evaluation plan
Subgroup and data representativeness review
Potential harm and mitigation table
Equity monitoring indicators
Governance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overall model performance insufficient for public health equity review?
2. What is measurement bias?
3. Which use most clearly requires equity evaluation?
4. What should happen if subgroup performance is poor for a population affected by the workflow?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Equity Evaluation for AI Models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examines whether an AI model performs differently across populations,.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evaluate not only average model performance.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is especially important when AI is used to prioritize cases, allocate services, detect.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Analytics and Modeling Track Appears in tracks: analytics-and-modeling,.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 learners connect.</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overall model performance can mask inequitable performance.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relevant subgroups and contextual factors for equity evaluation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Assess data representativeness, missingness, and measurement bias before model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subgroup performance measures and review thresholds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equity evaluation plan for a model or AI-supported.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examines whether an AI model performs differently across populations, places,.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evaluate not only average model performance.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is especially important when AI is used to prioritize cases, allocate services, detect.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examines whether an AI model performs.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have a responsibility to evaluate not only.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is especially important when AI is used to prioritize cases,.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model predicts which clients are most likely to miss follow-up care after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Overall performance appears acceptable, but subgroup review shows lower sensitivity for rural.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may under-prioritize people who face transportation, broadband, housing,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model predicts which clients are most likely to miss follow-up care after a public health referral.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Overall performance appears acceptable, but subgroup review shows.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model may under-prioritize people who face transportation,.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Equity evaluation would require additional analysis,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begins with the intended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used for internal workload planning has different equity implications than a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Evaluators should identify who is affected by the model output, what action follows, and what.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evaluation begins with the intended use.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model used for internal workload planning has different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Evaluators should identify who is affected by the model output,.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assessment is the next step.</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should lead to action.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Mitigations may include changing thresholds, improving data collection, adding human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Equity monitoring should continue after launch because data patterns and workflow use can.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evaluation should lead to action.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should lead to action.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Mitigations may include changing thresholds, improving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Equity monitoring should continue after launch because data.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Relying on average performance while ignoring subgroup harms.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Using datasets that underrepresent communities with limited healthcare access.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Relying on average performance while ignoring subgroup harms.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Using datasets that underrepresent communities with limited.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Treating missing data as neutral when missingness reflects structural inequities.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Using AI prioritization to allocate scarce resources without equity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Failing to monitor equity impacts after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Treating missing data as neutral when missingness reflects.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Using AI prioritization to allocate scarce resources without.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Failing to monitor equity impacts after deployment.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 equity evaluation for AI uses that affect prioritization, eligibility, outreach,.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Assess representativeness and missingness before model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 equity evaluation for AI uses that affect prioritization,.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representativeness and missingness before model use.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Measure subgroup performance where feasible and document limitations where not feasible.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community, equity, and program reviewers in governance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Monitor equity indicators and user overrides after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Measure subgroup performance where feasible and document limitations where not feasible.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Measure subgroup performance where feasible and document.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community, equity, and program reviewers in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Monitor equity indicators and user overrides after deployment.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equity evaluation plan for one AI model or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intended use, affected populations, relevant subgroups, data representativeness.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equity evaluation plan for one AI model or AI-supported.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intended use, affected populations, relevant subgroups,.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Subgroup and data representativeness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Potential harm and mitigation 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evaluation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Subgroup and data representativeness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Potential harm and mitigation table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monitoring indicators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monitoring indicators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monitoring indicators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Governance recommendation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Subgroup and data representativeness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Potential harm and mitigation 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evaluation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monitoring indicators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Governance recommendation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is overall model performance insufficient for public health equity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measurement bias?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use most clearly requires equity evaluation?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is overall model performance insufficient for public health equity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is overall model performance insufficient for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Equity Evaluation for AI Models</dc:title>
  <dc:subject>Equity Evaluation for AI Models learning module</dc:subject>
  <dc:creator>Paula Soper</dc:creator>
  <cp:lastModifiedBy>Paula Soper</cp:lastModifiedBy>
  <cp:revision>1</cp:revision>
  <dcterms:created xsi:type="dcterms:W3CDTF">2026-07-13T02:24:08Z</dcterms:created>
  <dcterms:modified xsi:type="dcterms:W3CDTF">2026-07-13T02:24:08Z</dcterms:modified>
</cp:coreProperties>
</file>