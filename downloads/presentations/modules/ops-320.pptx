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320 Operational Monitoring and Continuous Improvement for AI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governance-security, program-management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operational monitoring and continuous improvement for ai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post-launch monitoring of AI-supported workflows.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Operational Monitoring and Continuous Improvement for AI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post-launch monitoring of AI-supported workflows.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operational monitoring and continuous improvement for ai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Operational Monitoring and Continuous Improvement for AI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Operational Monitoring and Continuous Improvement for AI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operational monitoring and continuous improvement for ai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Operational Monitoring and Continuous Improvement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post-launch monitoring of AI-supported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Operations and Data Quality Track Appears in tracks: operations-data-quality, governance-security, program-management</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operational monitoring and continuous improvement for ai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operational monitoring and continuous improvement for ai in public health AI.</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post-launch monitoring of AI-supported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post-launch monitoring of AI-supported workflows.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emphasizes paragraph-based reasoning, defined responsibilities,.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Operational Monitoring and Continuous Improvement for AI matters because AI adoption changes.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Operational Monitoring and Continuous Improvement for AI matters because AI adoption changes how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Monitoring and Continuous Improvement for AI matters.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post-launch monitoring.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post-launch monitoring of.</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operational monitoring and continuous improvement for ai artifact for 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operational monitoring and continuous improvement for ai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operational monitoring and continuous.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Operational Monitoring and Continuous Improvement for AI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Operational Monitoring and Continuous Improvement for AI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Operational Monitoring and Continuous Improvement for AI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operational monitoring and continuous improvement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operational monitoring and continuous improvement for ai has.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operational monitoring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Operational Monitoring and Continuous Improvement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Operational Monitoring and Continuous Improvement for AI</dc:title>
  <dc:subject>Operational Monitoring and Continuous Improvement for AI learning module</dc:subject>
  <dc:creator>Paula Soper</dc:creator>
  <cp:lastModifiedBy>Paula Soper</cp:lastModifiedBy>
  <cp:revision>1</cp:revision>
  <dcterms:created xsi:type="dcterms:W3CDTF">2026-07-13T02:33:45Z</dcterms:created>
  <dcterms:modified xsi:type="dcterms:W3CDTF">2026-07-13T02:33:45Z</dcterms:modified>
</cp:coreProperties>
</file>