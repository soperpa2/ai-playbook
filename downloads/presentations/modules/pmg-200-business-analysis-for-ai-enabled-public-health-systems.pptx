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200 Business Analysis for AI-Enabled Public Health Systems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Program Management Role-Based Track
Appears in tracks: operations-data-quality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business analysis for ai-enabled public health systems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business analysis package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Business analysis translates public health needs into clear requirements, workflows, user stories, acceptance criteria, data needs, and implementation decisions. AI projects often fail when technical teams, vendors, and program staff do not share a precise understanding of the problem to be solved. This module gives informaticians and program leads a disciplined approach to defining AI-supported workflows before technology choices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Business Analysis for AI-Enabled Public Health Systems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Business analysis clarifies the problem, workflow, users, requirements, constraints, and success criteria before technology decisions are made. AI projects often fail when teams start with a tool rather than a well-defined public health need.
A user story describes what a user needs to do and why. In AI work, user stories should include human review, data requirements, documentation, and limitations. A user story should not simply say that the user wants AI; it should describe the task the AI is supporting.
Acceptance criteria are testable conditions that determine whether a requirement has been met. For AI systems, acceptance criteria should include accuracy, workflow fit, usability, security, privacy, accessibility, and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may want AI to help classify community complaints. A business analyst would clarify whether the real problem is high complaint volume, inconsistent routing, delayed response, lack of category definitions, or insufficient staffing. The resulting requirements may call for classification support with human review rather than fully automated complaint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Business analysis begins with problem definition. Teams should document the public health objective, the operational pain point, the affected users, the current workflow, the decision being supported, and the consequences of error. A vague goal such as “use AI to improve efficiency” is not sufficient for implementation.
Requirements should be grounded in workflow. Analysts should define current-state and future-state processes, data inputs, outputs, decision points, exception handling, reporting needs, and approval steps. This helps prevent tools from being procured without a clear implementation pathway.
AI business analysis also requires boundary setting. Teams should define intended uses, prohibited uses, users, data permissions, human review points, and escalation triggers. These boundaries should become requirements, training expectations, and governance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business analysis package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business analysis package.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business analysis package.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business analysis for ai-enabled public health systems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Business Analysis for AI-Enabled Public Health Systems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Business analysis translates public health needs into clear requirements, workflows, user stories, acceptance.</a:t>
            </a:r>
            <a:endParaRPr lang="en-US" sz="2100" dirty="0"/>
          </a:p>
          <a:p>
            <a:r>
              <a:rPr lang="en-US" sz="2100" dirty="0">
                <a:solidFill>
                  <a:srgbClr val="17364A"/>
                </a:solidFill>
                <a:latin typeface="Aptos" pitchFamily="34" charset="0"/>
                <a:ea typeface="Aptos" pitchFamily="34" charset="-122"/>
                <a:cs typeface="Aptos" pitchFamily="34" charset="-120"/>
              </a:rPr>
              <a:t>AI projects often fail when technical teams, vendors, and program staff do not share a precise understanding of.</a:t>
            </a:r>
            <a:endParaRPr lang="en-US" sz="2100" dirty="0"/>
          </a:p>
          <a:p>
            <a:r>
              <a:rPr lang="en-US" sz="2100" dirty="0">
                <a:solidFill>
                  <a:srgbClr val="17364A"/>
                </a:solidFill>
                <a:latin typeface="Aptos" pitchFamily="34" charset="0"/>
                <a:ea typeface="Aptos" pitchFamily="34" charset="-122"/>
                <a:cs typeface="Aptos" pitchFamily="34" charset="-120"/>
              </a:rPr>
              <a:t>This module gives informaticians and program leads a disciplined approach to defining AI-supported workflows.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business analysis for ai-enabled public health systems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business analysis for ai-enabled public health systems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business analysis package that can support readiness assessment,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business analysis package that can support readiness assessment,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Business analysis translates public health needs into clear requirements, workflows, user stories,.</a:t>
            </a:r>
            <a:endParaRPr lang="en-US" sz="2100" dirty="0"/>
          </a:p>
          <a:p>
            <a:r>
              <a:rPr lang="en-US" sz="2100" dirty="0">
                <a:solidFill>
                  <a:srgbClr val="17364A"/>
                </a:solidFill>
                <a:latin typeface="Aptos" pitchFamily="34" charset="0"/>
                <a:ea typeface="Aptos" pitchFamily="34" charset="-122"/>
                <a:cs typeface="Aptos" pitchFamily="34" charset="-120"/>
              </a:rPr>
              <a:t>AI projects often fail when technical teams, vendors, and program staff do not share a precise.</a:t>
            </a:r>
            <a:endParaRPr lang="en-US" sz="2100" dirty="0"/>
          </a:p>
          <a:p>
            <a:r>
              <a:rPr lang="en-US" sz="2100" dirty="0">
                <a:solidFill>
                  <a:srgbClr val="17364A"/>
                </a:solidFill>
                <a:latin typeface="Aptos" pitchFamily="34" charset="0"/>
                <a:ea typeface="Aptos" pitchFamily="34" charset="-122"/>
                <a:cs typeface="Aptos" pitchFamily="34" charset="-120"/>
              </a:rPr>
              <a:t>This module gives informaticians and program leads a disciplined approach to defining AI-supported.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Business analysis translates public health needs into clear requirements, workflows, user stories,.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Business Analysis for AI-Enabled Public Health Systems matters because AI systems are embedded in.</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Business Analysis for AI-Enabled Public Health Systems matters because AI systems are embedded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Business analysis clarifies the problem, workflow, users, requirements, constraints, and success.</a:t>
            </a:r>
            <a:endParaRPr lang="en-US" sz="2100" dirty="0"/>
          </a:p>
          <a:p>
            <a:r>
              <a:rPr lang="en-US" sz="2100" dirty="0">
                <a:solidFill>
                  <a:srgbClr val="17364A"/>
                </a:solidFill>
                <a:latin typeface="Aptos" pitchFamily="34" charset="0"/>
                <a:ea typeface="Aptos" pitchFamily="34" charset="-122"/>
                <a:cs typeface="Aptos" pitchFamily="34" charset="-120"/>
              </a:rPr>
              <a:t>AI projects often fail when teams start with a tool rather than a well-defined public health need.</a:t>
            </a:r>
            <a:endParaRPr lang="en-US" sz="2100" dirty="0"/>
          </a:p>
          <a:p>
            <a:r>
              <a:rPr lang="en-US" sz="2100" dirty="0">
                <a:solidFill>
                  <a:srgbClr val="17364A"/>
                </a:solidFill>
                <a:latin typeface="Aptos" pitchFamily="34" charset="0"/>
                <a:ea typeface="Aptos" pitchFamily="34" charset="-122"/>
                <a:cs typeface="Aptos" pitchFamily="34" charset="-120"/>
              </a:rPr>
              <a:t>A user story describes what a user needs to do and why.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Business analysis clarifies the problem, workflow, users, requirements, constraints, and success.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may want AI to help classify community complaints.</a:t>
            </a:r>
            <a:endParaRPr lang="en-US" sz="2100" dirty="0"/>
          </a:p>
          <a:p>
            <a:r>
              <a:rPr lang="en-US" sz="2100" dirty="0">
                <a:solidFill>
                  <a:srgbClr val="17364A"/>
                </a:solidFill>
                <a:latin typeface="Aptos" pitchFamily="34" charset="0"/>
                <a:ea typeface="Aptos" pitchFamily="34" charset="-122"/>
                <a:cs typeface="Aptos" pitchFamily="34" charset="-120"/>
              </a:rPr>
              <a:t>A business analyst would clarify whether the real problem is high complaint volume, inconsistent.</a:t>
            </a:r>
            <a:endParaRPr lang="en-US" sz="2100" dirty="0"/>
          </a:p>
          <a:p>
            <a:r>
              <a:rPr lang="en-US" sz="2100" dirty="0">
                <a:solidFill>
                  <a:srgbClr val="17364A"/>
                </a:solidFill>
                <a:latin typeface="Aptos" pitchFamily="34" charset="0"/>
                <a:ea typeface="Aptos" pitchFamily="34" charset="-122"/>
                <a:cs typeface="Aptos" pitchFamily="34" charset="-120"/>
              </a:rPr>
              <a:t>The resulting requirements may call for classification support with human review rather than fully.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may want AI to help classify community complaints.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Business analysis begins with problem definition.</a:t>
            </a:r>
            <a:endParaRPr lang="en-US" sz="2100" dirty="0"/>
          </a:p>
          <a:p>
            <a:r>
              <a:rPr lang="en-US" sz="2100" dirty="0">
                <a:solidFill>
                  <a:srgbClr val="17364A"/>
                </a:solidFill>
                <a:latin typeface="Aptos" pitchFamily="34" charset="0"/>
                <a:ea typeface="Aptos" pitchFamily="34" charset="-122"/>
                <a:cs typeface="Aptos" pitchFamily="34" charset="-120"/>
              </a:rPr>
              <a:t>Teams should document the public health objective, the operational pain point, the affected users, the.</a:t>
            </a:r>
            <a:endParaRPr lang="en-US" sz="2100" dirty="0"/>
          </a:p>
          <a:p>
            <a:r>
              <a:rPr lang="en-US" sz="2100" dirty="0">
                <a:solidFill>
                  <a:srgbClr val="17364A"/>
                </a:solidFill>
                <a:latin typeface="Aptos" pitchFamily="34" charset="0"/>
                <a:ea typeface="Aptos" pitchFamily="34" charset="-122"/>
                <a:cs typeface="Aptos" pitchFamily="34" charset="-120"/>
              </a:rPr>
              <a:t>A vague goal such as “use AI to improve efficiency” is not sufficient for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Business analysis begins with problem definition.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business analysis package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business analysis package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business analysis package.</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business analysis package.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business analysis package. It should be specific to a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business analysis package. It should be specific to a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business analysis for ai-enabled public health systems before.</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business analysis for ai-enabled public health systems before.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Business Analysis for AI-Enabled Public Health Systems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Analysis for AI-Enabled Public Health Systems</dc:title>
  <dc:subject>Business Analysis for AI-Enabled Public Health Systems learning module</dc:subject>
  <dc:creator>Paula Soper</dc:creator>
  <cp:lastModifiedBy>Paula Soper</cp:lastModifiedBy>
  <cp:revision>1</cp:revision>
  <dcterms:created xsi:type="dcterms:W3CDTF">2026-07-12T19:55:21Z</dcterms:created>
  <dcterms:modified xsi:type="dcterms:W3CDTF">2026-07-12T19:55:21Z</dcterms:modified>
</cp:coreProperties>
</file>