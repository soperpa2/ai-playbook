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450" dirty="0"/>
          </a:p>
          <a:p>
            <a:r>
              <a:rPr lang="en-US" sz="1450" dirty="0">
                <a:solidFill>
                  <a:srgbClr val="17364A"/>
                </a:solidFill>
                <a:latin typeface="Aptos" pitchFamily="34" charset="0"/>
                <a:ea typeface="Aptos" pitchFamily="34" charset="-122"/>
                <a:cs typeface="Aptos" pitchFamily="34" charset="-120"/>
              </a:rPr>
              <a:t>Distinguish between a governance committee, technical review group, executive sponsor, and implementation team.</a:t>
            </a:r>
            <a:endParaRPr lang="en-US" sz="1450" dirty="0"/>
          </a:p>
          <a:p>
            <a:r>
              <a:rPr lang="en-US" sz="1450" dirty="0">
                <a:solidFill>
                  <a:srgbClr val="17364A"/>
                </a:solidFill>
                <a:latin typeface="Aptos" pitchFamily="34" charset="0"/>
                <a:ea typeface="Aptos" pitchFamily="34" charset="-122"/>
                <a:cs typeface="Aptos" pitchFamily="34" charset="-120"/>
              </a:rPr>
              <a:t>Identify which agency functions should participate in AI governance and when their review is required.</a:t>
            </a:r>
            <a:endParaRPr lang="en-US" sz="1450" dirty="0"/>
          </a:p>
          <a:p>
            <a:r>
              <a:rPr lang="en-US" sz="1450" dirty="0">
                <a:solidFill>
                  <a:srgbClr val="17364A"/>
                </a:solidFill>
                <a:latin typeface="Aptos" pitchFamily="34" charset="0"/>
                <a:ea typeface="Aptos" pitchFamily="34" charset="-122"/>
                <a:cs typeface="Aptos" pitchFamily="34" charset="-120"/>
              </a:rPr>
              <a:t>Develop operating procedures for intake, review, approval, monitoring, exceptions, escalation, and retirement of AI use cases.</a:t>
            </a:r>
            <a:endParaRPr lang="en-US" sz="1450" dirty="0"/>
          </a:p>
          <a:p>
            <a:r>
              <a:rPr lang="en-US" sz="1450" dirty="0">
                <a:solidFill>
                  <a:srgbClr val="17364A"/>
                </a:solidFill>
                <a:latin typeface="Aptos" pitchFamily="34" charset="0"/>
                <a:ea typeface="Aptos" pitchFamily="34" charset="-122"/>
                <a:cs typeface="Aptos" pitchFamily="34" charset="-120"/>
              </a:rPr>
              <a:t>Produce a draft AI governance charter or operating model that can be adapted by a public health agency.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Draft a one-page AI governance charter and a one-page operating model. Include scope, membership, review levels, decision rights, documentation, escalation, monitoring, and meeting cadence.</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 unresolved policy questions.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 unresolved policy questions.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2026-07-12T18:22:13Z</dcterms:created>
  <dcterms:modified xsi:type="dcterms:W3CDTF">2026-07-12T18:22:13Z</dcterms:modified>
</cp:coreProperties>
</file>