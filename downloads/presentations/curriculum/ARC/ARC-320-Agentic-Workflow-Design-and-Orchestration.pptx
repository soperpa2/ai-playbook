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320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Agentic Workflow Design and Orchestration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intermediate/practitioner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agentic AI and orchestration in public health terms.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advisory outputs from tool-using or action-taking AI workflows.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components of an agentic workflow, including goals, tools, permissions, memory, planning, human approval, logs, and…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risks from excessive agency, unauthorized actions, error propagation, prompt injection, and unclear accountability.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human-in-the-loop and human-on-the-loop controls for public health workflows.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an agentic workflow control plan.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Agentic workflow control plan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Technical Architecture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arc-320-agentic-workflow-design-and-orchestration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320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matters because it shifts AI from generating outputs to participating in workflows.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chatbot that drafts a message is one level of risk.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agent that sends the message, updates a case record, creates a task, or notifies a partner is a different level of risk.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Action-taking systems require explicit governance because errors can propagate quickly.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workflows often involve legal authority, sensitive data, vulnerable communities, and time-sensitive decisions.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320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agent: An AI agent is an AI system configured to take multiple steps toward a goal, often by using tools or…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Orchestration: Orchestration is the coordination of steps, tools, systems, and decisions in an AI workflow. It determines…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calling: Tool calling allows an AI system to use approved tools, such as search, calendar, database, API, ticketing,…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Human-in-the-loop: Human-in-the-loop means a person must review or approve an output or action before it proceeds.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Human-on-the-loop: Human-on-the-loop means humans monitor an automated process and can intervene, pause, or override.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320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health department may consider an agentic workflow for incoming public health inquiries.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could classify the inquiry, retrieve relevant approved guidance, draft a response, create a ticket, and route the item to the…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low-risk general information, the agent might prepare a draft for staff review.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sensitive complaints, reportable disease concerns, media inquiries, or legal issues, the agent should escalate rather than respond.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workflows may combine RAG, APIs, prompts, classification models, workflow rules, and messaging systems.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are most appropriate when tasks are repetitive, bounded, reviewable, and supported by reliable data.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are least appropriate when the task requires complex judgment, legal interpretation, community sensitivity, or irreversible action without…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agencies should pilot agentic workflows in limited, low-risk settings before expanding.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320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workflow design begins with the goal.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should be narrow and operationally defined.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“Help with surveillance” is too broad.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“Draft a summary of new records and create a review task for a supervisor when defined criteria are met” is more suitable.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goals make it easier to define tools, permissions, validation, and monitoring.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access is a central design decision.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320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Excessive agency.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agent may take actions beyond intended scope.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 include narrow goals, allowed-action lists, prohibited actions, and approval gates.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Unauthorized system access.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access may expose sensitive data or functions.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320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an agentic workflow control plan.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the goal, trigger, data sources, tools, allowed actions, prohibited actions, approval points, memory rules, logs, monitoring…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plan should identify at least one low-risk pilot boundary and one condition that would require pausing the workflow.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workflow control plan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Allowed/prohibited action list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approval and escalation map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Tool-call logging requirements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Top 10 for Large Language Model Applications:…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AI RMF Generative AI Profile:…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Privacy Framework: https://www.nist.gov/privacy-framework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320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makes agentic AI different from simple drafting support?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Which action usually requires stronger oversight?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is orchestration?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should happen when an agent encounters an out-of-scope request?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is strong completion evidence for this module?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320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 320: Agentic Workflow Design and Orchestration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