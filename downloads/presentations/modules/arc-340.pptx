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system integration is central to AI readiness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among common integration patterns such as point-to-point.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of record, upstream sources, downstream systems,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among common integration patterns such.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of record, upstream 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whether a proposed AI tool requires.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integration pattern worksheet for a public health AI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integration pattern worksheet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rarely succeeds as a stand-alone application.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value of an AI-supported workflow depends on how well it is integrated.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understand the integration patterns that allow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rarely succeeds as a stand-alone application.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value of an AI-supported workflow depends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learners understand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focuses on practical integration.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A reusable approach for connecting systems, services,.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Interface engine: Software that routes, transforms, validates, and monitors.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Message broker: A service that allows systems to send and receive messages.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A reusable approach for connecting systems, services,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Message broker: A service that allows systems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Bulk data exchange: The transfer of large datasets.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Write-back: A system action that updates, creates,.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decisions determine whether AI becomes part of a reliable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staff must copy and paste sensitive information between systems, the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an AI service writes back to a system of record without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decisions determine whether AI becomes part of a reliable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decisions determine whether AI becomes.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staff must copy and paste sensitive information.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an AI service writes back to a system of record.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an AI assistant to summarize incoming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weak integration pattern would require staff to export case data, paste 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stronger pattern would retrieve approved fields from the surveillance.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assistant to summarize incoming case reports.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want an AI assistant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weak integration pattern would require staff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stronger pattern would retrieve approved fields.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Point-to-point interfaces connect two systems directly.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be useful when the exchange is stable and narrow, but they become.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too many point-to-point connections can create brittle.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Point-to-point interfaces connect two systems directly.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They can be useful when the exchange is stable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too many point-to-point.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Interface engines and message brokers support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integration by workaround.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manual exports, screenshots, shared drives, or copy-and-paste.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practices can create privacy risk, version confusion, and gaps in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integration by workaround.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require integration with document repositories or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require scheduled data feeds and monitoring dashboards.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require the strongest integration controls because they.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require integration with document repositories or systems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currently depend on manual transfer between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systems are the official systems of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would API access reduce burden without increasing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currently depend on manual.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systems are the official systems of record?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would API access reduce burden without.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actions should remain read-only?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logs would be needed to reconstruct an AI-supported action?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actions should remain read-only?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actions should remain read-only?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logs would be needed to reconstruct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integration pattern worksheet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systems involved, the data exchanged, the integration method,.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integration pattern worksheet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systems involved, the data exchanged,.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System-of-record and source-system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Read/write permission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pattern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System-of-record and source-system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Read/write permission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Error handling and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 handling and audit log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Error handling and 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Integration pattern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System-of-record and source-system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Read/write permission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Integration pattern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System-of-record and source-system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Read/write permission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integration risk is most concerning for an AI tool that can update.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integration risk is most concerning for an AI tool that can update a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integration risk is most concerning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2026-07-14T04:35:31Z</dcterms:created>
  <dcterms:modified xsi:type="dcterms:W3CDTF">2026-07-14T04:35:31Z</dcterms:modified>
</cp:coreProperties>
</file>