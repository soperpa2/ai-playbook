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340 Causal Inference and AI in Public Health Decision-Making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epidemiology, policy, governance-security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Distinguish prediction from causal inference in public health AI.
Explain why correlation and prediction do not establish causation.
Identify confounding, selection bias, collider bias, and temporal ambiguity in public health data.
Recognize when a decision requires causal evidence rather than risk prediction alone.
Identify appropriate evidence sources for evaluating interventions or policy effects.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Create a causal question framing worksheet for an AI-supported decision.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Prediction: An estimate of what is likely to happen based on observed patterns.
Causal inference: The process of estimating whether and how an exposure, policy, program, or intervention changes an outcome.
Confounding: A distortion that occurs when another factor is related to both the exposure and the outcome.
Counterfactual: The outcome that would have occurred under a different condition or intervention.
Quasi-experimental design: An evaluation approach that estimates causal effects without random assignment.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make weak evidence appear stronger than it is. A model may predict which communities have higher hospitalization risk, but that does not prove which intervention will reduce hospitalization. A model may find that people who receive a service have better outcomes, but that pattern may reflect who was able to access the service rather than the effect of the service itself.
Public health decisions often involve resource allocation, program design, policy evaluation, and equity tradeoffs. These decisions require clarity about whether the agency is asking a prediction question, an explanation question, or an intervention question. Causal inference helps agencies avoid treating AI-generated associations as proof of program effectiveness.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uses an AI model to predict which neighborhoods are likely to experience low vaccination coverage. The model may help target outreach, but it does not prove why coverage is low or which outreach strategy will work. If leaders want to know whether mobile clinics, reminder messages, school partnerships, or community health workers caused an improvement, they need an evaluation design that supports causal inference.
This distinction prevents overclaiming. The AI model can support prioritization and hypothesis generation, while causal methods can support evaluation of the chosen intervention. Both are valuable, but they answer different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Causal inference begins with a clearly framed question. A useful structure is: among which population, what is the intervention or exposure, what is the comparison, what outcome is measured, and over what time period? Without this structure, teams may ask a model to answer a question that the available data cannot support.
Confounding is one of the most important threats. For example, a program may appear to improve outcomes because participants were already more connected to care. Selection bias may occur when data include only people who interacted with a system. Temporal ambiguity may occur when it is unclear whether the exposure occurred before the outcome. AI can detect patterns in these data, but it does not automatically solve the causal design problem.
Methods such as matching, regression adjustment, difference-in-differences, interrupted time series, regression discontinuity, and instrumental variables may be useful when randomization is not possible. These methods require assumptions that should be documented and reviewed. Public health staff should know when to consult epidemiologists, statisticians, or evaluators before making causal claims.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The main failure mode is causal overreach. A dashboard or AI report may state that a program reduced disease, improved access, or changed behavior when the evidence only shows association. A guardrail is to require causal language review before results are used in reports, funding decisions, policy recommendations, or public communications.
Another risk is inequitable inference. Data may be more complete for some groups than others, and interventions may reach groups differently. A guardrail is to examine whether assumptions hold across populations and whether subgroup effects or access barriers are hidden by aggregate results.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models can identify risk, but causal inference is needed to decide what action is likely to change that risk. Generative AI may help draft evaluation questions or summarize literature, but humans must verify methods and assumptions. AI-supported decision-making should label outputs clearly as prediction, association, causal evidence, or hypothesis.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outputs in your agency could be mistaken for causal evidence?
Which decisions require knowing what intervention will change an outcome?
What confounders are likely in your program area?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comparison group could support evaluation?
Who should review causal claims before public release?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causal question framing worksheet for an AI-supported decision. Identify the population, intervention or exposure, comparison, outcome, time period, likely confounders, data limitations, and what evidence would be needed before making a causal claim.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Causal question framing worksheet
List of assumptions and likely confounders
Recommended evaluation design or expert consultation need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Plain-language statement distinguishing prediction from causation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Causal question framing worksheet
List of assumptions and likely confounders
Recommended evaluation design or expert consultation need
Plain-language statement distinguishing prediction from causation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distinguishes prediction from causal inference?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Causal Inference and AI in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models often predict what is likely to happen, but public health leaders.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distinguish prediction from causal inference so.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examine confounding, bias, comparison groups, counterfactual.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Distinguish prediction from causal inference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why correlation and prediction do not establish causation.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confounding, selection bias, collider bias, and temporal ambiguity.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prediction from causal inference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when a decision requires causal evidence.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appropriate evidence sources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causal question framing worksheet for an AI-supported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causal question framing worksheet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models often predict what is likely to happen, but public health leaders.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learners distinguish prediction from causal inference so.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examine confounding, bias, comparison groups, counterfactual.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models often predict what is likely to happen, but public health leaders.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models often predict what is likely to happen,.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helps learners distinguish prediction.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examine confounding, bias, comparison.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Prediction: An estimate of what is likely to happen based on observed.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Causal inference: The process of estimating whether and how an exposure,.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Confounding: A distortion that occurs when another factor is related to both.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Prediction: An estimate of what is likely to happen based on observed patterns.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Causal inference: The process of estimating.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Confounding: A distortion that occurs when another.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Counterfactual: The outcome that would have.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make weak evidence appear stronger than it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may predict which communities have higher hospitalization risk,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may find that people who receive a service have better outcomes, but.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make weak evidence appear stronger than it is.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model may predict which communities have higher.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may find that people who receive a service.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decisions often involve resource.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uses an AI model to predict which neighborhoods.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may help target outreach, but it does not prove why coverage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leaders want to know whether mobile clinics, reminder messages, school.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uses an AI model to predict which neighborhoods are.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uses an AI model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may help target outreach, but it does.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leaders want to know whether mobile clinics,.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Causal inference begins with a clearly framed question.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useful structure is: among which population, what is the intervention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this structure, teams may ask a model to answer a question that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inference begins with a clearly framed question.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useful structure is: among which population,.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this structure, teams may ask a model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Confounding is one of the most important threats.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main failure mode is causal overreach.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dashboard or AI report may state that a program reduced disease, improved.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require causal language review before results are used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main failure mode is causal overreach.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models can identify risk, but causal inference is needed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help draft evaluation questions or summarize literature,.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decision-making should label outputs clearly as prediction,.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models can identify risk, but causal inference is needed to decide.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AI outputs in your agency could be mistaken for causal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decisions require knowing what intervention will change an outcome?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confounders are likely in your program area?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AI outputs in your agency could be mistaken for causal evidence?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AI outputs in your agency could be mistaken.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decisions require knowing what intervention.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confounders are likely in your program area?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comparison group could support 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should review causal claims before public release?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comparison group could support evaluation?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comparison group could support evaluation?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should review causal claims before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causal question framing worksheet for an AI-supported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population, intervention or exposure, comparison, outcome, time.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causal question framing worksheet for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the population, intervention or exposure,.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Causal question framing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assumptions and likely confounders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Recommended evaluation design or expert consultation need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question framing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Causal question framing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assumptions and likely confounders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Recommended evaluation design or expert.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Plain-language statement distinguishing prediction from causation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Plain-language statement distinguishing prediction.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Causal question framing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assumptions and likely confounders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Recommended evaluation design or expert consultation need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Causal question framing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Causal question framing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assumptions and likely confounders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Recommended evaluation design or expert.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Which statement best distinguishes prediction from causal inference?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Which statement best distinguishes prediction from causal inference?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statement best distinguishes prediction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 Inference and AI in Public Health Decision-Making</dc:title>
  <dc:subject>Causal Inference and AI in Public Health Decision-Making learning module</dc:subject>
  <dc:creator>Paula Soper</dc:creator>
  <cp:lastModifiedBy>Paula Soper</cp:lastModifiedBy>
  <cp:revision>1</cp:revision>
  <dcterms:created xsi:type="dcterms:W3CDTF">2026-07-13T03:02:46Z</dcterms:created>
  <dcterms:modified xsi:type="dcterms:W3CDTF">2026-07-13T03:02:46Z</dcterms:modified>
</cp:coreProperties>
</file>