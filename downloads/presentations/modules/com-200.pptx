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 200 AI for Public Health Communications and Message Development
Generative AI can support public health communications by helping staff draft, revise, simplify, translate, tailor, and test messages. However, public health communication carries high trust, equity, accessibility, and accuracy obligations. AI-generated text can sound clear and authoritative while misstating evidence, omitting uncertainty, using stigmatizing language, failing to meet accessibility needs, or creating messages that do not fit community context. This module teaches communications staff and program partners how to use AI as a drafting and review aid while preserving human accountability. It focuses on public-facing messages, internal communications, plain language, community relevance, multilingual communication, misinformation risks, and review workflows. The goal is not to replace skilled communicators. The goal is to help communications teams use AI safely for efficiency, brainstorming, and consistency while retaining professional judgment, source verification, community review, and public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Communications Role-Based Track
Appears in tracks: communications, shared-foundational, policy, public-health-executive-leadership
Generative AI can support public health communications by helping staff draft, revise, simplify, translate, tailor, and test messages. However, public health communication carries high trust, equity, accessibility, and accuracy obligations. AI-generated text can sound clear and authoritative while misstating evidence, omitting uncertainty, using stigmatizing language, failing to meet accessibility needs, or creating messages that do not fit community context. This module teaches communications staff and program partners how to use AI as a drafting and review aid while preserving human accountability. It focuses on public-facing messages, internal communications, plain language, community relevance, multilingual communication, misinformation risks, and review workflows. The goal is not to replace skilled communicators. The goal is to help communications teams use AI safely for efficiency, brainstorming, and consistency while retaining professional judgment, source verification, community review, and public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this tool to complete or strengthen the practical exercise for the module using fictional, de-identified, or generalized.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Identify appropriate and inappropriate uses of AI in public health communications.
Apply source verification, plain language, accessibility, and equity review to AI-generated messages.
Design a human review workflow for AI-assisted public-facing communications.
Recognize misinformation, overstatement, missing uncertainty, and stigmatizing language risks.
Produce an AI-assisted communications review checklist.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Generative AI can support public health communications by helping staff draft, revise, simplify, translate, tailor, and test messages. However, public health communication carries high trust, equity, accessibility, and accuracy obligations. AI-generated text can sound clear and authoritative while misstating evidence, omitting uncertainty, using stigmatizing language, failing to meet accessibility needs, or creating messages that do not fit community context.
This module teaches communications staff and program partners how to use AI as a drafting and review aid while preserving human accountability. It focuses on public-facing messages, internal communications, plain language, community relevance, multilingual communication, misinformation risks, and review workflows.
The goal is not to replace skilled communicators. The goal is to help communications teams use AI safely for efficiency, brainstorming, and consistency while retaining professional judgment, source verification, community review, and public trust.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uses AI to draft a heat safety message for older adults, outdoor workers, and people without reliable air conditioning. Communications staff verify the recommendations against official guidance, rewrite the message in plain language, review it for accessibility and language access, avoid blaming individuals for structural risks, and route the final version through the approved public information process before release.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AI can be useful early in the message development process. It can generate first drafts, propose alternative tones, simplify technical language, identify jargon, create audience-specific versions, and suggest questions the public may ask. These uses can save time, especially when communications staff support multiple programs. However, AI should not be treated as the authority on public health content. The approved evidence base should come from agency guidance, subject matter experts, official data, and community context.
Source verification is essential because AI-generated language may include unsupported claims, outdated recommendations, fabricated details, or overconfident statements. Communications staff should verify factual claims, numbers, dates, risk statements, recommendations, and eligibility criteria against approved sources. When uncertainty exists, the message should explain what is known, what is not known, and what actions people can take.
Equity and accessibility review should be built into the workflow. AI-generated messages may not adequately address language access, disability access, literacy, cultural context, rural access, transportation barriers, technology access, or historical mistrust. Public health messages should be reviewed for plain language, readability, alternative formats, translation quality, non-stigmatizing language, and practical feasibility for the intended audience.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AI can also support review, but it should not replace reviewers. A communications workflow should define who checks technical accuracy, who reviews equity and accessibility, who approves public release, and who monitors public response after dissemination. For urgent communications, the workflow should include expedited review rules that still preserve accuracy and accountability.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AI-generated messages overstating evidence or omitting uncertainty.
Use of stigmatizing, blaming, or culturally inappropriate language.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Unverified translations or readability changes that alter meaning.
Public-facing content being released without required subject matter or leadership review.
Messages that assume access to resources, technology, transportation, or healthcare that the audience may not have.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Use only approved tools and approved source material for public health communications.
Require human review for accuracy, plain language, accessibility, equity, and tone.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Document source material used for public-facing claims.
Use qualified review for translation and language access needs.
Route public-facing materials through the agency approval process before release.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AI-assisted communications review checklist for one public health message. Include intended audience, source material, factual claims to verify, plain language review, accessibility review, language access review, equity review, approval pathway, and documentation expectations.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AI-assisted communications review checklist
Source verification notes
Plain language and accessibility review notes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Approval pathway documentation
Final reviewed message or sample revision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AI-assisted communications review checklist
Source verification notes
Plain language and accessibility review notes
Approval pathway documentation
Final reviewed message or sample revision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an appropriate role for AI in public health communications?
2. Why is source verification necessary?
3. Which review is especially important for public-facing AI-assisted messages?
4. What should happen with AI-assisted translation for public health messages?
5. What is strong completion evidence?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COM 200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for Public Health Communications and Message Development</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can support public health communications by helping staff.</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However, public health communication carries high trust, equity,.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AI-generated text can sound clear and authoritative while misstating.</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applied/foundational Primary track: Communications Role-Based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Identify appropriate and inappropriate uses of AI in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Apply source verification, plain language, accessibility, and equity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Design a human review workflow for AI-assisted public-facing communications.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appropriate and inappropriate uses of AI in public health communications.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Recognize misinformation, overstatement, missing.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an AI-assisted communications review.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can support public health communications by helping staff.</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However, public health communication carries high trust, equity,.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AI-generated text can sound clear and authoritative while misstating.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can support public health communications by helping staff draft,.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Trust cycle</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Listen</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Adapt</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Report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Communication and engagement are stronger when feedback changes the.</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national-level module is intended for training and planning purposes.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does not replace legal, privacy, procurement, civil rights, records,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Learners should confirm applicable requirements in their own jurisdiction.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health department uses AI to draft a heat safety message for older adults,.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Communications staff verify the recommendations against official guidance,.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health department uses AI to draft a heat safety message for older adults,.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health department uses AI to draft a heat safety.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Communications staff verify the recommendations.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can be useful early in the message development process.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can generate first drafts, propose alternative tones, simplify technical.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These uses can save time, especially when communications staff support.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can be useful early in the message development process.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Trust cycle</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Listen</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Adapt</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Report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Communication and engagement are stronger when feedback changes the.</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can also support review, but it should not replace reviewers.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communications workflow should define who checks technical accuracy, who.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For urgent communications, the workflow should include expedited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can also support review, but it should not replace reviewers.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communications workflow should define who checks.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For urgent communications, the workflow should.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Risks and failure modes include the following: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AI-generated messages overstating evidence or omitting uncertainty.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Use of stigmatizing, blaming, or culturally inappropriate language.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Risks and failure modes include the following: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Risks and failure modes include the following: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AI-generated messages overstating evidence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of stigmatizing, blaming, or culturally.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Unverified translations or readability changes that alter meaning.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Public-facing content being released without required subject matter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Messages that assume access to resources, technology, transportation, or.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Unverified translations or readability changes that alter meaning.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Unverified translations or readability changes.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Public-facing content being released without.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Messages that assume access to resources,.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Recommended guardrails include the following: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Use only approved tools and approved source material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 human review for accuracy, plain language, accessibility, equity,.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Recommended guardrails include the following: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Recommended guardrails include the following: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only approved tools and approved source.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Require human review for accuracy, plain language,.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Document source material used for public-facing claims.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Use qualified review for translation and language access needs.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Route public-facing materials through the agency approval process before.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Document source material used for public-facing claims.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Document source material used for public-facing.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qualified review for translation and language.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Route public-facing materials through the agency.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Where does this topic appear in your agency, program, or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staff roles would need to understand or apply this concept before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could go wrong if this topic is not addressed before implementation?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Where does this topic appear in your agency,.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staff roles would need to understand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could go wrong if this topic is not addressed.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evidence would governance, leadership, or operations staff need before.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policy, data, equity, privacy, security, or workflow questions remain.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evidence would governance, leadership, or operations staff need before.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evidence would governance, leadership,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policy, data, equity, privacy, security, 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an AI-assisted communications review checklist for one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intended audience, source material, factual claims to verify, plain.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an AI-assisted communications review checklist for one public health.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an AI-assisted communications review.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Include intended audience, source material,.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AI-assisted communications review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Source verification notes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Plain language and accessibility review notes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AI-assisted communications review checklist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AI-assisted communications review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Source verification notes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Plain language and accessibility review notes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Approval pathway documentation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Final reviewed message or sample revision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Approval pathway documentation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Approval pathway documentation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Final reviewed message or sample revision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AI-assisted communications review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Source verification notes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Plain language and accessibility review notes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AI-assisted communications review checklist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Approval pathway documentation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Final reviewed message or sample revision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an appropriate role for AI in public health communications?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Why is source verification necessary?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Which review is especially important for public-facing AI-assisted.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an appropriate role for AI in public health communications?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an appropriate role for AI in public.</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OWASP guidance for LLM application security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policies for privacy, cybersecurity,.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Relevant public health program SOPs, data governance documentation,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Relevant public health program SOPs, data governance documentation,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Relevant public health program SOPs, data.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for Public Health Communications and Message Development</dc:title>
  <dc:subject>AI for Public Health Communications and Message Development learning module</dc:subject>
  <dc:creator>Paula Soper</dc:creator>
  <cp:lastModifiedBy>Paula Soper</cp:lastModifiedBy>
  <cp:revision>1</cp:revision>
  <dcterms:created xsi:type="dcterms:W3CDTF">2026-07-13T03:27:52Z</dcterms:created>
  <dcterms:modified xsi:type="dcterms:W3CDTF">2026-07-13T03:27:52Z</dcterms:modified>
</cp:coreProperties>
</file>