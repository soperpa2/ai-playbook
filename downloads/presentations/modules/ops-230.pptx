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workflow standard operating procedure translates AI policy into day-to-day practice.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describes how staff should use an approved AI-supported workflow, what they are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SOPs are especially important because AI outputs may influence surveillance,.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approved AI tools still require workflow-specific SOPs.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core elements of an AI workflow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Define human review, documentation, override, escalation, and fallback expectations.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acceptable and prohibited uses within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draft AI workflow SOP for a public health use case.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workflow standard operating procedure translates AI policy into day-to-day practice.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describes how staff should use an approved AI-supported workflow, what they are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SOPs are especially important because AI outputs may influence surveillance,.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describes how staff should use an approved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SOPs are especially important because AI outputs.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to create practical SOPs for.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approves an AI tool to draft summaries of environmental health complaints.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SOP explains which complaint types are eligible, which data fields may be used, how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SOP also explains that the tool may not issue inspection decisions, enforcement.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SOP explains which complaint types are eligible, which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SOP also explains that the tool may not issue inspection.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SOP should begin with scope.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scope explains which workflow the SOP covers, which staff roles may use the tool, which.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Scope is important because many AI tools can technically perform more tasks than the agency.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SOP should begin with scope.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scope explains which workflow the SOP covers, which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clear scope prevents an approved tool from drifting into.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SOP should define the standard workflow step by step.</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SOPs should be maintained as living documents.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workflows may change when policies, data feeds, models, prompts, vendors, or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SOP ownership, review frequency, and change control should be documented so the procedure.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SOPs should be maintained as living documents.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workflows may change when policies, data feeds, models,.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SOP ownership, review frequency, and change control should be.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applying an AI tool beyond the approved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Outputs being copied into official records without required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applying an AI tool beyond the approved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Outputs being copied into official records without required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Errors, bias concerns, or privacy issues not being escalated.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No fallback process when the tool fails or is unavailable.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Outdated SOPs that no longer match the deployed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Errors, bias concerns, or privacy issues not being escalated.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Errors, bias concerns, or privacy issues not being escalated.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No fallback process when the tool fails or is unavailable.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Outdated SOPs that no longer match the deployed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Create a workflow-specific SOP for each approved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Define allowed uses, prohibited uses, human review, and documentation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workflow-specific SOP for each approved AI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allowed uses, prohibited uses, human review,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Require staff training before independent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override, escalation, and fallback procedures.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SOPs after incidents, major updates, or policy changes.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Require staff training before independent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staff training before independent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override, escalation, and fallback procedures.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SOPs after incidents, major updates, or policy changes.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an AI workflow SOP for one approved or realistic public health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SOP should include purpose, scope, roles, allowed uses, prohibited uses, step-by-step.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an AI workflow SOP for one approved or realistic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SOP should include purpose, scope, roles, allowed uses,.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workflow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matrix</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Allowed/prohibited use section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workflow SOP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workflow SOP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matrix</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Allowed/prohibited use section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fallback process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and maintenance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fallback process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fallback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and maintenance schedule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Draft AI workflow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matrix</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Allowed/prohibited use section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Draft AI workflow SOP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fallback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and maintenance schedule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does an approved AI tool still need a workflow-specific SOP?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an override?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item should an AI SOP include?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does an approved AI tool still need a workflow-specific SOP?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2026-07-13T02:24:10Z</dcterms:created>
  <dcterms:modified xsi:type="dcterms:W3CDTF">2026-07-13T02:24:10Z</dcterms:modified>
</cp:coreProperties>
</file>