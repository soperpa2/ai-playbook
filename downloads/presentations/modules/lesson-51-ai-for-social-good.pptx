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introductory</a:t>
            </a:r>
            <a:endParaRPr lang="en-US" sz="1600" dirty="0"/>
          </a:p>
          <a:p>
            <a:r>
              <a:rPr lang="en-US" sz="1600" dirty="0">
                <a:solidFill>
                  <a:srgbClr val="17364A"/>
                </a:solidFill>
                <a:latin typeface="Aptos" pitchFamily="34" charset="0"/>
                <a:ea typeface="Aptos" pitchFamily="34" charset="-122"/>
                <a:cs typeface="Aptos" pitchFamily="34" charset="-120"/>
              </a:rPr>
              <a:t>Primary track: Shared Foundational / Introductory Course</a:t>
            </a:r>
            <a:endParaRPr lang="en-US" sz="1600" dirty="0"/>
          </a:p>
          <a:p>
            <a:r>
              <a:rPr lang="en-US" sz="1600" dirty="0">
                <a:solidFill>
                  <a:srgbClr val="17364A"/>
                </a:solidFill>
                <a:latin typeface="Aptos" pitchFamily="34" charset="0"/>
                <a:ea typeface="Aptos" pitchFamily="34" charset="-122"/>
                <a:cs typeface="Aptos" pitchFamily="34" charset="-120"/>
              </a:rPr>
              <a:t>Appears in tracks: shared-foundational, policy, communications</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Define AI for Social Good in public health terms.</a:t>
            </a:r>
            <a:endParaRPr lang="en-US" sz="1450" dirty="0"/>
          </a:p>
          <a:p>
            <a:r>
              <a:rPr lang="en-US" sz="1450" dirty="0">
                <a:solidFill>
                  <a:srgbClr val="17364A"/>
                </a:solidFill>
                <a:latin typeface="Aptos" pitchFamily="34" charset="0"/>
                <a:ea typeface="Aptos" pitchFamily="34" charset="-122"/>
                <a:cs typeface="Aptos" pitchFamily="34" charset="-120"/>
              </a:rPr>
              <a:t>Distinguish public benefit from novelty, efficiency, or automation alone.</a:t>
            </a:r>
            <a:endParaRPr lang="en-US" sz="1450" dirty="0"/>
          </a:p>
          <a:p>
            <a:r>
              <a:rPr lang="en-US" sz="1450" dirty="0">
                <a:solidFill>
                  <a:srgbClr val="17364A"/>
                </a:solidFill>
                <a:latin typeface="Aptos" pitchFamily="34" charset="0"/>
                <a:ea typeface="Aptos" pitchFamily="34" charset="-122"/>
                <a:cs typeface="Aptos" pitchFamily="34" charset="-120"/>
              </a:rPr>
              <a:t>Identify how AI can support public health values, including equity, transparency, accessibility, accountability, and community trust.</a:t>
            </a:r>
            <a:endParaRPr lang="en-US" sz="1450" dirty="0"/>
          </a:p>
          <a:p>
            <a:r>
              <a:rPr lang="en-US" sz="1450" dirty="0">
                <a:solidFill>
                  <a:srgbClr val="17364A"/>
                </a:solidFill>
                <a:latin typeface="Aptos" pitchFamily="34" charset="0"/>
                <a:ea typeface="Aptos" pitchFamily="34" charset="-122"/>
                <a:cs typeface="Aptos" pitchFamily="34" charset="-120"/>
              </a:rPr>
              <a:t>Assess potential harms, including exclusion, surveillance burden, stigma, resource diversion, and unequal benefit.</a:t>
            </a:r>
            <a:endParaRPr lang="en-US" sz="1450" dirty="0"/>
          </a:p>
          <a:p>
            <a:r>
              <a:rPr lang="en-US" sz="1450" dirty="0">
                <a:solidFill>
                  <a:srgbClr val="17364A"/>
                </a:solidFill>
                <a:latin typeface="Aptos" pitchFamily="34" charset="0"/>
                <a:ea typeface="Aptos" pitchFamily="34" charset="-122"/>
                <a:cs typeface="Aptos" pitchFamily="34" charset="-120"/>
              </a:rPr>
              <a:t>Design community-centered safeguards for socially beneficial AI use.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Resource diversion. AI projects may consume resources that could be used for more effective interventions. Guardrails include impact measurement, cost-benefit review, and periodic reassessment.</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problem would this AI use address? Who would benefit, and who could be excluded or harmed? How were affected communities involved in defining the need and safeguards?</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non-AI alternatives should be considered? How will the agency measure public value, equity, trust, and unintended consequences?</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for Social Good review brief Public value and equity assessment Community engagement and accessibility plan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Impact and unintended-consequence measurement plan</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for Social Good review brief</a:t>
            </a:r>
            <a:endParaRPr lang="en-US" sz="1450" dirty="0"/>
          </a:p>
          <a:p>
            <a:r>
              <a:rPr lang="en-US" sz="1450" dirty="0">
                <a:solidFill>
                  <a:srgbClr val="17364A"/>
                </a:solidFill>
                <a:latin typeface="Aptos" pitchFamily="34" charset="0"/>
                <a:ea typeface="Aptos" pitchFamily="34" charset="-122"/>
                <a:cs typeface="Aptos" pitchFamily="34" charset="-120"/>
              </a:rPr>
              <a:t>Public value and equity assessment</a:t>
            </a:r>
            <a:endParaRPr lang="en-US" sz="1450" dirty="0"/>
          </a:p>
          <a:p>
            <a:r>
              <a:rPr lang="en-US" sz="1450" dirty="0">
                <a:solidFill>
                  <a:srgbClr val="17364A"/>
                </a:solidFill>
                <a:latin typeface="Aptos" pitchFamily="34" charset="0"/>
                <a:ea typeface="Aptos" pitchFamily="34" charset="-122"/>
                <a:cs typeface="Aptos" pitchFamily="34" charset="-120"/>
              </a:rPr>
              <a:t>Community engagement and accessibility plan</a:t>
            </a:r>
            <a:endParaRPr lang="en-US" sz="1450" dirty="0"/>
          </a:p>
          <a:p>
            <a:r>
              <a:rPr lang="en-US" sz="1450" dirty="0">
                <a:solidFill>
                  <a:srgbClr val="17364A"/>
                </a:solidFill>
                <a:latin typeface="Aptos" pitchFamily="34" charset="0"/>
                <a:ea typeface="Aptos" pitchFamily="34" charset="-122"/>
                <a:cs typeface="Aptos" pitchFamily="34" charset="-120"/>
              </a:rPr>
              <a:t>Impact and unintended-consequence measurement plan</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450" dirty="0"/>
          </a:p>
          <a:p>
            <a:r>
              <a:rPr lang="en-US" sz="1450" dirty="0">
                <a:solidFill>
                  <a:srgbClr val="17364A"/>
                </a:solidFill>
                <a:latin typeface="Aptos" pitchFamily="34" charset="0"/>
                <a:ea typeface="Aptos" pitchFamily="34" charset="-122"/>
                <a:cs typeface="Aptos" pitchFamily="34" charset="-120"/>
              </a:rPr>
              <a:t>2. Why is efficiency alone not enough to show social good?</a:t>
            </a:r>
            <a:endParaRPr lang="en-US" sz="1450" dirty="0"/>
          </a:p>
          <a:p>
            <a:r>
              <a:rPr lang="en-US" sz="1450" dirty="0">
                <a:solidFill>
                  <a:srgbClr val="17364A"/>
                </a:solidFill>
                <a:latin typeface="Aptos" pitchFamily="34" charset="0"/>
                <a:ea typeface="Aptos" pitchFamily="34" charset="-122"/>
                <a:cs typeface="Aptos" pitchFamily="34" charset="-120"/>
              </a:rPr>
              <a:t>3. What does equity by design require?</a:t>
            </a:r>
            <a:endParaRPr lang="en-US" sz="1450" dirty="0"/>
          </a:p>
          <a:p>
            <a:r>
              <a:rPr lang="en-US" sz="1450" dirty="0">
                <a:solidFill>
                  <a:srgbClr val="17364A"/>
                </a:solidFill>
                <a:latin typeface="Aptos" pitchFamily="34" charset="0"/>
                <a:ea typeface="Aptos" pitchFamily="34" charset="-122"/>
                <a:cs typeface="Aptos" pitchFamily="34" charset="-120"/>
              </a:rPr>
              <a:t>4. Which use best reflects AI for Social Good?</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Agency equity, community engagement, accessibility, and language access policies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2026-07-12T18:22:13Z</dcterms:created>
  <dcterms:modified xsi:type="dcterms:W3CDTF">2026-07-12T18:22:13Z</dcterms:modified>
</cp:coreProperties>
</file>