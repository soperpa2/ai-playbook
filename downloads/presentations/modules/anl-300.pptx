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300 Advanced Model Validation and Evaluation for Public Health AI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13: AI Use Case Intake, Risk Review, and System Inventory Template (Template) - Use AI Use Case Intake, Risk Review, and System Inventory Template to translate this lesson into a documented public health AI.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purpose of advanced model validation in public health AI.
Interpret sensitivity, specificity, positive predictive value, negative predictive value, precision, recall, F1 score, calibration, and subgroup performance.
Distinguish internal validation, external validation, and workflow validation.
Identify when model performance is insufficient for the intended use.
Design monitoring for drift, degradation, error patterns, and unintended consequences.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advanced validation plan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Workflow failure. A technically accurate model may be unusable or misused. Guardrails include usability testing, training, source visibility, and override documentation.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decision or action will the AI output support?
Which performance metrics match the consequences of error?
Which subgroups, data sources, or settings require separate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would make performance unacceptable for this use case?
How will the agency monitor performance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Advanced validation plan
Metric and error-consequence table
Subgroup performance review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Post-deployment monitoring schedule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Advanced validation plan
Metric and error-consequence table
Subgroup performance review plan
Post-deployment monitoring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can overall accuracy be misleading?
2. What is workflow validation?
3. Which metric is especially important when missed true events could cause harm?
4. What does external validation test?
5. What should an advanced validation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WHO Guidance on Large Multi-Modal Models: https://www.who.int/publications/i/item/9789240084759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Advanced Model Validation and Evaluation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validation is the process of determining whether an AI tool performs adequately for 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Basic validation asks whether the tool works at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Advanced validation asks whether it works well enough, for whom, under what conditions, with.</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 (Template)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the purpose of advanced model validation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Interpret sensitivity, specificity, positive predictive value, negative predictive value,.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internal validation, external validation, and workflow validation.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Interpret sensitivity, specificity, positive predictive value,.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when model performance is insufficient for the intended.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monitoring for drift, degradation, error patterns,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advanced validation plan for an AI-supported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validation is the process of determining whether an AI tool performs adequately for 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Basic validation asks whether the tool works at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Advanced validation asks whether it works well enough, for whom, under what conditions, with.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validation is the process of determining whether an AI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Advanced validation asks whether it works well enough, for whom,.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extends foundational validation content by focusing 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Validation matters because public health AI tools can appear credible even when they are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polished dashboard, confident generated text, or high overall accuracy score does not prove.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need to evaluate performance in relation to the specific task and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Validation matters because public health AI tools can appear credible even when they are not fit for.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Validation matters because public health AI tools can appear.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polished dashboard, confident generated text, or high overall.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staff need to evaluate performance in relation to.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may test a model that identifies incoming case reports likely to require.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Overall accuracy may be high, but that number alone is not enough.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know whether the model misses rare but severe conditions, whether it performs.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may test a model that identifies incoming case reports likely to require.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test a model that identifies incoming.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need to know whether the model misses rare but severe.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should validate the model on recent local data,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Metric selection should start with the public health consequence.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Sensitivity may be prioritized when missing a true event is dangerous.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Specificity may be prioritized when false positives create substantial burden or unnecessary.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Specificity may be prioritized when false positives create.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Precision and positive predictive value matter when staff act 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Calibration matters when scores are interpreted as probabilities.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Workflow validation examines whether the AI output is understandable, accessible, timely,.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can be statistically strong but operationally weak if staff do not trust it, cannot see.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Workflow validation should include usability testing, training, documentation, and feedback.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Workflow validation examines whether the AI output is understandable, accessible, timely, actionable,.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validation examines whether the AI output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can be statistically strong but operationally weak if.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Post-deployment validation should be planned before launch.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Misleading aggregate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Overall metrics may hide poor subgroup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subgroup testing and equity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Misleading aggregate performance.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Metric mismatch.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selected metric may not match the public health consequence.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metric selection tied to intended use and error.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Workflow failure.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technically accurate model may be unusable or misused.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usability testing, training, source visibility, and override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Workflow failure.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failure.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technically accurate model may be unusable or misused.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usability testing, training, source visibility,.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Advanced validation applies to predictive models, NLP tools, generative summaries, RAG.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generative AI, validation may include factuality, completeness, source grounding,.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RAG, validation should test retrieval quality and citation accuracy.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Advanced validation applies to predictive models, NLP tools, generative summaries, RAG outputs,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applies to predictive models, NLP tools,.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generative AI, validation may include factuality,.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agentic workflows, validation should include action safety,.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decision or action will the AI output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performance metrics match the consequences of error?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subgroups, data sources, or settings require separate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decision or action will the AI output support?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decision or action will the AI output support?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performance metrics match the consequences of error?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subgroups, data sources, or settings require separate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would make performance unacceptable for this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monitor performance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would make performance unacceptable for this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would make performance unacceptable for this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monitor performance after deployment?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advanced validation plan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intended use, validation dataset, comparison standard, performance metrics, subgroup.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plan should clearly explain how validation results will be interpreted and who has.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advanced validation plan for one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intended use, validation dataset, comparison standard,.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plan should clearly explain how validation results will be.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Advanced validation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Metric and error-consequence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performance review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Advanced validation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Metric and error-consequence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performance review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Post-deployment monitoring schedule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Post-deployment monitoring schedule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Post-deployment monitoring schedule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Advanced validation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Metric and error-consequence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performance review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Advanced validation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Metric and error-consequence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performance review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can overall accuracy be misleading?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workflow validation?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metric is especially important when missed true events could cause harm?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can overall accuracy be misleading?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can overall accuracy be misleading?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Guidance on Large Multi-Modal Models:.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Model Validation and Evaluation for Public Health AI</dc:title>
  <dc:subject>Advanced Model Validation and Evaluation for Public Health AI learning module</dc:subject>
  <dc:creator>Paula Soper</dc:creator>
  <cp:lastModifiedBy>Paula Soper</cp:lastModifiedBy>
  <cp:revision>1</cp:revision>
  <dcterms:created xsi:type="dcterms:W3CDTF">2026-07-13T02:24:08Z</dcterms:created>
  <dcterms:modified xsi:type="dcterms:W3CDTF">2026-07-13T02:24:08Z</dcterms:modified>
</cp:coreProperties>
</file>