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Not to Use AI is designed for an individual learner using the AI Playbook and Toolkit for Public Health Departments.
Your department needs a clear decision framework for situations where AI is inappropriate, premature, too risky, unsupported by data, legally uncertain, or not worth the operational burden.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AI no-go decision notes.
Produce or contribute to: Restricted-use criteria.
Produce or contribute to: Alternative solution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AI adoption includes saying no. Some tasks should remain human-only, some require more readiness work before AI is considered, and some can be improved more safely through workflow redesign, staffing, training, or better data systems.
You may feel pressure to find AI uses because the technology is highly visible. Your training should make it acceptable to conclude that AI is not the right tool for a particular problem.
The strongest AI programs are not the ones with the most pilots. They are the ones that select use cases carefully, say no to poor fits, and invest in readiness before moving forward.
This module gives you a shared language for declining, deferring, or redesigning proposals without making the discussion feel anti-innovation.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No-go decision: A documented decision that AI should not be used for a proposed task because the risk, data limitations, legal uncertainty, public impact, or operational burden outweighs the expected benefit.
Non-AI alternative: A simpler process, checklist, dashboard, staffing change, policy update, workflow redesign, or quality improvement activity that can solve a problem without AI.
Restricted use: An AI use that may be allowed only with added conditions, such as governance approval, limited data, stronger human review, monitoring, or legal review.
Risk tiering: Classifying AI uses by potential harm, sensitivity, legal implications, public impact, and level of automation. Higher-risk uses require stronger documentation, review, monitoring, and approval before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No-go decision is a core concept for this lesson because it turns when not to use ai from an abstract AI topic into something you can recognize in daily public health work. A documented decision that AI should not be used for a proposed task.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Restricted use is a core concept for this lesson because it turns when not to use ai from an abstract AI topic into something you can recognize in daily public health work. A use that may be allowed only with conditions, such as human review, limited data, or governance approval.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Non-AI alternative is a core concept for this lesson because it turns when not to use ai from an abstract AI topic into something you can recognize in daily public health work. A simpler process, checklist, dashboard, training, staffing change, or workflow redesign that may solve the problem more safely.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 low-value automation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Pause high-risk use cases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Use human-only pathways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1, Play 2, Play 3, Play 7, Play 12, Play 13) to identify the decisions, approvals, people, and timing needed for responsible implementation. Use the related tools (Tool 1, Tool 3, Tool 6, Tool 7, Tool 13, Tool 42, Tool 46) to create documentation that can be reviewed, saved, revised, and used as evidence of readiness. The practical exercise asks you to produce evidence that can feed into that work: Review three proposed AI use cases and decide whether each should proceed, be limited, be deferred, be redesigned without AI, or be rejected.
The main guardrail for this lesson is that AI can consume resources, obscure accountability, or create harm when a simpler, safer, human-centered approach is more appropriate.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 clear no-go framework protects departments from avoidable harm, unfunded pilots, weak accountability, and loss of trust.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three proposed AI use cases and decide whether each should proceed, be limited, be deferred, be redesigned without AI, or be rejected.
AI no-go decision notes
Restricted-use criteria
Alternative solution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public health decisions should remain human-only?
What conditions would cause governance to reject or defer an AI proposal?
What non-AI alternatives could solve the problem more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Blueprint for an AI Bill of Rights: Principles for human alternatives, notice, and protection from automated harms. https://bidenwhitehouse.archives.gov/ostp/ai-bill-of-rights/
NIST AI Risk Management Framework: Risk-based framing for deciding whether and how AI should be used. https://www.nist.gov/itl/ai-risk-management-framework
ASPPH AI Framework Report: Public health framing for responsible adoption, governance, and human-centered AI. https://aspph.org/initiatives/ai-for-public-health/ai-framework-report/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When Not to Use AI</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AI no-go decision notes.</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Restricted-use criteria.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Responsible AI adoption includes saying no. Some tasks should remain human-only, some require more readiness work before AI is considered, and some can be improved more safely through workflow redesign, staffing, training, or better data systems.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No-go decision: A documented decision that AI should not be used for a proposed task because the risk, data limitations, legal uncertainty, public impact, or operational burden outweighs the expected benefit.</a:t>
            </a:r>
            <a:endParaRPr lang="en-US" sz="1320" dirty="0"/>
          </a:p>
          <a:p>
            <a:r>
              <a:rPr lang="en-US" sz="1320" dirty="0">
                <a:solidFill>
                  <a:srgbClr val="17364A"/>
                </a:solidFill>
                <a:latin typeface="Aptos" pitchFamily="34" charset="0"/>
                <a:ea typeface="Aptos" pitchFamily="34" charset="-122"/>
                <a:cs typeface="Aptos" pitchFamily="34" charset="-120"/>
              </a:rPr>
              <a:t>Non-AI alternative: A simpler process, checklist, dashboard, staffing change, policy update, workflow redesign, or quality improvement activity that can solve a problem without AI.</a:t>
            </a:r>
            <a:endParaRPr lang="en-US" sz="1320" dirty="0"/>
          </a:p>
          <a:p>
            <a:r>
              <a:rPr lang="en-US" sz="1320" dirty="0">
                <a:solidFill>
                  <a:srgbClr val="17364A"/>
                </a:solidFill>
                <a:latin typeface="Aptos" pitchFamily="34" charset="0"/>
                <a:ea typeface="Aptos" pitchFamily="34" charset="-122"/>
                <a:cs typeface="Aptos" pitchFamily="34" charset="-120"/>
              </a:rPr>
              <a:t>Restricted use: An AI use that may be allowed only with added conditions, such as governance approval, limited data, stronger human review, monitoring, or legal review.</a:t>
            </a:r>
            <a:endParaRPr lang="en-US" sz="1320" dirty="0"/>
          </a:p>
          <a:p>
            <a:r>
              <a:rPr lang="en-US" sz="1320" dirty="0">
                <a:solidFill>
                  <a:srgbClr val="17364A"/>
                </a:solidFill>
                <a:latin typeface="Aptos" pitchFamily="34" charset="0"/>
                <a:ea typeface="Aptos" pitchFamily="34" charset="-122"/>
                <a:cs typeface="Aptos" pitchFamily="34" charset="-120"/>
              </a:rPr>
              <a:t>Risk tiering: Classifying AI uses by potential harm, sensitivity, legal implications, public impact, and level of automation. Higher-risk uses require stronger documentation, review, monitoring, and approval before use.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No-go decision is a core concept for this lesson because it turns when not to use ai from an abstract AI topic into something you can recognize in daily public health work. A documented decision that AI should not be used for a proposed task.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Restricted use is a core concept for this lesson because it turns when not to use ai from an abstract AI topic into something you can recognize in daily public health work. A use that may be allowed only with conditions, such as human review, limited data, or governance approval.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Non-AI alternative is a core concept for this lesson because it turns when not to use ai from an abstract AI topic into something you can recognize in daily public health work. A simpler process, checklist, dashboard, training, staffing change, or workflow redesign that may solve the problem more safely.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Reject low-value automation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Pause high-risk use cases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Use human-only pathways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1, Play 2, Play 3, Play 7, Play 12, Play 13) to identify the decisions, approvals, people, and timing needed for responsible implementation. Use the related tools (Tool 1, Tool 3, Tool 6, Tool 7, Tool 13, Tool 42, Tool 46) to create documentation that can be reviewed, saved, revised, and used as evidence of readiness. The practical exercise asks you to produce evidence that can feed into that work: Review three proposed AI use cases and decide whether each should proceed, be limited, be deferred, be redesigned without AI, or be rejected. The main guardrail for this lesson is that AI can consume resources, obscure accountability, or create harm when a simpler, safer, human-centered approach is more appropriate.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 clear no-go framework protects departments from avoidable harm, unfunded pilots, weak accountability, and loss of trust.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Review three proposed AI use cases and decide whether each should proceed, be limited, be deferred, be redesigned without AI, or be rejected.</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AI no-go decision notes</a:t>
            </a:r>
            <a:endParaRPr lang="en-US" sz="1400" dirty="0"/>
          </a:p>
          <a:p>
            <a:r>
              <a:rPr lang="en-US" sz="1400" dirty="0">
                <a:solidFill>
                  <a:srgbClr val="17364A"/>
                </a:solidFill>
                <a:latin typeface="Aptos" pitchFamily="34" charset="0"/>
                <a:ea typeface="Aptos" pitchFamily="34" charset="-122"/>
                <a:cs typeface="Aptos" pitchFamily="34" charset="-120"/>
              </a:rPr>
              <a:t>Expected artifact: Restricted-use criteria</a:t>
            </a:r>
            <a:endParaRPr lang="en-US" sz="1400" dirty="0"/>
          </a:p>
          <a:p>
            <a:r>
              <a:rPr lang="en-US" sz="1400" dirty="0">
                <a:solidFill>
                  <a:srgbClr val="17364A"/>
                </a:solidFill>
                <a:latin typeface="Aptos" pitchFamily="34" charset="0"/>
                <a:ea typeface="Aptos" pitchFamily="34" charset="-122"/>
                <a:cs typeface="Aptos" pitchFamily="34" charset="-120"/>
              </a:rPr>
              <a:t>Expected artifact: Alternative solution options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public health decisions should remain human-only?</a:t>
            </a:r>
            <a:endParaRPr lang="en-US" sz="1500" dirty="0"/>
          </a:p>
          <a:p>
            <a:r>
              <a:rPr lang="en-US" sz="1500" dirty="0">
                <a:solidFill>
                  <a:srgbClr val="17364A"/>
                </a:solidFill>
                <a:latin typeface="Aptos" pitchFamily="34" charset="0"/>
                <a:ea typeface="Aptos" pitchFamily="34" charset="-122"/>
                <a:cs typeface="Aptos" pitchFamily="34" charset="-120"/>
              </a:rPr>
              <a:t>What conditions would cause governance to reject or defer an AI proposal?</a:t>
            </a:r>
            <a:endParaRPr lang="en-US" sz="1500" dirty="0"/>
          </a:p>
          <a:p>
            <a:r>
              <a:rPr lang="en-US" sz="1500" dirty="0">
                <a:solidFill>
                  <a:srgbClr val="17364A"/>
                </a:solidFill>
                <a:latin typeface="Aptos" pitchFamily="34" charset="0"/>
                <a:ea typeface="Aptos" pitchFamily="34" charset="-122"/>
                <a:cs typeface="Aptos" pitchFamily="34" charset="-120"/>
              </a:rPr>
              <a:t>What non-AI alternatives could solve the problem more safely?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When Not to Use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Blueprint for an AI Bill of Rights: Principles for human alternatives, notice, and protection from automated harms.</a:t>
            </a:r>
            <a:endParaRPr lang="en-US" sz="1280" dirty="0"/>
          </a:p>
          <a:p>
            <a:r>
              <a:rPr lang="en-US" sz="1280" dirty="0">
                <a:solidFill>
                  <a:srgbClr val="17364A"/>
                </a:solidFill>
                <a:latin typeface="Aptos" pitchFamily="34" charset="0"/>
                <a:ea typeface="Aptos" pitchFamily="34" charset="-122"/>
                <a:cs typeface="Aptos" pitchFamily="34" charset="-120"/>
              </a:rPr>
              <a:t>NIST AI Risk Management Framework: Risk-based framing for deciding whether and how AI should be used.</a:t>
            </a:r>
            <a:endParaRPr lang="en-US" sz="1280" dirty="0"/>
          </a:p>
          <a:p>
            <a:r>
              <a:rPr lang="en-US" sz="1280" dirty="0">
                <a:solidFill>
                  <a:srgbClr val="17364A"/>
                </a:solidFill>
                <a:latin typeface="Aptos" pitchFamily="34" charset="0"/>
                <a:ea typeface="Aptos" pitchFamily="34" charset="-122"/>
                <a:cs typeface="Aptos" pitchFamily="34" charset="-120"/>
              </a:rPr>
              <a:t>ASPPH AI Framework Report: Public health framing for responsible adoption, governance, and human-centered AI.</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Not to Use AI</dc:title>
  <dc:subject>When Not to Use AI learning module</dc:subject>
  <dc:creator>Paula Soper</dc:creator>
  <cp:lastModifiedBy>Paula Soper</cp:lastModifiedBy>
  <cp:revision>1</cp:revision>
  <dcterms:created xsi:type="dcterms:W3CDTF">2026-07-09T20:18:53Z</dcterms:created>
  <dcterms:modified xsi:type="dcterms:W3CDTF">2026-07-09T20:18:53Z</dcterms:modified>
</cp:coreProperties>
</file>