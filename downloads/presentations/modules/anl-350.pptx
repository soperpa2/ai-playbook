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 leaders, partners,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 limitations,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model results in plain language for nontechnical audiences.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uncertainty, variability, error, bias, and data limitations.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when model results should include confidence intervals, prediction intervals,.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when model results should include confidence intervals,.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Avoid overclaiming, causal overreach, and false precision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model communication brief for a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 leaders, partners,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 limitations,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staff often need to communicate AI or model results.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to explain model outputs,.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translate metrics, confidence, caveats, and validation.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Uncertainty: The degree to which an estimate, prediction, or conclusion may be imprecise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Prediction interval: A range that estimates where a future observation may fall.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Confidence interval: A range that expresses uncertainty around an estimated parameter.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Calibration: How closely predicted probabilities match observed.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Caveat: A clear statement of limitation, condition, or caution.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outputs can influence urgent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forecast may affect staffing, a risk score may affect outreach, and a hotspot map may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uncertainty is not explained clearly, decision-makers may treat estimates as facts or ignore.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outputs can influence urgent decisions.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forecast may affect staffing, a risk score may affect outreach,.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uncertainty is not explained clearly, decision-makers may treat.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communication must balance clarity and caution.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epidemiology team uses a time-series model to forecast emergency department visits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forecast shows a possible increase over the next two weeks, but the prediction interval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 communication brief would state that visits may rise, explain the uncertainty,.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epidemiology team uses a time-series model to forecast.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forecast shows a possible increase over the next two weeks,.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communication brief would state that visits may rise,.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communication begins with the decision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same model output may be communicated differently to a technical team, health officer,.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users may need details about metrics and data limitations, while executives may need.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communication begins with the decision context.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same model output may be communicated differently to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Technical users may need details about metrics and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Uncertainty should be explained visually and verbally.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failure mode is false precision.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produce a number such as 82.4 percent risk, but the data and validation may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use appropriate rounding, risk categories, and uncertainty statements.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failure mode is false precision.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may produce a number such as 82.4 percent risk, but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hiding limitations to make results look.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erode trust if the model later performs poorly.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help draft summaries of model findings, but the draft must be checked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outbreak forecasts, risk stratification tools, and geospatial models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used for briefings should cite source reports and validation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help draft summaries of model findings, but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outbreak forecasts, risk stratification.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Who needs to understand this model result?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 will the result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uncertainty or limitation could change the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Who needs to understand this model result?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needs to understand this model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 will the result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uncertainty or limitation could change the decision?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Are there subgroup performance concerns?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wording would prevent overclaiming?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Are there subgroup performance concerns?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Are there subgroup performance concerns?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wording would prevent overclaiming?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one-page model communication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decision question, model result, uncertainty, validation status,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one-page model communication brief.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one-page model communication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decision question, model result, uncertainty,.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communication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Plain-language uncertainty statement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caveat if relevant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communication brief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Plain-language uncertainty statement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caveat if relevant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Review sign-off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Review sign-off note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 sign-off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communication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Plain-language uncertainty statement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caveat if relevant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communication brief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Plain-language uncertainty statement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caveat if relevant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communicate uncertainty with model results?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communicate uncertainty with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2026-07-13T02:24:08Z</dcterms:created>
  <dcterms:modified xsi:type="dcterms:W3CDTF">2026-07-13T02:24:08Z</dcterms:modified>
</cp:coreProperties>
</file>