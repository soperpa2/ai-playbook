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Distinguish prediction from causal inference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correlation and prediction do not establish causation.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confounding, selection bias, collider bias, and temporal ambiguity.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when a decision requires causal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appropriate evidence sources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causal question framing worksheet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models often predict what is likely to happen, but public health leaders.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distinguish prediction from causal inference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examine confounding, bias, comparison groups, counterfactual.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models often predict what is likely to happen, but public health leaders.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models often predict what is likely to happen,.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learners distinguish prediction.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examine confounding, bias, comparison.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Prediction: An estimate of what is likely to happen based on observed.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Causal inference: The process of estimating whether and how an exposure,.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Confounding: A distortion that occurs when another factor is related to both.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inference: The process of estimating.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Confounding: A distortion that occurs when another.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Counterfactual: The outcome that would have.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make weak evidence appear stronger than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predict which communities have higher hospitalization risk,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find that people who receive a service have better outcomes, but.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make weak evidence appear stronger than it is.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may predict which communities have higher.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may find that people who receive a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decisions often involve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uses an AI model to predict which neighborhoods.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help target outreach, but it does not prove why coverage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leaders want to know whether mobile clinics, reminder messages, school.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uses an AI model to predict which neighborhoods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uses an AI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help target outreach, but it does.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leaders want to know whether mobile clinics,.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inference begins with a clearly framed question.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useful structure is: among which population, what is the intervention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this structure, teams may ask a model to answer a question that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inference begins with a clearly framed question.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useful structure is: among which population,.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this structure, teams may ask a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Confounding is one of the most important threats.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main failure mode is causal overreach.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dashboard or AI report may state that a program reduced disease, improved.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causal language review before results are used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main failure mode is causal overreach.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models can identify risk, but causal inference is needed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help draft evaluation questions or summarize literature,.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decision-making should label outputs clearly as prediction,.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models can identify risk, but causal inference is needed to decide.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AI outputs in your agency could be mistaken for causal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decisions require knowing what intervention will change an outcome?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confounders are likely in your program area?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AI outputs in your agency could be mistaken.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decisions require knowing what intervention.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confounders are likely in your program area?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comparison group could support 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should review causal claims before public release?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comparison group could support 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comparison group could support evaluation?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should review causal claims before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population, intervention or exposure, comparison, outcome, time.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causal question framing worksheet for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population, intervention or exposure,.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question framing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assumptions and likely confounders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Recommended evaluation design or expert consultation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question framing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assumptions and likely confounders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Recommended evaluation design or expert.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Plain-language statement distinguishing prediction from causation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Plain-language statement distinguishing prediction.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question framing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assumptions and likely confounders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Recommended evaluation design or expert consultation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question framing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assumptions and likely confounders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Recommended evaluation design or expert.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distinguishes prediction from causal inference?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distinguishes prediction from causal inference?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distinguishes prediction from.</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2026-07-14T04:35:31Z</dcterms:created>
  <dcterms:modified xsi:type="dcterms:W3CDTF">2026-07-14T04:35:31Z</dcterms:modified>
</cp:coreProperties>
</file>