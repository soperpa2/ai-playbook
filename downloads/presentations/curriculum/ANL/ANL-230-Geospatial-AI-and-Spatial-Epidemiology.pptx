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Geospatial AI and Spatial Epidemiology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geospatial AI and spatial epidemiology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geocoding, aggregation, spatial scale, and data quality affect AI-supported maps and analyses.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privacy and re-identification risks related to location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spatial bias, modifiable areal unit problems, and ecological interpretation risks.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guardrails for AI-supported spatial analysis, hotspot detection, service planning, or emergency response.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geospatial AI readiness worksheet for a public health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Geospatial AI readiness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anl-230-geospatial-ai-and-spatial-epidemiology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AI matters because public health decisions are often place-based.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decide where to conduct outreach, deploy mobile services, inspect facilities, respond to environmental hazards, monitor outbreaks,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spatial tools can help analyze large volumes of geographic information and identify patterns that may not be visible in simple tables.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maps can create a false sense of objectivity.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hotspot may reflect where data are collected, who has access to testing, which providers report electronically, or which addresses are easier to…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AI: Geospatial AI uses AI methods with geographic or location-based data. It may support hotspot detection,…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epidemiology: Spatial epidemiology examines the distribution and determinants of health events across place. It helps…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Geocoding: Geocoding converts an address or location description into geographic coordinates or a mapped location.…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Aggregation: Aggregation combines individual records into larger geographic units, such as census tracts, ZIP codes,…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Modifiable areal unit problem: The modifiable areal unit problem occurs when analytic results change depending on the geographic boundaries…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use AI-supported geospatial analysis to identify areas where mobile vaccination clinics could improve access.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may combine immunization coverage, school locations, transportation routes, census variables, provider locations, and appointment…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may recommend priority areas for outreach and clinic placement.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workflow can advance equity if it identifies access barriers and supports community partnership.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AI may support predictive analytics, emergency response, inspection prioritization, environmental monitoring, and service planning.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summarize spatial patterns for leaders, but it must not overstate certainty or ignore limitations.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tools may retrieve local plans, maps, and protocols, while agentic workflows may propose outreach routes or inspection assignments that…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responsible application of geospatial AI requires explicit attention to privacy, geography, and equity.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AI begins with location data, and location data are rarely perfect.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Addresses may be missing, misspelled, outdated, rural route-based, temporary, or unstable.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experiencing homelessness, migration, displacement, incarceration, or housing instability may be poorly represented by…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Geocoding errors can shift records across boundaries and distort rates for small areas.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scale shapes interpretation.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County-level maps may hide neighborhood-level inequities.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Geocoding bias.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populations and locations are harder to geocode accurately.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geocoding quality checks, manual review for unmatched records, and documentation of missingness.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Small-area privacy risk.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maps can reveal sensitive patterns or identities.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geospatial AI readiness worksheet for one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public health question, location data sources, geocoding method, geographic unit, denominator, privacy safeguards, equity concerns,…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worksheet should identify at least one way the map could be misinterpreted and one safeguard that would reduce the risk of harm.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Geospatial AI readiness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interpretation and limitations memo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suppression review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context and action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GIS and Public Health Resources: https://www.cdc.gov/gis/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Framework: https://www.nist.gov/privacy-framework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geocoding?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can maps create misleading impressions?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the modifiable areal unit problem?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safeguard is appropriate before publishing a small-area health map?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230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230: Geospatial AI and Spatial Epidemiology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