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PMG 210 Requirements Writing for AI Procurement and Implementation
AI procurement requires stronger requirements than ordinary software purchasing because agencies must define not only features, but also data rights, validation, interoperability, security, privacy, monitoring, documentation, accessibility, and exit strategy. This module teaches learners how to write requirements that can be evaluated, tested, enforced, and monitored throughout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Program Management Role-Based Track
Appears in tracks: operations-data-quality
AI procurement requires stronger requirements than ordinary software purchasing because agencies must define not only features, but also data rights, validation, interoperability, security, privacy, monitoring, documentation, accessibility, and exit strategy. This module teaches learners how to write requirements that can be evaluated, tested, enforced, and monitored throughout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7: Prioritize Use Cases - This lesson informs Play 7 by helping learners connect the lesson topic to prioritize use cases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requirements writing for ai procurement and implementation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 requirements matrix that can support readiness assessment, governance review, procurement, implementation, 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procurement requires stronger requirements than ordinary software purchasing because agencies must define not only features, but also data rights, validation, interoperability, security, privacy, monitoring, documentation, accessibility, and exit strategy. This module teaches learners how to write requirements that can be evaluated, tested, enforced, and monitored throughout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Requirements Writing for AI Procurement and Implementation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 requirement is a clear statement of what a system must do or how it must perform. AI requirements must cover functional capabilities, nonfunctional expectations, data handling, validation, transparency, monitoring, security, accessibility, interoperability, and support.
Functional requirements describe what the tool must do, such as summarize a case report, classify a complaint, or generate a draft message. Nonfunctional requirements describe how the tool must perform, such as uptime, response time, security, auditability, explainability, and accessibility.
Procurement requirements must be testable. If a requirement cannot be evaluated during proposal review, implementation, or acceptance testing, it is unlikely to protect the agency. Requirements should avoid vague claims such as “uses responsible AI” unless they are translated into evidence, controls, and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state health agency procuring an AI-supported case triage tool should require interoperability with the surveillance system, role-based access, source traceability, validation results, subgroup performance reporting, audit logs, human review controls, incident reporting, documentation, and data deletion at contract end. These requirements make vendor claims testable and enforceable.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Strong AI requirements begin with intended use. The agency should state the specific workflow, users, data sources, outputs, and decisions the system may support. It should also state prohibited uses. This prevents scope creep and reduces the chance that a tool will be used for decisions it was not designed or approved to support.
Data requirements should specify allowed data sources, minimum necessary fields, terminology standards, data quality expectations, retention, ownership, reuse limits, and deletion requirements. If vendors will use agency data to improve models, that use should be explicitly approved or prohibited.
Acceptance and monitoring requirements should specify what evidence the vendor must provide before launch and throughout operations. This may include validation reports, test cases, model cards, change logs, uptime reports, incident reports, bias assessments, security documentation, and user training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 requirements matrix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 requirements matrix.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 requirements matrix.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requirements writing for ai procurement and implementation before deployment?
2. Which practice best supports responsible implementation?
3. Which statement best describes a common failure mode?
4. What should be included in the practical artifact for this module?
5. When should the issue be escalated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ONC interoperability resources and agency procurement templates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privacy, cybersecurity, data governance, procurement, and records management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PMG 210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Requirements Writing for AI Procurement and Implementation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procurement requires stronger requirements than ordinary software purchasing because agencies must define not.</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how to write requirements that can be evaluated, tested, enforced, and monitored.</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Program Management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operations-data-quality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requirements writing for ai procurement and implementation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requirements writing for ai procurement and implementation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AI requirements matrix that can support readiness assessment, governance review, procurement,.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AI requirements matrix that can support readiness assessment, governance review, procurement,.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procurement requires stronger requirements than ordinary software purchasing because agencies must.</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how to write requirements that can be evaluated, tested, enforced,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procurement requires stronger requirements than ordinary software purchasing because agencies must.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Requirements Writing for AI Procurement and Implementation matters because AI systems are embedded in.</a:t>
            </a:r>
            <a:endParaRPr lang="en-US" sz="2100" dirty="0"/>
          </a:p>
          <a:p>
            <a:r>
              <a:rPr lang="en-US" sz="2100" dirty="0">
                <a:solidFill>
                  <a:srgbClr val="17364A"/>
                </a:solidFill>
                <a:latin typeface="Aptos" pitchFamily="34" charset="0"/>
                <a:ea typeface="Aptos" pitchFamily="34" charset="-122"/>
                <a:cs typeface="Aptos" pitchFamily="34" charset="-120"/>
              </a:rPr>
              <a:t>The topic affects whether AI outputs are accurate, explainable, safe, equitable, secure, and sustainable.</a:t>
            </a:r>
            <a:endParaRPr lang="en-US" sz="2100" dirty="0"/>
          </a:p>
          <a:p>
            <a:r>
              <a:rPr lang="en-US" sz="2100" dirty="0">
                <a:solidFill>
                  <a:srgbClr val="17364A"/>
                </a:solidFill>
                <a:latin typeface="Aptos" pitchFamily="34" charset="0"/>
                <a:ea typeface="Aptos" pitchFamily="34" charset="-122"/>
                <a:cs typeface="Aptos" pitchFamily="34" charset="-120"/>
              </a:rPr>
              <a:t>Agencies that ignore this area may create tools that work in a demonstration but fail in actual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Requirements Writing for AI Procurement and Implementation matters because AI systems are embedded in.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requirement is a clear statement of what a system must do or how it must perform.</a:t>
            </a:r>
            <a:endParaRPr lang="en-US" sz="2100" dirty="0"/>
          </a:p>
          <a:p>
            <a:r>
              <a:rPr lang="en-US" sz="2100" dirty="0">
                <a:solidFill>
                  <a:srgbClr val="17364A"/>
                </a:solidFill>
                <a:latin typeface="Aptos" pitchFamily="34" charset="0"/>
                <a:ea typeface="Aptos" pitchFamily="34" charset="-122"/>
                <a:cs typeface="Aptos" pitchFamily="34" charset="-120"/>
              </a:rPr>
              <a:t>AI requirements must cover functional capabilities, nonfunctional expectations, data handling,.</a:t>
            </a:r>
            <a:endParaRPr lang="en-US" sz="2100" dirty="0"/>
          </a:p>
          <a:p>
            <a:r>
              <a:rPr lang="en-US" sz="2100" dirty="0">
                <a:solidFill>
                  <a:srgbClr val="17364A"/>
                </a:solidFill>
                <a:latin typeface="Aptos" pitchFamily="34" charset="0"/>
                <a:ea typeface="Aptos" pitchFamily="34" charset="-122"/>
                <a:cs typeface="Aptos" pitchFamily="34" charset="-120"/>
              </a:rPr>
              <a:t>Functional requirements describe what the tool must do, such as summarize a case report, classify 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requirement is a clear statement of what a system must do or how it must perform.</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state health agency procuring an AI-supported case triage tool should require interoperability with.</a:t>
            </a:r>
            <a:endParaRPr lang="en-US" sz="2100" dirty="0"/>
          </a:p>
          <a:p>
            <a:r>
              <a:rPr lang="en-US" sz="2100" dirty="0">
                <a:solidFill>
                  <a:srgbClr val="17364A"/>
                </a:solidFill>
                <a:latin typeface="Aptos" pitchFamily="34" charset="0"/>
                <a:ea typeface="Aptos" pitchFamily="34" charset="-122"/>
                <a:cs typeface="Aptos" pitchFamily="34" charset="-120"/>
              </a:rPr>
              <a:t>These requirements make vendor claims testable and enforceable.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state health agency procuring an AI-supported case triage tool should require interoperability with.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Strong AI requirements begin with intended use.</a:t>
            </a:r>
            <a:endParaRPr lang="en-US" sz="2100" dirty="0"/>
          </a:p>
          <a:p>
            <a:r>
              <a:rPr lang="en-US" sz="2100" dirty="0">
                <a:solidFill>
                  <a:srgbClr val="17364A"/>
                </a:solidFill>
                <a:latin typeface="Aptos" pitchFamily="34" charset="0"/>
                <a:ea typeface="Aptos" pitchFamily="34" charset="-122"/>
                <a:cs typeface="Aptos" pitchFamily="34" charset="-120"/>
              </a:rPr>
              <a:t>The agency should state the specific workflow, users, data sources, outputs, and decisions the system.</a:t>
            </a:r>
            <a:endParaRPr lang="en-US" sz="2100" dirty="0"/>
          </a:p>
          <a:p>
            <a:r>
              <a:rPr lang="en-US" sz="2100" dirty="0">
                <a:solidFill>
                  <a:srgbClr val="17364A"/>
                </a:solidFill>
                <a:latin typeface="Aptos" pitchFamily="34" charset="0"/>
                <a:ea typeface="Aptos" pitchFamily="34" charset="-122"/>
                <a:cs typeface="Aptos" pitchFamily="34" charset="-120"/>
              </a:rPr>
              <a:t>It should also state prohibited uses.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Strong AI requirements begin with intended use.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2100" dirty="0"/>
          </a:p>
          <a:p>
            <a:r>
              <a:rPr lang="en-US" sz="2100" dirty="0">
                <a:solidFill>
                  <a:srgbClr val="17364A"/>
                </a:solidFill>
                <a:latin typeface="Aptos" pitchFamily="34" charset="0"/>
                <a:ea typeface="Aptos" pitchFamily="34" charset="-122"/>
                <a:cs typeface="Aptos" pitchFamily="34" charset="-120"/>
              </a:rPr>
              <a:t>When staff do not connect technical decisions to authority, workflow, equity, privacy, security, and.</a:t>
            </a:r>
            <a:endParaRPr lang="en-US" sz="2100" dirty="0"/>
          </a:p>
          <a:p>
            <a:r>
              <a:rPr lang="en-US" sz="2100" dirty="0">
                <a:solidFill>
                  <a:srgbClr val="17364A"/>
                </a:solidFill>
                <a:latin typeface="Aptos" pitchFamily="34" charset="0"/>
                <a:ea typeface="Aptos" pitchFamily="34" charset="-122"/>
                <a:cs typeface="Aptos" pitchFamily="34" charset="-120"/>
              </a:rPr>
              <a:t>Another risk is relying on vendor claims without agency-defined evidence.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2100" dirty="0"/>
          </a:p>
          <a:p>
            <a:r>
              <a:rPr lang="en-US" sz="2100" dirty="0">
                <a:solidFill>
                  <a:srgbClr val="17364A"/>
                </a:solidFill>
                <a:latin typeface="Aptos" pitchFamily="34" charset="0"/>
                <a:ea typeface="Aptos" pitchFamily="34" charset="-122"/>
                <a:cs typeface="Aptos" pitchFamily="34" charset="-120"/>
              </a:rPr>
              <a:t>The controls should be scaled to the risk of the use case.</a:t>
            </a:r>
            <a:endParaRPr lang="en-US" sz="2100" dirty="0"/>
          </a:p>
          <a:p>
            <a:r>
              <a:rPr lang="en-US" sz="2100" dirty="0">
                <a:solidFill>
                  <a:srgbClr val="17364A"/>
                </a:solidFill>
                <a:latin typeface="Aptos" pitchFamily="34" charset="0"/>
                <a:ea typeface="Aptos" pitchFamily="34" charset="-122"/>
                <a:cs typeface="Aptos" pitchFamily="34" charset="-120"/>
              </a:rPr>
              <a:t>A tool that drafts internal training text may require lighter review than a tool that updates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2100" dirty="0"/>
          </a:p>
          <a:p>
            <a:r>
              <a:rPr lang="en-US" sz="2100" dirty="0">
                <a:solidFill>
                  <a:srgbClr val="17364A"/>
                </a:solidFill>
                <a:latin typeface="Aptos" pitchFamily="34" charset="0"/>
                <a:ea typeface="Aptos" pitchFamily="34" charset="-122"/>
                <a:cs typeface="Aptos" pitchFamily="34" charset="-120"/>
              </a:rPr>
              <a:t>What decisions, data sources, users, or partners would be affected if this area is poorly designed?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reviewers need before approving the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safeguards should be required before pilot testing?</a:t>
            </a:r>
            <a:endParaRPr lang="en-US" sz="2100" dirty="0"/>
          </a:p>
          <a:p>
            <a:r>
              <a:rPr lang="en-US" sz="2100" dirty="0">
                <a:solidFill>
                  <a:srgbClr val="17364A"/>
                </a:solidFill>
                <a:latin typeface="Aptos" pitchFamily="34" charset="0"/>
                <a:ea typeface="Aptos" pitchFamily="34" charset="-122"/>
                <a:cs typeface="Aptos" pitchFamily="34" charset="-120"/>
              </a:rPr>
              <a:t>Who owns ongoing monitoring and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safeguards should be required before pilot testing?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AI requirements matrix for one real or realistic public health AI workflow.</a:t>
            </a:r>
            <a:endParaRPr lang="en-US" sz="2100" dirty="0"/>
          </a:p>
          <a:p>
            <a:r>
              <a:rPr lang="en-US" sz="2100" dirty="0">
                <a:solidFill>
                  <a:srgbClr val="17364A"/>
                </a:solidFill>
                <a:latin typeface="Aptos" pitchFamily="34" charset="0"/>
                <a:ea typeface="Aptos" pitchFamily="34" charset="-122"/>
                <a:cs typeface="Aptos" pitchFamily="34" charset="-120"/>
              </a:rPr>
              <a:t>The artifact should describe the use case, affected users, data sources, system dependencies, risks,.</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be used in a governance meeting, procurement.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AI requirements matrix for one real or realistic public health AI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AI requirements matrix.</a:t>
            </a:r>
            <a:endParaRPr lang="en-US" sz="2100" dirty="0"/>
          </a:p>
          <a:p>
            <a:r>
              <a:rPr lang="en-US" sz="2100" dirty="0">
                <a:solidFill>
                  <a:srgbClr val="17364A"/>
                </a:solidFill>
                <a:latin typeface="Aptos" pitchFamily="34" charset="0"/>
                <a:ea typeface="Aptos" pitchFamily="34" charset="-122"/>
                <a:cs typeface="Aptos" pitchFamily="34" charset="-120"/>
              </a:rPr>
              <a:t>It should be specific to a public health workflow and should include technical dependencies, governance.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AI requirements matrix.</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AI requirements matrix. It should be specific to a public health.</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AI requirements matrix. It should be specific to a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best reason to address requirements writing for ai procurement and implementation before.</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responsible implementation?</a:t>
            </a:r>
            <a:endParaRPr lang="en-US" sz="2100" dirty="0"/>
          </a:p>
          <a:p>
            <a:r>
              <a:rPr lang="en-US" sz="2100" dirty="0">
                <a:solidFill>
                  <a:srgbClr val="17364A"/>
                </a:solidFill>
                <a:latin typeface="Aptos" pitchFamily="34" charset="0"/>
                <a:ea typeface="Aptos" pitchFamily="34" charset="-122"/>
                <a:cs typeface="Aptos" pitchFamily="34" charset="-120"/>
              </a:rPr>
              <a:t>3. Which statement best describes a common failure mode?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best reason to address requirements writing for ai procurement and implementation before.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a:p>
            <a:r>
              <a:rPr lang="en-US" sz="2100" dirty="0">
                <a:solidFill>
                  <a:srgbClr val="17364A"/>
                </a:solidFill>
                <a:latin typeface="Aptos" pitchFamily="34" charset="0"/>
                <a:ea typeface="Aptos" pitchFamily="34" charset="-122"/>
                <a:cs typeface="Aptos" pitchFamily="34" charset="-120"/>
              </a:rPr>
              <a:t>ONC interoperability resources and agency procurement templates</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Requirements Writing for AI Procurement and Implementation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Writing for AI Procurement and Implementation</dc:title>
  <dc:subject>Requirements Writing for AI Procurement and Implementation learning module</dc:subject>
  <dc:creator>Paula Soper</dc:creator>
  <cp:lastModifiedBy>Paula Soper</cp:lastModifiedBy>
  <cp:revision>1</cp:revision>
  <dcterms:created xsi:type="dcterms:W3CDTF">2026-07-12T19:24:28Z</dcterms:created>
  <dcterms:modified xsi:type="dcterms:W3CDTF">2026-07-12T19:24:28Z</dcterms:modified>
</cp:coreProperties>
</file>