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systems require lifecycle evidence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core records that support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approval evidence, validation evidence, operational.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systems require lifecycle evidence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evidence inventory for an approved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retention, ownership,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audit readiness is the agency’s ability to show what AI systems are used, why.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audit readiness is the agency’s ability to show.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may need this evidence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governance, compliance,.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an AI tool to help classify public inquiries.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Six months later, a concern is raised that the tool may be misclassifying.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Audit-ready evidence would include the approved use case, validation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Audit-ready evidence would include the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evidence allows the agency to investigate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begins at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preserve the use case description, risk triage, required.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 use case is rejected or deferred, that decision should also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begins at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agency should preserve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early records help explain why a tool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evidence should show how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Evidence management requires ownership and retention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bodies should define who stores each artifact, where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readiness depends on consistent records, not scattered files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Evidence management requires ownership and retention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Evidence management requires ownership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bodies should define who stores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readiness depends on consistent records,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Approvals without records of conditions or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results stored informally or not retained.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Vendor documentation accepted without agency review or local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Incidents that cannot be reconstructed because logs or decisions were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records or audit responses delayed because artifacts are scattered.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an AI evidence inventory for each approved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decision logs for approvals, deferrals, conditions, changes,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an AI evidence inventory for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decision logs for approvals, deferrals,.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Preserve validation, testing, monitoring, training, SOP, and incident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artifact ownership and retention expectations.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evidence completeness during periodic governance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Preserve validation, testing,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artifact ownership and retention.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evidence completeness during periodic.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audit readiness evidence inventory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required artifacts from intake through retirement, the owner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audit readiness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required artifacts from intake through.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Decision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Artifact ownership and retention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Gap list for missing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record should be preserved from AI governance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validation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AI audit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AI audit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2026-07-14T04:35:32Z</dcterms:created>
  <dcterms:modified xsi:type="dcterms:W3CDTF">2026-07-14T04:35:32Z</dcterms:modified>
</cp:coreProperties>
</file>