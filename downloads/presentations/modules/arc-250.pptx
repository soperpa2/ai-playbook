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FHIR in practical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FHIR resources commonly relevant to public health AI use cases.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role of profiles, implementation guides, and APIs.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FHIR in practical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whether FHIR-accessible data are complete.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FHIR data needs worksheet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is increasingly important for public health because it supports.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do not need to become FHIR developers to participate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explains how FHIR resources, profiles, implementation guides,.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is increasingly important for public health because it supports structured,.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is increasingly important for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do not need to become FHIR.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explains how FHIR resources, profiles,.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matters for AI because it may make clinical and public health data more.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FHIR API can allow an approved application to request specific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support case summaries, decision support, cohort identification,.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matters for AI because it may make clinical and public health data more.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matters for AI because it may make clinical.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API can allow an approved application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support case summaries, decision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FHIR resource is a structured representation of a type of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use combinations of resources to support a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resource.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FHIR resource is a structured representation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FHIR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profile constrains or extends a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 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 Core defines profiles for core U.S. clinical data exchange.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support common data access patterns, but public health workflows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 Core.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can support common data access patterns,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implementation guide defines how FHIR.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an AI tool to summarize relevant EHR.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might need Patient, Encounter, Condition, Observation,.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verify whether the source system can provide these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tool to summarize relevant EHR information.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tool might need Patient, Encounter,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to verify whether the source system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immunization use case may need Patient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planning should begin with the use case rather than the technology.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the public health decision or task, the data elements.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over-general claims about FHIR from substituting for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the public health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Profiles and implementation guides matter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health workflow may need specific.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FHIR-compatible but incomplete.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product may support FHIR but not the data needed for the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data needs worksheets, test queries, and acceptance.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FHIR-compatible but incomplete.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FHIR APIs may support updates or task creation.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human approval, restricted permissions, sandbox testing,.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use FHIR data to draft case or patient summaries, but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features derived from FHIR resources, which.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may combine FHIR-derived facts with agency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use FHIR data to draft case or patient summaries, but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can use FHIR data to draft case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use features derived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may create Tasks or update.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workflows could benefit from structured FHIR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data elements are required for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Are those elements available through FHIR in the source systems?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workflows could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data elements are required for the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Are those elements available through FHIR in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profiles or implementation guides apply?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verify that the AI tool used the correct FHIR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profiles or implementation guides apply?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profiles or implementation guides apply?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verify that the AI tool used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FHIR data needs worksheet for one AI-supported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use case, required data elements, relevant FHIR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FHIR data needs worksheet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use case, required data elements,.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data needs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relevant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or implementation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data needs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relevant FHIR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or implementation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Validation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Validation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data needs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relevant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or implementation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data needs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relevant FHIR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or implementation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 FHIR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FHIR matter for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should staff verify when a vendor says a product is FHIR-compatible?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 FHIR resource?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 FHIR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resources: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US Core Implementation Guide: https://build.fhir.org/ig/HL7/US-Core/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eCR FHIR Implementation Guide: https://hl7.org/fhir/us/ecr/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resources: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 Public Health Profiles Library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2026-07-14T04:35:31Z</dcterms:created>
  <dcterms:modified xsi:type="dcterms:W3CDTF">2026-07-14T04:35:31Z</dcterms:modified>
</cp:coreProperties>
</file>