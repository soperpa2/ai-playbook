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430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Organizational Change Management for AI Adoption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advanced/leadership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AI implementation requires change management.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stakeholders affected by an AI-supported workflow.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 a change management plan that includes communication, training, workflow updates, feedback, and adoption measures.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Recognize staff concerns related to trust, workload, deskilling, surveillance, accountability, and job impact.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an AI adoption and change management plan.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AI adoption plan; stakeholder map; communication plan; training plan; feedback and adoption monitoring plan.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Public Health Executive Leadership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exe-430-organizational-change-management-for-ai-adoption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430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tools may fail even when the technology works because the organization is not ready to use them.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may not trust the output, may over-trust it, may not understand their review responsibilities, or may develop workarounds that undermine…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 may underestimate the time needed for training, workflow redesign, and user feedback.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management is also an equity and workforce issue.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who are not included in design may experience AI as a threat or burden.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430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Apply: Explain why AI implementation requires change management.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Apply: Identify stakeholders affected by an AI-supported workflow.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Apply: Develop a change management plan that includes communication, training, workflow updates, feedback, and adoption…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Apply: Recognize staff concerns related to trust, workload, deskilling, surveillance, accountability, and job impact.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Apply: Produce an AI adoption and change management plan.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430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health department launches an AI assistant to help staff find internal policies and program guidance.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tool is technically functional, but staff do not use it because they are unsure whether answers are official, whether searches are…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staff worry that the tool will be used to judge their productivity.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change management plan addresses these concerns directly.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 adoption requires training on review, citation, privacy, and public records.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analytics adoption requires training on interpretation, limitations, and override documentation.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workflow adoption requires training on approvals, stop procedures, and escalation.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AI type changes work in different ways, so change management must be specific.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430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change management should begin before procurement or configuration.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 should identify who will be affected, what pain points the tool is supposed to address, which workflows will change, and what…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 engagement should include frontline users, supervisors, program leaders, IT, privacy, legal, communications, equity staff, and…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communication plan should be specific.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need to know what the tool does, what it does not do, why the agency is using it, what data may be entered, what outputs require…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 should also acknowledge uncertainty.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430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risk is adoption without understanding.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may use the tool incorrectly or treat outputs as authoritative because training was superficial.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guardrail is to require role-based training and workflow-specific practice before access is granted.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Another risk is resistance caused by lack of transparency.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staff believe AI is being introduced to monitor or replace them, they may avoid or undermine the tool.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430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change management plan for one AI use case.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stakeholder map, communication messages, training needs, workflow changes, adoption measures, feedback process, and launch support.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adoption plan; stakeholder map; communication plan; training plan; feedback and adoption monitoring plan.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Artificial Intelligence Risk Management Framework (AI RMF 1.0)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Generative AI Profile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Privacy Framework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Public Health Data Strategy and Data Modernization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Ethics and Governance of Artificial Intelligence for Health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OMB Memorandum M-24-10 on federal AI governance, risk management, and innovation, where…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430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is the strongest reason this module topic belongs in AI leadership and governance training?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Which practice best supports accountable public health AI governance?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When should an AI use case be escalated for leadership or governance review?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What is weak evidence of completion for a leadership and governance module?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should leaders do when an AI use case has meaningful benefits but unresolved risks?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430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 430: Organizational Change Management for AI Adoption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