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240 User Acceptance Testing for AI-Supported Workflows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technical-architecture, analytics-and-modeling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UAT for AI-supported workflows.
Develop role-based UAT scenarios and test scripts.
Include routine cases, edge cases, failure cases, and equity-sensitive scenarios in UAT.
Define acceptance criteria for usability, safety, documentation, human review, and workflow fit.
Produce a UAT plan and sign-off recommendation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Before launching an AI tool that summarizes case investigation notes, investigators complete UAT scenarios using routine cases, incomplete records, conflicting notes, language access needs, and cases with sensitive information. Testers verify whether the summary is understandable, source information is visible, errors can be corrected, outputs can be documented properly, and escalation steps are clear. The tool does not launch until high-priority issues are 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should be designed around real users and real work. Testers should include the roles that will actually use or supervise the AI-supported workflow, such as epidemiologists, investigators, program staff, supervisors, data quality staff, communications staff, or support staff. If only technical staff test the tool, usability and workflow problems may be missed.
Test scenarios should include more than ideal cases. AI-supported workflows should be tested with incomplete data, conflicting information, duplicate records, unusual cases, sensitive data, ambiguous outputs, language access issues, accessibility needs, high-volume periods, system downtime, and outputs that should be overridden. Edge cases reveal whether the workflow is safe when conditions are imperfect.
Acceptance criteria should be defined before testing begins. Criteria may include whether users can complete the workflow, understand the AI output, inspect source information, identify unsupported statements, correct errors, document decisions, override outputs, and escalate concerns. Criteria should also address workflow burden, accessibility, performance, and user confidence.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results should lead to a launch decision. Issues should be categorized by severity, assigned to owners, and resolved or accepted with documented rationale. A launch should not proceed simply because testing occurred. It should proceed only if acceptance criteria are met and unresolved issues do not create unacceptable risk.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Testing only ideal scenarios and missing high-risk workflow failures.
Excluding real end users from testing.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Launching despite unresolved issues that affect safety, equity, or documentation.
Treating model validation as a substitute for workflow acceptance testing.
Failing to test override, escalation, fallback, and accessibility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Develop role-based UAT scripts before launch.
Include routine, edge, failure, and equity-sensitive cases.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Define acceptance criteria before testing.
Track issues by severity, owner, and resolution status.
Require documented sign-off or remediation before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UAT plan for one AI-supported workflow. Include user roles, test scenarios, edge cases, acceptance criteria, tester instructions, issue log fields, severity categories, sign-off criteria, and launch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UAT plan
Role-based test scripts
Acceptance criteria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Issue log template
Sign-off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UAT plan
Role-based test scripts
Acceptance criteria
Issue log template
Sign-off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purpose of UAT for AI-supported workflows?
2. Who should participate in UAT?
3. Which scenario should be included in AI UAT?
4. What should happen to UAT issues?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Agency user acceptance testing, quality assurance, accessibility, and implementation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User Acceptance Testing for AI-Supported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User acceptance testing is the process of determining whether an AI-supported workflow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Technical testing may show that a tool runs, and model validation may show acceptable.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UAT fills that gap.</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Operations and Data Quality Track Appears in tracks: operations-and-data-quality, program-management, technical-architecture, analytics-and-modeling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UAT for AI-supported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role-based UAT scenarios and test scripts.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routine cases, edge cases, failure cases, and equity-sensitive scenarios in UAT.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UAT for AI-supported workflows.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acceptance criteria for usability, safety, documentation,.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UAT plan and sign-off recommendation for an AI-supported.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User acceptance testing is the process of determining whether an AI-supported workflow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Technical testing may show that a tool runs, and model validation may show acceptable.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UAT fills that gap.</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Before launching an AI tool that summarizes case investigation notes, investigators complete.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Testers verify whether the summary is understandable, source information is visible, errors.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does not launch until high-priority issues are resolved.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Before launching an AI tool that summarizes case investigation notes, investigators complete UAT.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launching an AI tool that summarizes case investigation.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Testers verify whether the summary is understandable, source.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UAT should be designed around real users and real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Testers should include the roles that will actually use or supervise the AI-supported.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only technical staff test the tool, usability and workflow problems may be missed.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UAT should be designed around real users and real 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UAT results should lead to a launch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Issues should be categorized by severity, assigned to owners, and resolved or accepted with.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launch should not proceed simply because testing occurred.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UAT results should lead to a launch decision.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Testing only ideal scenarios and missing high-risk workflow failures.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Excluding real end users from testing.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Testing only ideal scenarios and missing high-risk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Excluding real end users from testing.</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Launching despite unresolved issues that affect safety, equity, or documentation.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Treating model validation as a substitute for workflow acceptance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Failing to test override, escalation, fallback, and accessibility requirements.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Launching despite unresolved issues that affect safety, equity,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Treating model validation as a substitute for workflow acceptance.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Failing to test override, escalation, fallback, and accessibility.</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role-based UAT scripts before launch.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routine, edge, failure, and equity-sensitive cases.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role-based UAT scripts before launch.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routine, edge, failure, and equity-sensitive cases.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acceptance criteria before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Track issues by severity, owner, and resolution status.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 documented sign-off or remediation before deployment.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acceptance criteria before testing.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acceptance criteria before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Track issues by severity, owner, and resolution status.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 documented sign-off or remediation before deployment.</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UAT plan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user roles, test scenarios, edge cases, acceptance criteria, tester instructions,.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UAT plan for one AI-supported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UAT plan for one AI-supported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user roles, test scenarios, edge cases, acceptance.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UAT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Role-based test scripts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Acceptance criteria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UAT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UAT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Role-based test scripts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Acceptance criteria</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Issue log template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Sign-off recommendation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Issue log template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Issue log template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Sign-off recommendation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UAT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Role-based test scripts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Acceptance criteria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UAT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Issue log template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Sign-off recommendation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purpose of UAT for AI-supported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Who should participate in UAT?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scenario should be included in AI UAT?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purpose of UAT for AI-supported workflows?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purpose of UAT for AI-supported workflows?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Evaluation Framework: https://www.cdc.gov/evaluation/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user acceptance testing, quality assurance, accessibility,.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User Acceptance Testing for AI-Supported Workflows</dc:title>
  <dc:subject>User Acceptance Testing for AI-Supported Workflows learning module</dc:subject>
  <dc:creator>Paula Soper</dc:creator>
  <cp:lastModifiedBy>Paula Soper</cp:lastModifiedBy>
  <cp:revision>1</cp:revision>
  <dcterms:created xsi:type="dcterms:W3CDTF">2026-07-13T02:33:45Z</dcterms:created>
  <dcterms:modified xsi:type="dcterms:W3CDTF">2026-07-13T02:33:45Z</dcterms:modified>
</cp:coreProperties>
</file>