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 300 AI for Case Investigation and Outbreak Response
Case investigation and outbreak response are high-pressure public health workflows that depend on timely information, structured judgment, coordination, documentation, and community trust. AI may support these workflows by summarizing case records, extracting exposures, identifying missing information, prioritizing review, detecting clusters, drafting situation updates, or organizing response tasks. At the same time, errors can affect real people, public health action, and public confidence. This module teaches epidemiologists, informaticians, and response teams how to evaluate and use AI-supported tools in case investigation and outbreak response. The focus is on support, not replacement. AI can help staff work faster and more consistently, but public health judgment, legal authority, and human accountability remain central. Responsible use requires careful attention to data quality, source traceability, sensitivity, uncertainty, equity, escalation, and documentation. AI should help investigators see relevant information more clearly, not hide assumptions or convert uncertain signals into unsupported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Epidemiology Role-Based Track
Appears in tracks: epidemiology, operations-and-data-quality, technical-architecture, public-health-executive-leadership
Case investigation and outbreak response are high-pressure public health workflows that depend on timely information, structured judgment, coordination, documentation, and community trust. AI may support these workflows by summarizing case records, extracting exposures, identifying missing information, prioritizing review, detecting clusters, drafting situation updates, or organizing response tasks. At the same time, errors can affect real people, public health action, and public confidence. This module teaches epidemiologists, informaticians, and response teams how to evaluate and use AI-supported tools in case investigation and outbreak response. The focus is on support, not replacement. AI can help staff work faster and more consistently, but public health judgment, legal authority, and human accountability remain central. Responsible use requires careful attention to data quality, source traceability, sensitivity, uncertainty, equity, escalation, and documentation. AI should help investigators see relevant information more clearly, not hide assumptions or convert uncertain signals into unsupported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7: Prioritize Use Cases - This lesson informs Play 7 by helping learners connect the lesson topic to prioritize use cases work in the AI Playbook sequence.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case investigation and outbreak response tasks that AI may support.
Distinguish between AI-supported triage, summarization, extraction, signal detection, and decision-making.
Assess data quality, timeliness, source traceability, and equity risks in AI-supported response workflows.
Define human review, escalation, and documentation expectations for AI outputs.
Create an AI-supported case investigation or outbreak response workflow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Case investigation and outbreak response are high-pressure public health workflows that depend on timely information, structured judgment, coordination, documentation, and community trust. AI may support these workflows by summarizing case records, extracting exposures, identifying missing information, prioritizing review, detecting clusters, drafting situation updates, or organizing response tasks. At the same time, errors can affect real people, public health action, and public confidence.
This module teaches epidemiologists, informaticians, and response teams how to evaluate and use AI-supported tools in case investigation and outbreak response. The focus is on support, not replacement. AI can help staff work faster and more consistently, but public health judgment, legal authority, and human accountability remain central.
Responsible use requires careful attention to data quality, source traceability, sensitivity, uncertainty, equity, escalation, and documentation. AI should help investigators see relevant information more clearly, not hide assumptions or convert uncertain signals into unsupported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During a foodborne illness investigation, AI is used to summarize interview notes and extract possible exposures. Investigators compare the extracted exposures to original notes, review uncertain or conflicting information, and document final interpretations. The tool helps reduce manual review time, but it does not determine the outbreak source or issue public recommendations without epidemiologist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AI can support case investigation by reducing the burden of reviewing large volumes of information. Natural language processing and generative AI may help summarize case notes, identify missing fields, extract dates and exposures, or draft follow-up questions. These tasks are appropriate only when outputs are traceable to source material and investigators can correct errors before the information is used.
Outbreak response may involve signal detection, anomaly review, geospatial patterns, laboratory results, syndromic surveillance, community reports, and partner communications. AI can help identify patterns or organize information, but it can also generate false signals or miss subtle context. A signal should trigger epidemiologic review, not automatic public health action.
Data quality is especially important during response. Early outbreak data are often incomplete, changing, biased toward reported cases, and uneven across communities. AI tools may overstate certainty if they do not represent missingness and uncertainty clearly. Response teams should document what data are preliminary, what assumptions are being made, and what additional investigation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Equity considerations should be explicit. Some communities may be less likely to seek care, be tested, respond to interviews, speak English, have stable contact information, or appear in digital datasets. AI-supported prioritization must not systematically deprioritize people or communities because the data available about them are incomplete.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AI summaries omitting uncertainty or unsupported details.
False outbreak signals creating unnecessary response or public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Missed signals because some communities are underrepresented in data.
Automated prioritization replacing epidemiologic judgment.
Sensitive investigation information being used in unapproved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Require source traceability for summaries and extracted information.
Use AI outputs as prompts for review, not automatic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Document uncertainty, missing data, and preliminary status.
Apply equity review to prioritization and signal detection workflows.
Define escalation to epidemiology leadership for unusual, high-risk, or public-facing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AI-supported case investigation or outbreak response workflow review. Include the supported task, data sources, AI output, source traceability, human review point, uncertainty documentation, equity risks, escalation triggers, and monitoring indicators.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Case investigation or outbreak response workflow review
Source traceability checklist
Uncertainty and missing data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Equity and escalation review
Monitoring indicators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Case investigation or outbreak response workflow review
Source traceability checklist
Uncertainty and missing data documentation
Equity and escalation review
Monitoring indicators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should AI outputs do in case investigation?
2. What is an outbreak signal?
3. Why is uncertainty documentation important during response?
4. Which guardrail is appropriate for AI-extracted exposures?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EPI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for Case Investigation and Outbreak Response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Case investigation and outbreak response are high-pressure public health workflows that depend on timely.</a:t>
            </a:r>
            <a:endParaRPr lang="en-US" sz="2100" dirty="0"/>
          </a:p>
          <a:p>
            <a:r>
              <a:rPr lang="en-US" sz="2100" dirty="0">
                <a:solidFill>
                  <a:srgbClr val="17364A"/>
                </a:solidFill>
                <a:latin typeface="Aptos" pitchFamily="34" charset="0"/>
                <a:ea typeface="Aptos" pitchFamily="34" charset="-122"/>
                <a:cs typeface="Aptos" pitchFamily="34" charset="-120"/>
              </a:rPr>
              <a:t>AI may support these workflows by summarizing case records, extracting exposures, identifying missing.</a:t>
            </a:r>
            <a:endParaRPr lang="en-US" sz="2100" dirty="0"/>
          </a:p>
          <a:p>
            <a:r>
              <a:rPr lang="en-US" sz="2100" dirty="0">
                <a:solidFill>
                  <a:srgbClr val="17364A"/>
                </a:solidFill>
                <a:latin typeface="Aptos" pitchFamily="34" charset="0"/>
                <a:ea typeface="Aptos" pitchFamily="34" charset="-122"/>
                <a:cs typeface="Aptos" pitchFamily="34" charset="-120"/>
              </a:rPr>
              <a:t>At the same time, errors can affect real people, public health action, and public confidence.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Epidemiology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epidemiology, operations-and-data-quality, technical-architecture, public-health-executive-leadership</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Identify case investigation and outbreak response tasks that AI may support.</a:t>
            </a:r>
            <a:endParaRPr lang="en-US" sz="2100" dirty="0"/>
          </a:p>
          <a:p>
            <a:r>
              <a:rPr lang="en-US" sz="2100" dirty="0">
                <a:solidFill>
                  <a:srgbClr val="17364A"/>
                </a:solidFill>
                <a:latin typeface="Aptos" pitchFamily="34" charset="0"/>
                <a:ea typeface="Aptos" pitchFamily="34" charset="-122"/>
                <a:cs typeface="Aptos" pitchFamily="34" charset="-120"/>
              </a:rPr>
              <a:t>Distinguish between AI-supported triage, summarization, extraction, signal detection, and.</a:t>
            </a:r>
            <a:endParaRPr lang="en-US" sz="2100" dirty="0"/>
          </a:p>
          <a:p>
            <a:r>
              <a:rPr lang="en-US" sz="2100" dirty="0">
                <a:solidFill>
                  <a:srgbClr val="17364A"/>
                </a:solidFill>
                <a:latin typeface="Aptos" pitchFamily="34" charset="0"/>
                <a:ea typeface="Aptos" pitchFamily="34" charset="-122"/>
                <a:cs typeface="Aptos" pitchFamily="34" charset="-120"/>
              </a:rPr>
              <a:t>Assess data quality, timeliness, source traceability, and equity risks in AI-supported response.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case investigation and outbreak response tasks that AI may support.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Case investigation and outbreak response are high-pressure public health workflows that depend on.</a:t>
            </a:r>
            <a:endParaRPr lang="en-US" sz="2100" dirty="0"/>
          </a:p>
          <a:p>
            <a:r>
              <a:rPr lang="en-US" sz="2100" dirty="0">
                <a:solidFill>
                  <a:srgbClr val="17364A"/>
                </a:solidFill>
                <a:latin typeface="Aptos" pitchFamily="34" charset="0"/>
                <a:ea typeface="Aptos" pitchFamily="34" charset="-122"/>
                <a:cs typeface="Aptos" pitchFamily="34" charset="-120"/>
              </a:rPr>
              <a:t>AI may support these workflows by summarizing case records, extracting exposures, identifying missing.</a:t>
            </a:r>
            <a:endParaRPr lang="en-US" sz="2100" dirty="0"/>
          </a:p>
          <a:p>
            <a:r>
              <a:rPr lang="en-US" sz="2100" dirty="0">
                <a:solidFill>
                  <a:srgbClr val="17364A"/>
                </a:solidFill>
                <a:latin typeface="Aptos" pitchFamily="34" charset="0"/>
                <a:ea typeface="Aptos" pitchFamily="34" charset="-122"/>
                <a:cs typeface="Aptos" pitchFamily="34" charset="-120"/>
              </a:rPr>
              <a:t>At the same time, errors can affect real people, public health action, and public confidence.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Case investigation and outbreak response are high-pressure public health workflows that depend 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During a foodborne illness investigation, AI is used to summarize interview notes and extract possible.</a:t>
            </a:r>
            <a:endParaRPr lang="en-US" sz="2100" dirty="0"/>
          </a:p>
          <a:p>
            <a:r>
              <a:rPr lang="en-US" sz="2100" dirty="0">
                <a:solidFill>
                  <a:srgbClr val="17364A"/>
                </a:solidFill>
                <a:latin typeface="Aptos" pitchFamily="34" charset="0"/>
                <a:ea typeface="Aptos" pitchFamily="34" charset="-122"/>
                <a:cs typeface="Aptos" pitchFamily="34" charset="-120"/>
              </a:rPr>
              <a:t>Investigators compare the extracted exposures to original notes, review uncertain or conflicting.</a:t>
            </a:r>
            <a:endParaRPr lang="en-US" sz="2100" dirty="0"/>
          </a:p>
          <a:p>
            <a:r>
              <a:rPr lang="en-US" sz="2100" dirty="0">
                <a:solidFill>
                  <a:srgbClr val="17364A"/>
                </a:solidFill>
                <a:latin typeface="Aptos" pitchFamily="34" charset="0"/>
                <a:ea typeface="Aptos" pitchFamily="34" charset="-122"/>
                <a:cs typeface="Aptos" pitchFamily="34" charset="-120"/>
              </a:rPr>
              <a:t>The tool helps reduce manual review time, but it does not determine the outbreak source or issue public.</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During a foodborne illness investigation, AI is used to summarize interview notes and extract possible.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can support case investigation by reducing the burden of reviewing large volumes of information.</a:t>
            </a:r>
            <a:endParaRPr lang="en-US" sz="2100" dirty="0"/>
          </a:p>
          <a:p>
            <a:r>
              <a:rPr lang="en-US" sz="2100" dirty="0">
                <a:solidFill>
                  <a:srgbClr val="17364A"/>
                </a:solidFill>
                <a:latin typeface="Aptos" pitchFamily="34" charset="0"/>
                <a:ea typeface="Aptos" pitchFamily="34" charset="-122"/>
                <a:cs typeface="Aptos" pitchFamily="34" charset="-120"/>
              </a:rPr>
              <a:t>Natural language processing and generative AI may help summarize case notes, identify missing fields,.</a:t>
            </a:r>
            <a:endParaRPr lang="en-US" sz="2100" dirty="0"/>
          </a:p>
          <a:p>
            <a:r>
              <a:rPr lang="en-US" sz="2100" dirty="0">
                <a:solidFill>
                  <a:srgbClr val="17364A"/>
                </a:solidFill>
                <a:latin typeface="Aptos" pitchFamily="34" charset="0"/>
                <a:ea typeface="Aptos" pitchFamily="34" charset="-122"/>
                <a:cs typeface="Aptos" pitchFamily="34" charset="-120"/>
              </a:rPr>
              <a:t>These tasks are appropriate only when outputs are traceable to source material and investigators can.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can support case investigation by reducing the burden of reviewing large volumes of information.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considerations should be explicit.</a:t>
            </a:r>
            <a:endParaRPr lang="en-US" sz="2100" dirty="0"/>
          </a:p>
          <a:p>
            <a:r>
              <a:rPr lang="en-US" sz="2100" dirty="0">
                <a:solidFill>
                  <a:srgbClr val="17364A"/>
                </a:solidFill>
                <a:latin typeface="Aptos" pitchFamily="34" charset="0"/>
                <a:ea typeface="Aptos" pitchFamily="34" charset="-122"/>
                <a:cs typeface="Aptos" pitchFamily="34" charset="-120"/>
              </a:rPr>
              <a:t>Some communities may be less likely to seek care, be tested, respond to interviews, speak English, have.</a:t>
            </a:r>
            <a:endParaRPr lang="en-US" sz="2100" dirty="0"/>
          </a:p>
          <a:p>
            <a:r>
              <a:rPr lang="en-US" sz="2100" dirty="0">
                <a:solidFill>
                  <a:srgbClr val="17364A"/>
                </a:solidFill>
                <a:latin typeface="Aptos" pitchFamily="34" charset="0"/>
                <a:ea typeface="Aptos" pitchFamily="34" charset="-122"/>
                <a:cs typeface="Aptos" pitchFamily="34" charset="-120"/>
              </a:rPr>
              <a:t>AI-supported prioritization must not systematically deprioritize people or communities because the data.</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considerations should be explicit.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AI summaries omitting uncertainty or unsupported details.</a:t>
            </a:r>
            <a:endParaRPr lang="en-US" sz="2100" dirty="0"/>
          </a:p>
          <a:p>
            <a:r>
              <a:rPr lang="en-US" sz="2100" dirty="0">
                <a:solidFill>
                  <a:srgbClr val="17364A"/>
                </a:solidFill>
                <a:latin typeface="Aptos" pitchFamily="34" charset="0"/>
                <a:ea typeface="Aptos" pitchFamily="34" charset="-122"/>
                <a:cs typeface="Aptos" pitchFamily="34" charset="-120"/>
              </a:rPr>
              <a:t>False outbreak signals creating unnecessary response or public concern.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Missed signals because some communities are underrepresented in data.</a:t>
            </a:r>
            <a:endParaRPr lang="en-US" sz="2100" dirty="0"/>
          </a:p>
          <a:p>
            <a:r>
              <a:rPr lang="en-US" sz="2100" dirty="0">
                <a:solidFill>
                  <a:srgbClr val="17364A"/>
                </a:solidFill>
                <a:latin typeface="Aptos" pitchFamily="34" charset="0"/>
                <a:ea typeface="Aptos" pitchFamily="34" charset="-122"/>
                <a:cs typeface="Aptos" pitchFamily="34" charset="-120"/>
              </a:rPr>
              <a:t>Automated prioritization replacing epidemiologic judgment.</a:t>
            </a:r>
            <a:endParaRPr lang="en-US" sz="2100" dirty="0"/>
          </a:p>
          <a:p>
            <a:r>
              <a:rPr lang="en-US" sz="2100" dirty="0">
                <a:solidFill>
                  <a:srgbClr val="17364A"/>
                </a:solidFill>
                <a:latin typeface="Aptos" pitchFamily="34" charset="0"/>
                <a:ea typeface="Aptos" pitchFamily="34" charset="-122"/>
                <a:cs typeface="Aptos" pitchFamily="34" charset="-120"/>
              </a:rPr>
              <a:t>Sensitive investigation information being used in unapproved tools.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Missed signals because some communities are underrepresented in data.</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Require source traceability for summaries and extracted information.</a:t>
            </a:r>
            <a:endParaRPr lang="en-US" sz="2100" dirty="0"/>
          </a:p>
          <a:p>
            <a:r>
              <a:rPr lang="en-US" sz="2100" dirty="0">
                <a:solidFill>
                  <a:srgbClr val="17364A"/>
                </a:solidFill>
                <a:latin typeface="Aptos" pitchFamily="34" charset="0"/>
                <a:ea typeface="Aptos" pitchFamily="34" charset="-122"/>
                <a:cs typeface="Aptos" pitchFamily="34" charset="-120"/>
              </a:rPr>
              <a:t>Use AI outputs as prompts for review, not automatic conclusions.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Document uncertainty, missing data, and preliminary status.</a:t>
            </a:r>
            <a:endParaRPr lang="en-US" sz="2100" dirty="0"/>
          </a:p>
          <a:p>
            <a:r>
              <a:rPr lang="en-US" sz="2100" dirty="0">
                <a:solidFill>
                  <a:srgbClr val="17364A"/>
                </a:solidFill>
                <a:latin typeface="Aptos" pitchFamily="34" charset="0"/>
                <a:ea typeface="Aptos" pitchFamily="34" charset="-122"/>
                <a:cs typeface="Aptos" pitchFamily="34" charset="-120"/>
              </a:rPr>
              <a:t>Apply equity review to prioritization and signal detection workflows.</a:t>
            </a:r>
            <a:endParaRPr lang="en-US" sz="2100" dirty="0"/>
          </a:p>
          <a:p>
            <a:r>
              <a:rPr lang="en-US" sz="2100" dirty="0">
                <a:solidFill>
                  <a:srgbClr val="17364A"/>
                </a:solidFill>
                <a:latin typeface="Aptos" pitchFamily="34" charset="0"/>
                <a:ea typeface="Aptos" pitchFamily="34" charset="-122"/>
                <a:cs typeface="Aptos" pitchFamily="34" charset="-120"/>
              </a:rPr>
              <a:t>Define escalation to epidemiology leadership for unusual, high-risk, or public-facing outputs.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Document uncertainty, missing data, and preliminary status.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AI-supported case investigation or outbreak response workflow review.</a:t>
            </a:r>
            <a:endParaRPr lang="en-US" sz="2100" dirty="0"/>
          </a:p>
          <a:p>
            <a:r>
              <a:rPr lang="en-US" sz="2100" dirty="0">
                <a:solidFill>
                  <a:srgbClr val="17364A"/>
                </a:solidFill>
                <a:latin typeface="Aptos" pitchFamily="34" charset="0"/>
                <a:ea typeface="Aptos" pitchFamily="34" charset="-122"/>
                <a:cs typeface="Aptos" pitchFamily="34" charset="-120"/>
              </a:rPr>
              <a:t>Include the supported task, data sources, AI output, source traceability, human review point,.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AI-supported case investigation or outbreak response workflow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Case investigation or outbreak response workflow review</a:t>
            </a:r>
            <a:endParaRPr lang="en-US" sz="2100" dirty="0"/>
          </a:p>
          <a:p>
            <a:r>
              <a:rPr lang="en-US" sz="2100" dirty="0">
                <a:solidFill>
                  <a:srgbClr val="17364A"/>
                </a:solidFill>
                <a:latin typeface="Aptos" pitchFamily="34" charset="0"/>
                <a:ea typeface="Aptos" pitchFamily="34" charset="-122"/>
                <a:cs typeface="Aptos" pitchFamily="34" charset="-120"/>
              </a:rPr>
              <a:t>Source traceability checklist</a:t>
            </a:r>
            <a:endParaRPr lang="en-US" sz="2100" dirty="0"/>
          </a:p>
          <a:p>
            <a:r>
              <a:rPr lang="en-US" sz="2100" dirty="0">
                <a:solidFill>
                  <a:srgbClr val="17364A"/>
                </a:solidFill>
                <a:latin typeface="Aptos" pitchFamily="34" charset="0"/>
                <a:ea typeface="Aptos" pitchFamily="34" charset="-122"/>
                <a:cs typeface="Aptos" pitchFamily="34" charset="-120"/>
              </a:rPr>
              <a:t>Uncertainty and missing data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Case investigation or outbreak response workflow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and escalation review</a:t>
            </a:r>
            <a:endParaRPr lang="en-US" sz="2100" dirty="0"/>
          </a:p>
          <a:p>
            <a:r>
              <a:rPr lang="en-US" sz="2100" dirty="0">
                <a:solidFill>
                  <a:srgbClr val="17364A"/>
                </a:solidFill>
                <a:latin typeface="Aptos" pitchFamily="34" charset="0"/>
                <a:ea typeface="Aptos" pitchFamily="34" charset="-122"/>
                <a:cs typeface="Aptos" pitchFamily="34" charset="-120"/>
              </a:rPr>
              <a:t>Monitoring indicators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and escalation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Case investigation or outbreak response workflow review</a:t>
            </a:r>
            <a:endParaRPr lang="en-US" sz="2100" dirty="0"/>
          </a:p>
          <a:p>
            <a:r>
              <a:rPr lang="en-US" sz="2100" dirty="0">
                <a:solidFill>
                  <a:srgbClr val="17364A"/>
                </a:solidFill>
                <a:latin typeface="Aptos" pitchFamily="34" charset="0"/>
                <a:ea typeface="Aptos" pitchFamily="34" charset="-122"/>
                <a:cs typeface="Aptos" pitchFamily="34" charset="-120"/>
              </a:rPr>
              <a:t>Source traceability checklist</a:t>
            </a:r>
            <a:endParaRPr lang="en-US" sz="2100" dirty="0"/>
          </a:p>
          <a:p>
            <a:r>
              <a:rPr lang="en-US" sz="2100" dirty="0">
                <a:solidFill>
                  <a:srgbClr val="17364A"/>
                </a:solidFill>
                <a:latin typeface="Aptos" pitchFamily="34" charset="0"/>
                <a:ea typeface="Aptos" pitchFamily="34" charset="-122"/>
                <a:cs typeface="Aptos" pitchFamily="34" charset="-120"/>
              </a:rPr>
              <a:t>Uncertainty and missing data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Case investigation or outbreak response workflow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should AI outputs do in case investigation?</a:t>
            </a:r>
            <a:endParaRPr lang="en-US" sz="2100" dirty="0"/>
          </a:p>
          <a:p>
            <a:r>
              <a:rPr lang="en-US" sz="2100" dirty="0">
                <a:solidFill>
                  <a:srgbClr val="17364A"/>
                </a:solidFill>
                <a:latin typeface="Aptos" pitchFamily="34" charset="0"/>
                <a:ea typeface="Aptos" pitchFamily="34" charset="-122"/>
                <a:cs typeface="Aptos" pitchFamily="34" charset="-120"/>
              </a:rPr>
              <a:t>2. What is an outbreak signal?</a:t>
            </a:r>
            <a:endParaRPr lang="en-US" sz="2100" dirty="0"/>
          </a:p>
          <a:p>
            <a:r>
              <a:rPr lang="en-US" sz="2100" dirty="0">
                <a:solidFill>
                  <a:srgbClr val="17364A"/>
                </a:solidFill>
                <a:latin typeface="Aptos" pitchFamily="34" charset="0"/>
                <a:ea typeface="Aptos" pitchFamily="34" charset="-122"/>
                <a:cs typeface="Aptos" pitchFamily="34" charset="-120"/>
              </a:rPr>
              <a:t>3. Why is uncertainty documentation important during response?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should AI outputs do in case investigation?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Case Investigation and Outbreak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Case Investigation and Outbreak Response</dc:title>
  <dc:subject>AI for Case Investigation and Outbreak Response learning module</dc:subject>
  <dc:creator>Paula Soper</dc:creator>
  <cp:lastModifiedBy>Paula Soper</cp:lastModifiedBy>
  <cp:revision>1</cp:revision>
  <dcterms:created xsi:type="dcterms:W3CDTF">2026-07-12T19:55:20Z</dcterms:created>
  <dcterms:modified xsi:type="dcterms:W3CDTF">2026-07-12T19:55:20Z</dcterms:modified>
</cp:coreProperties>
</file>