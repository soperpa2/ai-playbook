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is a set of methods that allow computer systems to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machine learning may support surveillance triage,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supervised, unsupervised, and semi-supervised.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features, labels, training data, validation data, and test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a machine learning approach may be appropriate for a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supervised, unsupervised, and semi-supervised.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difference between supervised,.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a machine learning approach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machine learning risks, including.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machine learning use case review worksheet for a real or realistic.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machine learning use case review worksheet for a real or realistic.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machine learning use case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is a set of methods that allow computer systems to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machine learning may support surveillance triage,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is a set of methods that allow computer systems to identify.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matters for public health AI because many proposed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surveillance team may want to classify incoming reports by urgency.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epidemiology team may want to detect unusual disease patterns.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matters for public health AI because many proposed tools rely.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consider a machine learning model to classify.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Historical complaint text, location, facility type, prior violations,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label might be whether the complaint was ultimately assigned high.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 machine learning model to classify.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consider a machine.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Historical complaint text, location, facility.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sounds useful, but the label may reflect.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development typically begins with a defined prediction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task should be specific enough to test. “Use AI to improve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clear task allows staff to define the target label, required features,.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development typically begins with a defined prediction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performance should be interpreted in relation to the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with high overall accuracy may still miss rare but important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with many false positives may burden staff and create alert fatigue.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with many false negatives may miss cases,.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should be selected based on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review should be designed into the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Biased or inconsistent labels.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historical labels reflect unequal detection, inconsistent review,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label audits, expert review, subgroup analysis,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Biased or inconsistent labels.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historical labels reflect unequal detection,.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label audits, expert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leakage.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Misuse of prediction as explanation.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can predict risk without explaining 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clear communication, training, and restrictions against.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Misuse of prediction as explanation.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Misuse of prediction as explanation.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can predict risk without explaining 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clear communication, training,.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may support generative AI, predictive analytics, NLP,.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generative AI systems, machine learning concepts help staff understand.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predictive workflows, machine learning literacy helps staff evaluate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may support generative AI, predictive analytics, NLP, anomaly.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may support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generative AI systems, machine learning.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predictive workflows, machine learning literacy.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task would the model support: classification, prediction,.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label would be used, and how reliable or equitable is that label?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features might reflect access, documentation, or reporting bias rather.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task would the model support: classification, prediction,.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task would the model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label would be used, and how reliable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features might reflect access,.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errors would be most harmful in this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would review model outputs, override them, and document concerns?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errors would be most harmful in this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errors would be most harmful in this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would review model outputs, override them,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machine learning use case review worksheet for one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describe the public health task, intended use,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exercise should produce a governance-ready artifact.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machine learning use case review worksheet for one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worksheet should describe the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identify at least three reasons.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use case review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Feature and label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Initial model risk and safeguard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use case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Feature and label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Initial model risk and safeguard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review and monitoring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monitoring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review and monitoring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use case review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Feature and label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Initial model risk and safeguard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use case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Feature and label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Initial model risk and safeguard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describes supervised learning?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historical labels create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overfitting?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describes supervised learning?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describes supervised learning?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2026-07-14T04:35:30Z</dcterms:created>
  <dcterms:modified xsi:type="dcterms:W3CDTF">2026-07-14T04:35:30Z</dcterms:modified>
</cp:coreProperties>
</file>