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 reporting.</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 release.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2100" dirty="0"/>
          </a:p>
          <a:p>
            <a:r>
              <a:rPr lang="en-US" sz="2100" dirty="0">
                <a:solidFill>
                  <a:srgbClr val="17364A"/>
                </a:solidFill>
                <a:latin typeface="Aptos" pitchFamily="34" charset="0"/>
                <a:ea typeface="Aptos" pitchFamily="34" charset="-122"/>
                <a:cs typeface="Aptos" pitchFamily="34" charset="-120"/>
              </a:rPr>
              <a:t>LLMOps applies similar practices to large language model applications, including prompts, retrieval.</a:t>
            </a:r>
            <a:endParaRPr lang="en-US" sz="2100" dirty="0"/>
          </a:p>
          <a:p>
            <a:r>
              <a:rPr lang="en-US" sz="2100" dirty="0">
                <a:solidFill>
                  <a:srgbClr val="17364A"/>
                </a:solidFill>
                <a:latin typeface="Aptos" pitchFamily="34" charset="0"/>
                <a:ea typeface="Aptos" pitchFamily="34" charset="-122"/>
                <a:cs typeface="Aptos" pitchFamily="34" charset="-120"/>
              </a:rPr>
              <a:t>These practices make AI systems more reliable, auditable, and maintainable.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2100" dirty="0"/>
          </a:p>
          <a:p>
            <a:r>
              <a:rPr lang="en-US" sz="2100" dirty="0">
                <a:solidFill>
                  <a:srgbClr val="17364A"/>
                </a:solidFill>
                <a:latin typeface="Aptos" pitchFamily="34" charset="0"/>
                <a:ea typeface="Aptos" pitchFamily="34" charset="-122"/>
                <a:cs typeface="Aptos" pitchFamily="34" charset="-120"/>
              </a:rPr>
              <a:t>The model may perform well during testing, but performance can change when chief complaint text.</a:t>
            </a:r>
            <a:endParaRPr lang="en-US" sz="2100" dirty="0"/>
          </a:p>
          <a:p>
            <a:r>
              <a:rPr lang="en-US" sz="2100" dirty="0">
                <a:solidFill>
                  <a:srgbClr val="17364A"/>
                </a:solidFill>
                <a:latin typeface="Aptos" pitchFamily="34" charset="0"/>
                <a:ea typeface="Aptos" pitchFamily="34" charset="-122"/>
                <a:cs typeface="Aptos" pitchFamily="34" charset="-120"/>
              </a:rPr>
              <a:t>An MLOps plan would define monitoring indicators, evaluation frequency, responsible staff, retraining.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AI management starts before deployment.</a:t>
            </a:r>
            <a:endParaRPr lang="en-US" sz="2100" dirty="0"/>
          </a:p>
          <a:p>
            <a:r>
              <a:rPr lang="en-US" sz="2100" dirty="0">
                <a:solidFill>
                  <a:srgbClr val="17364A"/>
                </a:solidFill>
                <a:latin typeface="Aptos" pitchFamily="34" charset="0"/>
                <a:ea typeface="Aptos" pitchFamily="34" charset="-122"/>
                <a:cs typeface="Aptos" pitchFamily="34" charset="-120"/>
              </a:rPr>
              <a:t>Teams should define an intended use, baseline performance, evaluation datasets, release criteria,.</a:t>
            </a:r>
            <a:endParaRPr lang="en-US" sz="2100" dirty="0"/>
          </a:p>
          <a:p>
            <a:r>
              <a:rPr lang="en-US" sz="2100" dirty="0">
                <a:solidFill>
                  <a:srgbClr val="17364A"/>
                </a:solidFill>
                <a:latin typeface="Aptos" pitchFamily="34" charset="0"/>
                <a:ea typeface="Aptos" pitchFamily="34" charset="-122"/>
                <a:cs typeface="Aptos" pitchFamily="34" charset="-120"/>
              </a:rPr>
              <a:t>Without these elements, agencies may not know whether the deployed system is still behaving as approved.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AI management starts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Platform-specific MLOps and LLMOps documentation for approved agency tools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2026-07-12T20:16:00Z</dcterms:created>
  <dcterms:modified xsi:type="dcterms:W3CDTF">2026-07-12T20:16:00Z</dcterms:modified>
</cp:coreProperties>
</file>