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 draft, revise,.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 accessibility, and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 evidence, omitting.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Communications Role-Based Track Appears in tracks: communications, shared-foundational, policy, public-health-executive-leadership</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appropriate and inappropriate uses of AI in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source verification, plain language, accessibility, and equity review to AI-generated.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Design a human review workflow for AI-assisted public-facing communications.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misinformation, overstatement, missing uncertainty,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AI-assisted communications review checklist.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 draft, revise,.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 accessibility, and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 evidence, omitting.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AI to draft a heat safety message for older adults, outdoor workers,.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Communications staff verify the recommendations against official guidance, rewrite the message.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a heat safety message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verify the recommendations against official.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be useful early in the message development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generate first drafts, propose alternative tones, simplify technical language,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can save time, especially when communications staff support multiple programs.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be useful early in the message development process.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Trust cycle</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Communication and engagement are stronger when feedback changes the work and the department reports what.</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also support review, but it should not replace reviewers.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communications workflow should define who checks technical accuracy, who reviews equity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urgent communications, the workflow should include expedited review rules that still.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also support review, but it should not replace reviewers.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workflow should define who checks technical.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urgent communications, the workflow should include expedited.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messages overstating evidence or omitting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of stigmatizing, blaming, or culturally inappropriate language.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Unverified translations or readability changes that alter meaning.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Public-facing content being released without required subject matter or leadership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Messages that assume access to resources, technology, transportation, or healthcare that the.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Public-facing content being released without required subject.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Messages that assume access to resources, technology,.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only approved tools and approved source material for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human review for accuracy, plain language, accessibility, equity, and tone.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only approved tools and approved source material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human review for accuracy, plain language, accessibility,.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Document source material used for public-facing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qualified review for translation and language access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Route public-facing materials through the agency approval process before release.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Document source material used for public-facing claims.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source material used for public-facing claims.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qualified review for translation and language access needs.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Route public-facing materials through the agency approval process.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AI-assisted communications review checklist for one public health message.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audience, source material, factual claims to verify, plain language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AI-assisted communications review checklist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intended audience, source material, factual claims to.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communications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 language and accessibility review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communications review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 language and accessibility review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Approval pathway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Final reviewed message or sample revision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Approval pathway documentation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Final reviewed message or sample revision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communications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 language and accessibility review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communications review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Final reviewed message or sample revision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an appropriate role for AI in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is source verification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review is especially important for public-facing AI-assisted messages?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an appropriate role for AI in public health communications?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2026-07-13T02:33:44Z</dcterms:created>
  <dcterms:modified xsi:type="dcterms:W3CDTF">2026-07-13T02:33:44Z</dcterms:modified>
</cp:coreProperties>
</file>