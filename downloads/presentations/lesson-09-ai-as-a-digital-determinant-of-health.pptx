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as a Digital Determinant of Health is designed for an individual learner using the AI Playbook and Toolkit for Public Health Departments.
AI can shape access to services, quality of information, exposure to misinformation, eligibility decisions, language access, public benefits, and community trust.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Digital access impact review.
Produce or contribute to: Language and accessibility mitigation plan.
Produce or contribute to: Alternate pathway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become a digital determinant of health because it shapes how people receive information, access services, are prioritized for outreach, experience language access, or are affected by automated decisions. Your department should examine whether AI-supported systems make services more reachable and fair, or whether they create new barriers.
AI can influence health by shaping digital access to information, services, outreach, and decision pathways. If an AI-supported process is hard to understand, unavailable in needed languages, inaccessible to people with disabilities, or based on incomplete data, it can widen existing inequities.
Your department should evaluate AI as part of the broader digital environment people must navigate. A chatbot, risk score, translation tool, scheduling system, or eligibility-support process may affect whether someone receives timely, understandable, and fair support.
Your training should ask staff to identify who may be excluded or burdened by a proposed AI use. The answer should inform design, engagement, alternatives, and monitoring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Designing information, tools, services, and workflows so people with disabilities can access and use them. In AI-supported public health work, accessibility includes readable content, screen-reader compatibility, captioning, plain language, alternate formats, and human assistance pathways.
Bias: Systematic error or unfairness that can produce different results for different groups. Bias can arise from data gaps, measurement choices, model design, deployment context, or unequal access to services.
Digital determinant of health: A digital condition that can shape health access, outcomes, trust, or burden, such as language access, broadband availability, digital literacy, accessibility, service design, algorithmic decisions, or misinformation exposure.
Equity impact assessment: A structured review of who may benefit, who may be burdened, whose data or experiences are missing, and what safeguards are needed before an AI-supported workflow is approved or scaled.
Missing voices: People, communities, languages, settings, or experiences that are absent or underrepresented in the data, design process, review process, or evaluation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Transparency: Clear communication about when AI is used, why it is used, what data are involved, what humans decide, what limitations exist, and how concerns can be 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determinant of health is a core concept for this lesson because it turns ai as a digital determinant of health from an abstract AI topic into something you can recognize in daily public health work. A digital condition that affects access, burden, trust, or outcomes, such as broadband, language access, accessibility, or algorithmic prioritization.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Alternate pathway is a core concept for this lesson because it turns ai as a digital determinant of health from an abstract AI topic into something you can recognize in daily public health work. A non-AI or non-digital way for people to receive the same service or support.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Access barrier is a core concept for this lesson because it turns ai as a digital determinant of health from an abstract AI topic into something you can recognize in daily public health work. Anything that makes it harder for a person or community to understand, reach, use, or benefit from a service.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AI effects on language access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Assess misinformation risk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Evaluate service access impacts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4, Play 7, Play 13) to identify the decisions, approvals, people, and timing needed for responsible implementation. Use the related tools (Tool 3, Tool 22, Tool 19) to create documentation that can be reviewed, saved, revised, and used as evidence of readiness. The practical exercise asks you to produce evidence that can feed into that work: Review a public-facing AI use case and identify access barriers related to language, disability, broadband, device access, literacy, rural context, trust, and data representation.
The main guardrail for this lesson is that AI-enabled systems can widen inequities if digital access, data representation, and community context are not examined early.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can influence whether people receive understandable information, timely services, fair prioritization, language access, or meaningful alternatives. Your department should treat AI-supported workflows as part of the digital environment that shapes health access and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a public-facing AI use case and identify access barriers related to language, disability, broadband, device access, literacy, rural context, trust, and data representation.
Digital access impact review
Language and accessibility mitigation plan
Alternate pathway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might be excluded by the data, interface, language, channel, or workflow?
Does the AI-supported process create or reduce barriers to services?
What non-digital or non-AI alternative is available for important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HHS Civil Rights and AI: Civil rights context for AI-enabled access, language, disability, and service equity concerns. https://www.hhs.gov/civil-rights/for-individuals/special-topics/ai/index.html
ASPPH AI Framework Report: Human-centered AI, missing voices, public trust, and equity framing. https://aspph.org/initiatives/ai-for-public-health/ai-framework-report/
CDC Health Equity: Public health equity context for assessing AI-supported workflows. https://www.cdc.gov/healthequity/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AI as a Digital Determinant of Health</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Digital access impact review.</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Language and accessibility mitigation plan.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AI can become a digital determinant of health because it shapes how people receive information, access services, are prioritized for outreach, experience language access, or are affected by automated decisions. Your department should examine whether AI-supported systems make services more reachable and fair, or whether they create new barriers.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Accessibility: Designing information, tools, services, and workflows so people with disabilities can access and use them. In AI-supported public health work, accessibility includes readable content, screen-reader.</a:t>
            </a:r>
            <a:endParaRPr lang="en-US" sz="1320" dirty="0"/>
          </a:p>
          <a:p>
            <a:r>
              <a:rPr lang="en-US" sz="1320" dirty="0">
                <a:solidFill>
                  <a:srgbClr val="17364A"/>
                </a:solidFill>
                <a:latin typeface="Aptos" pitchFamily="34" charset="0"/>
                <a:ea typeface="Aptos" pitchFamily="34" charset="-122"/>
                <a:cs typeface="Aptos" pitchFamily="34" charset="-120"/>
              </a:rPr>
              <a:t>Bias: Systematic error or unfairness that can produce different results for different groups. Bias can arise from data gaps, measurement choices, model design, deployment context, or unequal access to services.</a:t>
            </a:r>
            <a:endParaRPr lang="en-US" sz="1320" dirty="0"/>
          </a:p>
          <a:p>
            <a:r>
              <a:rPr lang="en-US" sz="1320" dirty="0">
                <a:solidFill>
                  <a:srgbClr val="17364A"/>
                </a:solidFill>
                <a:latin typeface="Aptos" pitchFamily="34" charset="0"/>
                <a:ea typeface="Aptos" pitchFamily="34" charset="-122"/>
                <a:cs typeface="Aptos" pitchFamily="34" charset="-120"/>
              </a:rPr>
              <a:t>Digital determinant of health: A digital condition that can shape health access, outcomes, trust, or burden, such as language access, broadband availability, digital literacy, accessibility, service design, algorithmic decisions, or.</a:t>
            </a:r>
            <a:endParaRPr lang="en-US" sz="1320" dirty="0"/>
          </a:p>
          <a:p>
            <a:r>
              <a:rPr lang="en-US" sz="1320" dirty="0">
                <a:solidFill>
                  <a:srgbClr val="17364A"/>
                </a:solidFill>
                <a:latin typeface="Aptos" pitchFamily="34" charset="0"/>
                <a:ea typeface="Aptos" pitchFamily="34" charset="-122"/>
                <a:cs typeface="Aptos" pitchFamily="34" charset="-120"/>
              </a:rPr>
              <a:t>Equity impact assessment: A structured review of who may benefit, who may be burdened, whose data or experiences are missing, and what safeguards are needed before an AI-supported workflow is approved or scaled.</a:t>
            </a:r>
            <a:endParaRPr lang="en-US" sz="1320" dirty="0"/>
          </a:p>
          <a:p>
            <a:r>
              <a:rPr lang="en-US" sz="1320" dirty="0">
                <a:solidFill>
                  <a:srgbClr val="17364A"/>
                </a:solidFill>
                <a:latin typeface="Aptos" pitchFamily="34" charset="0"/>
                <a:ea typeface="Aptos" pitchFamily="34" charset="-122"/>
                <a:cs typeface="Aptos" pitchFamily="34" charset="-120"/>
              </a:rPr>
              <a:t>Missing voices: People, communities, languages, settings, or experiences that are absent or underrepresented in the data, design process, review process, or evaluation plan.</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Transparency: Clear communication about when AI is used, why it is used, what data are involved, what humans decide, what limitations exist, and how concerns can be raised.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Digital determinant of health is a core concept for this lesson because it turns ai as a digital determinant of health from an abstract AI topic into something you can recognize in daily public health work. A digital condition that affects access, burden, trust, or outcomes, such as broadband, language access, accessibility, or algorithmic prioritization.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Alternate pathway is a core concept for this lesson because it turns ai as a digital determinant of health from an abstract AI topic into something you can recognize in daily public health work. A non-AI or non-digital way for people to receive the same service or support.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Access barrier is a core concept for this lesson because it turns ai as a digital determinant of health from an abstract AI topic into something you can recognize in daily public health work. Anything that makes it harder for a person or community to understand, reach, use, or benefit from a service.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Review AI effects on language access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Assess misinformation risk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Evaluate service access impacts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4, Play 7, Play 13) to identify the decisions, approvals, people, and timing needed for responsible implementation. Use the related tools (Tool 3, Tool 22, Tool 19) to create documentation that can be reviewed, saved, revised, and used as evidence of readiness. The practical exercise asks you to produce evidence that can feed into that work: Review a public-facing AI use case and identify access barriers related to language, disability, broadband, device access, literacy, rural context, trust, and data representation. The main guardrail for this lesson is that AI-enabled systems can widen inequities if digital access, data representation, and community context are not examined early.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AI can influence whether people receive understandable information, timely services, fair prioritization, language access, or meaningful alternatives. Your department should treat AI-supported workflows as part of the digital environment that shapes health access and trust.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Review a public-facing AI use case and identify access barriers related to language, disability, broadband, device access, literacy, rural context, trust, and data representation.</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Digital access impact review</a:t>
            </a:r>
            <a:endParaRPr lang="en-US" sz="1400" dirty="0"/>
          </a:p>
          <a:p>
            <a:r>
              <a:rPr lang="en-US" sz="1400" dirty="0">
                <a:solidFill>
                  <a:srgbClr val="17364A"/>
                </a:solidFill>
                <a:latin typeface="Aptos" pitchFamily="34" charset="0"/>
                <a:ea typeface="Aptos" pitchFamily="34" charset="-122"/>
                <a:cs typeface="Aptos" pitchFamily="34" charset="-120"/>
              </a:rPr>
              <a:t>Expected artifact: Language and accessibility mitigation plan</a:t>
            </a:r>
            <a:endParaRPr lang="en-US" sz="1400" dirty="0"/>
          </a:p>
          <a:p>
            <a:r>
              <a:rPr lang="en-US" sz="1400" dirty="0">
                <a:solidFill>
                  <a:srgbClr val="17364A"/>
                </a:solidFill>
                <a:latin typeface="Aptos" pitchFamily="34" charset="0"/>
                <a:ea typeface="Aptos" pitchFamily="34" charset="-122"/>
                <a:cs typeface="Aptos" pitchFamily="34" charset="-120"/>
              </a:rPr>
              <a:t>Expected artifact: Alternate pathway documentation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Who might be excluded by the data, interface, language, channel, or workflow?</a:t>
            </a:r>
            <a:endParaRPr lang="en-US" sz="1500" dirty="0"/>
          </a:p>
          <a:p>
            <a:r>
              <a:rPr lang="en-US" sz="1500" dirty="0">
                <a:solidFill>
                  <a:srgbClr val="17364A"/>
                </a:solidFill>
                <a:latin typeface="Aptos" pitchFamily="34" charset="0"/>
                <a:ea typeface="Aptos" pitchFamily="34" charset="-122"/>
                <a:cs typeface="Aptos" pitchFamily="34" charset="-120"/>
              </a:rPr>
              <a:t>Does the AI-supported process create or reduce barriers to services?</a:t>
            </a:r>
            <a:endParaRPr lang="en-US" sz="1500" dirty="0"/>
          </a:p>
          <a:p>
            <a:r>
              <a:rPr lang="en-US" sz="1500" dirty="0">
                <a:solidFill>
                  <a:srgbClr val="17364A"/>
                </a:solidFill>
                <a:latin typeface="Aptos" pitchFamily="34" charset="0"/>
                <a:ea typeface="Aptos" pitchFamily="34" charset="-122"/>
                <a:cs typeface="Aptos" pitchFamily="34" charset="-120"/>
              </a:rPr>
              <a:t>What non-digital or non-AI alternative is available for important services?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as a Digital Determinant of Health</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HHS Civil Rights and AI: Civil rights context for AI-enabled access, language, disability, and service equity concerns.</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Human-centered AI, missing voices, public trust, and equity framing.</a:t>
            </a:r>
            <a:endParaRPr lang="en-US" sz="1280" dirty="0"/>
          </a:p>
          <a:p>
            <a:r>
              <a:rPr lang="en-US" sz="1280" dirty="0">
                <a:solidFill>
                  <a:srgbClr val="17364A"/>
                </a:solidFill>
                <a:latin typeface="Aptos" pitchFamily="34" charset="0"/>
                <a:ea typeface="Aptos" pitchFamily="34" charset="-122"/>
                <a:cs typeface="Aptos" pitchFamily="34" charset="-120"/>
              </a:rPr>
              <a:t>CDC Health Equity: Public health equity context for assessing AI-supported workflows.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as a Digital Determinant of Health</dc:title>
  <dc:subject>AI as a Digital Determinant of Health learning module</dc:subject>
  <dc:creator>Paula Soper</dc:creator>
  <cp:lastModifiedBy>Paula Soper</cp:lastModifiedBy>
  <cp:revision>1</cp:revision>
  <dcterms:created xsi:type="dcterms:W3CDTF">2026-07-09T20:18:52Z</dcterms:created>
  <dcterms:modified xsi:type="dcterms:W3CDTF">2026-07-09T20:18:52Z</dcterms:modified>
</cp:coreProperties>
</file>