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governance can only work when decision rights are clear.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need to know who can approve a pilot, who can accept residual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Ambiguous accountability is especially risky in public health because AI.</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accountability must be assigned to people and roles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executive, program, technical, privacy, legal, security,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Create a decision-rights matrix for AI use case approval, risk acceptance,.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accountability must be assigned to people and roles rather than.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executive, program, technical,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decision-rights matrix for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consultative input, approval.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governance can only work when decision rights are clear.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need to know who can approve a pilot, who can accept residual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Ambiguous accountability is especially risky in public health because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governance can only work when decision rights are clear.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systems can distribute responsibility across many actors.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vendor may provide the model, IT may manage access, a program may define.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formal accountability model, each actor may assume that another.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systems can distribute responsibility across many actors.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implements an AI-assisted tool to classify.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vendor configured the model, IT manages access, environmental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complaint is misclassified and a serious housing-related concern is not.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implements an AI-assisted tool to classify incoming.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implements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vendor configured the model, IT manages.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decision-rights matrix helps the agency respond.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rights should be defined across the full AI lifecycle.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ideation, leadership may decide whether a use case aligns with agency.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review, governance may decide whether the use case is low, moderate,.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rights should be defined across the full AI lifecycle.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During procurement, authorized officials decide.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implementation, program and technical.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During operations, defined owners decide whether.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accountability diffusion.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everyone is involved but no one is accountable, important concerns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assign a named program owner and governance owner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accountability diffusion.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risk is inappropriate risk acceptance by.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frontline supervisor may feel pressure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define which risks can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For generative AI, decision rights should clarify who approves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predictive analytics, leaders should decide whether the score may inform.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AI, decision rights should define who authorizes system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For generative AI, decision rights should clarify who approves public release of.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For predictive analytics, leaders should decide.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AI, decision rights should define who.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should remain tied to public health.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decision-rights matrix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approval, data access, validation, launch, monitoring, incident.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decision-rights matrix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decision-rights matrix for one AI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approval, data access, validation, launch,.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Decision-rights matrix; RACI table; risk acceptance thresholds;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 escalation.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Decision-rights matrix; RACI table;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Decision-rights matrix; RACI table; risk acceptance thresholds;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Decision-rights matrix; RACI table; risk acceptance thresholds; escalation.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Decision-rights matrix; RACI table; risk.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2026-07-13T03:02:46Z</dcterms:created>
  <dcterms:modified xsi:type="dcterms:W3CDTF">2026-07-13T03:02:46Z</dcterms:modified>
</cp:coreProperties>
</file>