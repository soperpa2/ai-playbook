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0c7557d46744f0" /><Relationship Type="http://schemas.openxmlformats.org/officeDocument/2006/relationships/extended-properties" Target="/docProps/app.xml" Id="Rd5adab57436c489b" /><Relationship Type="http://schemas.openxmlformats.org/officeDocument/2006/relationships/officeDocument" Target="/ppt/presentation.xml" Id="R6da988d85ae8487d" /></Relationships>
</file>

<file path=ppt/presentation.xml><?xml version="1.0" encoding="utf-8"?>
<p:presentation xmlns:p="http://schemas.openxmlformats.org/presentationml/2006/main">
  <p:sldMasterIdLst>
    <p:sldMasterId xmlns:r="http://schemas.openxmlformats.org/officeDocument/2006/relationships" id="2147483648" r:id="R7d6970deb0fb44ba"/>
  </p:sldMasterIdLst>
  <p:notesMasterIdLst>
    <p:notesMasterId xmlns:r="http://schemas.openxmlformats.org/officeDocument/2006/relationships" r:id="R206d1b1078b845b1"/>
  </p:notesMasterIdLst>
  <p:sldIdLst>
    <p:sldId xmlns:r="http://schemas.openxmlformats.org/officeDocument/2006/relationships" id="256" r:id="R234cc11ffe574874"/>
    <p:sldId xmlns:r="http://schemas.openxmlformats.org/officeDocument/2006/relationships" id="257" r:id="Ra62fbc13482f4f3b"/>
    <p:sldId xmlns:r="http://schemas.openxmlformats.org/officeDocument/2006/relationships" id="258" r:id="R029d22e7dff2492e"/>
    <p:sldId xmlns:r="http://schemas.openxmlformats.org/officeDocument/2006/relationships" id="259" r:id="R1409db553c4e4732"/>
    <p:sldId xmlns:r="http://schemas.openxmlformats.org/officeDocument/2006/relationships" id="260" r:id="R214cd676b4314186"/>
    <p:sldId xmlns:r="http://schemas.openxmlformats.org/officeDocument/2006/relationships" id="261" r:id="R42d2ecd637994b91"/>
    <p:sldId xmlns:r="http://schemas.openxmlformats.org/officeDocument/2006/relationships" id="262" r:id="R3acb267fc0834f84"/>
    <p:sldId xmlns:r="http://schemas.openxmlformats.org/officeDocument/2006/relationships" id="263" r:id="R1c8ed6ab1cab46a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9d94d2040d41ab" /><Relationship Type="http://schemas.openxmlformats.org/officeDocument/2006/relationships/slideMaster" Target="/ppt/slideMasters/slideMaster1.xml" Id="R7d6970deb0fb44ba" /><Relationship Type="http://schemas.openxmlformats.org/officeDocument/2006/relationships/notesMaster" Target="/ppt/notesMasters/notesMaster1.xml" Id="R206d1b1078b845b1" /><Relationship Type="http://schemas.openxmlformats.org/officeDocument/2006/relationships/presProps" Target="/ppt/presProps.xml" Id="R6d32cf1e53cf4ff3" /><Relationship Type="http://schemas.openxmlformats.org/officeDocument/2006/relationships/tableStyles" Target="/ppt/tableStyles.xml" Id="R0d7b34ea49754034" /><Relationship Type="http://schemas.openxmlformats.org/officeDocument/2006/relationships/slide" Target="/ppt/slides/slide1.xml" Id="R234cc11ffe574874" /><Relationship Type="http://schemas.openxmlformats.org/officeDocument/2006/relationships/slide" Target="/ppt/slides/slide2.xml" Id="Ra62fbc13482f4f3b" /><Relationship Type="http://schemas.openxmlformats.org/officeDocument/2006/relationships/slide" Target="/ppt/slides/slide3.xml" Id="R029d22e7dff2492e" /><Relationship Type="http://schemas.openxmlformats.org/officeDocument/2006/relationships/slide" Target="/ppt/slides/slide4.xml" Id="R1409db553c4e4732" /><Relationship Type="http://schemas.openxmlformats.org/officeDocument/2006/relationships/slide" Target="/ppt/slides/slide5.xml" Id="R214cd676b4314186" /><Relationship Type="http://schemas.openxmlformats.org/officeDocument/2006/relationships/slide" Target="/ppt/slides/slide6.xml" Id="R42d2ecd637994b91" /><Relationship Type="http://schemas.openxmlformats.org/officeDocument/2006/relationships/slide" Target="/ppt/slides/slide7.xml" Id="R3acb267fc0834f84" /><Relationship Type="http://schemas.openxmlformats.org/officeDocument/2006/relationships/slide" Target="/ppt/slides/slide8.xml" Id="R1c8ed6ab1cab46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d91f1f8b444c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c11ac48bec40ca" /><Relationship Type="http://schemas.openxmlformats.org/officeDocument/2006/relationships/notesMaster" Target="/ppt/notesMasters/notesMaster1.xml" Id="R72d04f73b89442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55ff01acaa4273" /><Relationship Type="http://schemas.openxmlformats.org/officeDocument/2006/relationships/notesMaster" Target="/ppt/notesMasters/notesMaster1.xml" Id="R452029f2ffd648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617faf392d4970" /><Relationship Type="http://schemas.openxmlformats.org/officeDocument/2006/relationships/notesMaster" Target="/ppt/notesMasters/notesMaster1.xml" Id="R364ebb98c96247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df1e736d8d4c93" /><Relationship Type="http://schemas.openxmlformats.org/officeDocument/2006/relationships/notesMaster" Target="/ppt/notesMasters/notesMaster1.xml" Id="R8e697916754243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9f9a554c24802" /><Relationship Type="http://schemas.openxmlformats.org/officeDocument/2006/relationships/notesMaster" Target="/ppt/notesMasters/notesMaster1.xml" Id="R6addf3d48afc4f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e09599493d4312" /><Relationship Type="http://schemas.openxmlformats.org/officeDocument/2006/relationships/notesMaster" Target="/ppt/notesMasters/notesMaster1.xml" Id="R7a39069183404a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18e11eba7046ef" /><Relationship Type="http://schemas.openxmlformats.org/officeDocument/2006/relationships/notesMaster" Target="/ppt/notesMasters/notesMaster1.xml" Id="Rddd1070a74d54e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abd3a1b42c4cb9" /><Relationship Type="http://schemas.openxmlformats.org/officeDocument/2006/relationships/notesMaster" Target="/ppt/notesMasters/notesMaster1.xml" Id="R59072478a4294c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Deep Research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Deep Research tools autonomously plan multi-step research tasks, gather sources, and draft citation-based reports for expert review.</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3, 13 and Tools 2, 48.</a:t>
            </a:r>
          </a:p>
          <a:p xmlns:a="http://schemas.openxmlformats.org/drawingml/2006/main">
            <a:r>
              <a:t>Emphasize the core guardrail: Treat outputs as a research assistant draft, not as validated evidence.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3, 13 and Tools 2, 48.</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3, 13 and Tools 2, 48.</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3, 13 and Tools 2, 48.</a:t>
            </a:r>
          </a:p>
          <a:p xmlns:a="http://schemas.openxmlformats.org/drawingml/2006/main">
            <a:r>
              <a:t>Invite participants to identify where these practices would need to be documented in their own department.</a:t>
            </a:r>
          </a:p>
          <a:p xmlns:a="http://schemas.openxmlformats.org/drawingml/2006/main">
            <a:r>
              <a:t>Start with Useful Assignments,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3, 13 and Tools 2, 48.</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3, 13 and Tools 2, 48.</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AI-assisted research brief template, Source verification checklist, Policy or literature scan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3, 13 and Tools 2, 48.</a:t>
            </a:r>
          </a:p>
          <a:p xmlns:a="http://schemas.openxmlformats.org/drawingml/2006/main">
            <a:r>
              <a:t>Point participants to the first resource: NIH PubMed.</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d08b01533a41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cea2d04f574491" /><Relationship Type="http://schemas.openxmlformats.org/officeDocument/2006/relationships/slideLayout" Target="/ppt/slideLayouts/slideLayout1.xml" Id="Rf8845b9afcf84a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845b9afcf84a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abd81ab8724a32" /><Relationship Type="http://schemas.openxmlformats.org/officeDocument/2006/relationships/image" Target="/ppt/media/image.png" Id="Re0175c39f0e745ec" /><Relationship Type="http://schemas.openxmlformats.org/officeDocument/2006/relationships/notesSlide" Target="/ppt/notesSlides/notesSlide1.xml" Id="R4c998ceab21049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4207fbbcc04a21" /><Relationship Type="http://schemas.openxmlformats.org/officeDocument/2006/relationships/notesSlide" Target="/ppt/notesSlides/notesSlide2.xml" Id="Ra57b4d261e1c4a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cc11f38c484b6a" /><Relationship Type="http://schemas.openxmlformats.org/officeDocument/2006/relationships/notesSlide" Target="/ppt/notesSlides/notesSlide3.xml" Id="R25d97143d53b4b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68cc4f36294383" /><Relationship Type="http://schemas.openxmlformats.org/officeDocument/2006/relationships/notesSlide" Target="/ppt/notesSlides/notesSlide4.xml" Id="Rb4f823ac138e47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239b4eb74546c0" /><Relationship Type="http://schemas.openxmlformats.org/officeDocument/2006/relationships/notesSlide" Target="/ppt/notesSlides/notesSlide5.xml" Id="R525367ff152645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41a9cc52a049cf" /><Relationship Type="http://schemas.openxmlformats.org/officeDocument/2006/relationships/notesSlide" Target="/ppt/notesSlides/notesSlide6.xml" Id="R0154be2160df48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ce8da324074265" /><Relationship Type="http://schemas.openxmlformats.org/officeDocument/2006/relationships/notesSlide" Target="/ppt/notesSlides/notesSlide7.xml" Id="R6f5e7751b92543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a421d30c2549c6" /><Relationship Type="http://schemas.openxmlformats.org/officeDocument/2006/relationships/notesSlide" Target="/ppt/notesSlides/notesSlide8.xml" Id="Re3419004c0774df1"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0175c39f0e745ec"/>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1DE5A5-43B7-4129-A99C-5DAB95460B65}"/>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4</a:t>
            </a:r>
          </a:p>
        </p:txBody>
      </p:sp>
      <p:sp>
        <p:nvSpPr>
          <p:cNvPr id="3" name="">
            <a:extLst xmlns:a="http://schemas.openxmlformats.org/drawingml/2006/main">
              <a:ext uri="{FF2B5EF4-FFF2-40B4-BE49-F238E27FC236}">
                <a16:creationId xmlns:a16="http://schemas.microsoft.com/office/drawing/2014/main" id="{407FAE4A-AA03-427C-92AF-2EDBD18907A0}"/>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Deep Research</a:t>
            </a:r>
          </a:p>
        </p:txBody>
      </p:sp>
      <p:sp>
        <p:nvSpPr>
          <p:cNvPr id="4" name="">
            <a:extLst xmlns:a="http://schemas.openxmlformats.org/drawingml/2006/main">
              <a:ext uri="{FF2B5EF4-FFF2-40B4-BE49-F238E27FC236}">
                <a16:creationId xmlns:a16="http://schemas.microsoft.com/office/drawing/2014/main" id="{19D3741E-6538-4781-A2EA-92F287FAA5E5}"/>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6FFA179-9970-4C3E-A1EC-B9CD805E1F6C}"/>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E1C20A89-31F9-4D99-AB1C-8E37D24228C6}"/>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3877051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FBD70C-C583-4399-9B39-1C057E44CE5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B8D5FDE-2B0A-424B-BAA7-FE217E98827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A08E3037-35C8-4311-A913-BA433794A65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799B09E-9822-4A18-9FD0-DCEF3607DE77}"/>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Deep Research tools autonomously plan multi-step research tasks, gather sources, and draft citation-based reports for expert review.</a:t>
            </a:r>
          </a:p>
        </p:txBody>
      </p:sp>
      <p:sp>
        <p:nvSpPr>
          <p:cNvPr id="5" name="">
            <a:extLst xmlns:a="http://schemas.openxmlformats.org/drawingml/2006/main">
              <a:ext uri="{FF2B5EF4-FFF2-40B4-BE49-F238E27FC236}">
                <a16:creationId xmlns:a16="http://schemas.microsoft.com/office/drawing/2014/main" id="{DEA0BE44-3671-432D-ABCA-5E2C5A3E0558}"/>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C59B465-1737-4853-989D-F5892F3C972B}"/>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390D8725-C06D-4806-9723-001C8ADA65D8}"/>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59562CC2-FC2D-47E4-95AC-5DE1AA033A55}"/>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Deep Research tools can make literature scans and policy reviews faster, but public health departments still need defensible evidence standards. A generated synthesis is only useful if sources are current, relevant, independently verifiable,.</a:t>
            </a:r>
          </a:p>
        </p:txBody>
      </p:sp>
      <p:sp>
        <p:nvSpPr>
          <p:cNvPr id="9" name="">
            <a:extLst xmlns:a="http://schemas.openxmlformats.org/drawingml/2006/main">
              <a:ext uri="{FF2B5EF4-FFF2-40B4-BE49-F238E27FC236}">
                <a16:creationId xmlns:a16="http://schemas.microsoft.com/office/drawing/2014/main" id="{5F17F3DB-B98E-4A88-8C01-137DA87809D8}"/>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5C00FF7-5274-4981-9ABE-92516D1315D2}"/>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C9C14BD8-6207-40E8-8CDA-B5E0963D564B}"/>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1C1BF888-4192-4663-BEB5-DA7C42245549}"/>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Treat outputs as a research assistant draft, not as validated evidence.</a:t>
            </a:r>
          </a:p>
        </p:txBody>
      </p:sp>
      <p:sp>
        <p:nvSpPr>
          <p:cNvPr id="13" name="">
            <a:extLst xmlns:a="http://schemas.openxmlformats.org/drawingml/2006/main">
              <a:ext uri="{FF2B5EF4-FFF2-40B4-BE49-F238E27FC236}">
                <a16:creationId xmlns:a16="http://schemas.microsoft.com/office/drawing/2014/main" id="{C9D73912-BF4B-49EE-94C6-7F54D7EF675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4" name="">
            <a:extLst xmlns:a="http://schemas.openxmlformats.org/drawingml/2006/main">
              <a:ext uri="{FF2B5EF4-FFF2-40B4-BE49-F238E27FC236}">
                <a16:creationId xmlns:a16="http://schemas.microsoft.com/office/drawing/2014/main" id="{259702B0-A5B6-4549-B26E-45B210D09D1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720365358"/>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13182D-AD51-4183-AF5E-D8CFBCE3212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25698EA-91C0-4DDD-82A6-9B088B5284D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9300704F-C86B-4D8A-8520-5583484571B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C2A3529-8196-4945-A21C-837F6E7E0099}"/>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794E5A24-2E3C-4575-8903-0E45EFDD9E7F}"/>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Deep Research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700107E3-664D-470D-BB9C-A1D1023E4CD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7" name="">
            <a:extLst xmlns:a="http://schemas.openxmlformats.org/drawingml/2006/main">
              <a:ext uri="{FF2B5EF4-FFF2-40B4-BE49-F238E27FC236}">
                <a16:creationId xmlns:a16="http://schemas.microsoft.com/office/drawing/2014/main" id="{6F22EF63-F0D2-484C-87D2-EB559FB6E56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4493133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6E5A6E-48C4-4E3B-BDEF-7F3F49EE381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E147149-776E-4CF4-B1F0-E790E73ED7A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550CBCB0-58BE-4A71-889F-8FE6F54B7E0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B4F1899-6B97-49C8-96BB-75001C383822}"/>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Deep Research tools can help public health departments move faster when they need a structured scan of literature, policies, funding requirements, legal materials, program models, or emerging issues. These tools are best treated as research assistants that produce a starting synthesis. Staff still need to verify sources, check dates, resolve conflicting evidence, and decide what applies to the department's context.</a:t>
            </a:r>
          </a:p>
        </p:txBody>
      </p:sp>
      <p:sp>
        <p:nvSpPr>
          <p:cNvPr id="5" name="">
            <a:extLst xmlns:a="http://schemas.openxmlformats.org/drawingml/2006/main">
              <a:ext uri="{FF2B5EF4-FFF2-40B4-BE49-F238E27FC236}">
                <a16:creationId xmlns:a16="http://schemas.microsoft.com/office/drawing/2014/main" id="{FDB0370E-AEA2-4D64-B7DC-1772D22CF3F3}"/>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B58E72F-DECF-47FC-90CA-F4AB0A545DB7}"/>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75E4607-5225-48E3-B653-D2A6CB996143}"/>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02036511-4309-4DB1-87A6-694109A9D949}"/>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Deep Research tools autonomously plan multi-step research tasks, gather sources, and draft citation-based reports for expert review.</a:t>
            </a:r>
          </a:p>
        </p:txBody>
      </p:sp>
      <p:sp>
        <p:nvSpPr>
          <p:cNvPr id="9" name="">
            <a:extLst xmlns:a="http://schemas.openxmlformats.org/drawingml/2006/main">
              <a:ext uri="{FF2B5EF4-FFF2-40B4-BE49-F238E27FC236}">
                <a16:creationId xmlns:a16="http://schemas.microsoft.com/office/drawing/2014/main" id="{29EA6E7D-E2C7-466C-A66E-397725AF14E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0" name="">
            <a:extLst xmlns:a="http://schemas.openxmlformats.org/drawingml/2006/main">
              <a:ext uri="{FF2B5EF4-FFF2-40B4-BE49-F238E27FC236}">
                <a16:creationId xmlns:a16="http://schemas.microsoft.com/office/drawing/2014/main" id="{64ECD3AE-B94B-4EA0-B900-302DC452126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58056605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4A431C-76C4-4889-AFCE-90AA6BD6111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AB899DD-44E3-4A8C-BDDD-AE76E16422B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B39C52EF-127C-41E9-B583-FCC3D668FA8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E25B57F-B6B0-45D0-9117-0A6A245A3D27}"/>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855AD04-AB58-47F1-BC6B-73921CFD9707}"/>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C5B05EFC-07BE-4C35-945A-2801A1116C05}"/>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Useful Assignments</a:t>
            </a:r>
          </a:p>
        </p:txBody>
      </p:sp>
      <p:sp>
        <p:nvSpPr>
          <p:cNvPr id="7" name="">
            <a:extLst xmlns:a="http://schemas.openxmlformats.org/drawingml/2006/main">
              <a:ext uri="{FF2B5EF4-FFF2-40B4-BE49-F238E27FC236}">
                <a16:creationId xmlns:a16="http://schemas.microsoft.com/office/drawing/2014/main" id="{BA80442E-69AC-45C4-91F9-443C32C5C493}"/>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Scan peer-reviewed and agency sources on an emerging disease, intervention, risk factor, or public health technology. Compare AI policies, procurement requirements, or governance models across jurisdictions. Summarize grant notices,.</a:t>
            </a:r>
          </a:p>
        </p:txBody>
      </p:sp>
      <p:sp>
        <p:nvSpPr>
          <p:cNvPr id="8" name="">
            <a:extLst xmlns:a="http://schemas.openxmlformats.org/drawingml/2006/main">
              <a:ext uri="{FF2B5EF4-FFF2-40B4-BE49-F238E27FC236}">
                <a16:creationId xmlns:a16="http://schemas.microsoft.com/office/drawing/2014/main" id="{FBAE6E25-9B35-4177-9D79-000CEBCB92C2}"/>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D64E0AC-2A5D-4257-9FE9-96AC4F8946CE}"/>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E16153F6-FABF-4430-ACE4-06CAB6144590}"/>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Standards</a:t>
            </a:r>
          </a:p>
        </p:txBody>
      </p:sp>
      <p:sp>
        <p:nvSpPr>
          <p:cNvPr id="11" name="">
            <a:extLst xmlns:a="http://schemas.openxmlformats.org/drawingml/2006/main">
              <a:ext uri="{FF2B5EF4-FFF2-40B4-BE49-F238E27FC236}">
                <a16:creationId xmlns:a16="http://schemas.microsoft.com/office/drawing/2014/main" id="{C411C9DB-E2EF-487B-B0EB-74EB9597C0BB}"/>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Require source links and citations for every consequential claim. Check publication dates, jurisdiction, population relevance, and whether the source is primary, secondary, vendor-authored, or. Have subject matter experts review conclusions.</a:t>
            </a:r>
          </a:p>
        </p:txBody>
      </p:sp>
      <p:sp>
        <p:nvSpPr>
          <p:cNvPr id="12" name="">
            <a:extLst xmlns:a="http://schemas.openxmlformats.org/drawingml/2006/main">
              <a:ext uri="{FF2B5EF4-FFF2-40B4-BE49-F238E27FC236}">
                <a16:creationId xmlns:a16="http://schemas.microsoft.com/office/drawing/2014/main" id="{29E7DC52-A417-4007-B391-ED9705DC4B83}"/>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BBE49D85-72CD-431B-9670-D9565F39C9BC}"/>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767A403D-CEB2-4E48-BF02-B848D838D465}"/>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Actionable Output</a:t>
            </a:r>
          </a:p>
        </p:txBody>
      </p:sp>
      <p:sp>
        <p:nvSpPr>
          <p:cNvPr id="15" name="">
            <a:extLst xmlns:a="http://schemas.openxmlformats.org/drawingml/2006/main">
              <a:ext uri="{FF2B5EF4-FFF2-40B4-BE49-F238E27FC236}">
                <a16:creationId xmlns:a16="http://schemas.microsoft.com/office/drawing/2014/main" id="{F83C41C8-EA05-4227-BEEE-28AB8D6D2546}"/>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Ask for a decision-ready format: summary, implications for STLT public health, risks, resource needs, equity considerations, and. Convert the research output into a tool artifact such as a policy scan, gap register, governance memo, funding.</a:t>
            </a:r>
          </a:p>
        </p:txBody>
      </p:sp>
      <p:sp>
        <p:nvSpPr>
          <p:cNvPr id="16" name="">
            <a:extLst xmlns:a="http://schemas.openxmlformats.org/drawingml/2006/main">
              <a:ext uri="{FF2B5EF4-FFF2-40B4-BE49-F238E27FC236}">
                <a16:creationId xmlns:a16="http://schemas.microsoft.com/office/drawing/2014/main" id="{115F4D9D-9244-42BA-9F0B-0C8F106A0E7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7" name="">
            <a:extLst xmlns:a="http://schemas.openxmlformats.org/drawingml/2006/main">
              <a:ext uri="{FF2B5EF4-FFF2-40B4-BE49-F238E27FC236}">
                <a16:creationId xmlns:a16="http://schemas.microsoft.com/office/drawing/2014/main" id="{365DA4BE-9C89-4345-96FB-47ED6907527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8914144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8F853C-AD03-4098-B844-B09018D0CF3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8C73BD0-F8E4-4C56-AC49-6DF22CC30B0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DAC34B2D-2B47-4A9F-BF27-FDED6B20FEC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841A2B6-16EB-4057-8E23-34B768A1ED2A}"/>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FF2AFFAD-6763-4C87-8D48-7CFF39D4FDEE}"/>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6428F88-BB9C-40DD-B70D-6F7B0AC84BFC}"/>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4F043C7-4990-4F06-BB61-ECDB9B883D3A}"/>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Literature scans for emerging threats</a:t>
            </a:r>
          </a:p>
        </p:txBody>
      </p:sp>
      <p:sp>
        <p:nvSpPr>
          <p:cNvPr id="8" name="">
            <a:extLst xmlns:a="http://schemas.openxmlformats.org/drawingml/2006/main">
              <a:ext uri="{FF2B5EF4-FFF2-40B4-BE49-F238E27FC236}">
                <a16:creationId xmlns:a16="http://schemas.microsoft.com/office/drawing/2014/main" id="{40293D2C-5136-46EE-A099-FD990DCD4ADF}"/>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Search and summarize recent evidence on outbreaks, environmental risks, interventions, or clinical guidance with citations for expert validation.</a:t>
            </a:r>
          </a:p>
        </p:txBody>
      </p:sp>
      <p:sp>
        <p:nvSpPr>
          <p:cNvPr id="9" name="">
            <a:extLst xmlns:a="http://schemas.openxmlformats.org/drawingml/2006/main">
              <a:ext uri="{FF2B5EF4-FFF2-40B4-BE49-F238E27FC236}">
                <a16:creationId xmlns:a16="http://schemas.microsoft.com/office/drawing/2014/main" id="{50CD5751-9075-4136-A6E5-1907D649BBB7}"/>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F8BDE90-4732-45C3-A2A1-5BCE112A849F}"/>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583EF7C-0641-43A6-B3FE-7F731207A900}"/>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Policy scans across jurisdictions</a:t>
            </a:r>
          </a:p>
        </p:txBody>
      </p:sp>
      <p:sp>
        <p:nvSpPr>
          <p:cNvPr id="12" name="">
            <a:extLst xmlns:a="http://schemas.openxmlformats.org/drawingml/2006/main">
              <a:ext uri="{FF2B5EF4-FFF2-40B4-BE49-F238E27FC236}">
                <a16:creationId xmlns:a16="http://schemas.microsoft.com/office/drawing/2014/main" id="{1AEBC2F2-9F44-46C8-ACDD-4EC8AA6E15D5}"/>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Compare state, local, federal, or international policies to identify common provisions, gaps, and options for agency consideration.</a:t>
            </a:r>
          </a:p>
        </p:txBody>
      </p:sp>
      <p:sp>
        <p:nvSpPr>
          <p:cNvPr id="13" name="">
            <a:extLst xmlns:a="http://schemas.openxmlformats.org/drawingml/2006/main">
              <a:ext uri="{FF2B5EF4-FFF2-40B4-BE49-F238E27FC236}">
                <a16:creationId xmlns:a16="http://schemas.microsoft.com/office/drawing/2014/main" id="{8663D408-AA7C-4BDB-8907-5F6632FDF93A}"/>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074E5A6-7684-4547-A0BC-302C97D9C65E}"/>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92FDE6D2-9553-4447-88EB-88CB7D5C7F9A}"/>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Comparative program analysis</a:t>
            </a:r>
          </a:p>
        </p:txBody>
      </p:sp>
      <p:sp>
        <p:nvSpPr>
          <p:cNvPr id="16" name="">
            <a:extLst xmlns:a="http://schemas.openxmlformats.org/drawingml/2006/main">
              <a:ext uri="{FF2B5EF4-FFF2-40B4-BE49-F238E27FC236}">
                <a16:creationId xmlns:a16="http://schemas.microsoft.com/office/drawing/2014/main" id="{79146F79-C991-475F-8D49-1DB8BFDB792E}"/>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program models, implementation examples, funding approaches, and reported outcomes to support planning or grant development.</a:t>
            </a:r>
          </a:p>
        </p:txBody>
      </p:sp>
      <p:sp>
        <p:nvSpPr>
          <p:cNvPr id="17" name="">
            <a:extLst xmlns:a="http://schemas.openxmlformats.org/drawingml/2006/main">
              <a:ext uri="{FF2B5EF4-FFF2-40B4-BE49-F238E27FC236}">
                <a16:creationId xmlns:a16="http://schemas.microsoft.com/office/drawing/2014/main" id="{E65679D5-661A-4EAF-9E23-5F0351315A9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8" name="">
            <a:extLst xmlns:a="http://schemas.openxmlformats.org/drawingml/2006/main">
              <a:ext uri="{FF2B5EF4-FFF2-40B4-BE49-F238E27FC236}">
                <a16:creationId xmlns:a16="http://schemas.microsoft.com/office/drawing/2014/main" id="{BF4F2F0F-A42D-4927-8462-2F172E0BA66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2121811410"/>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D125C4-1468-43BA-83B2-B520D1C29E2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6585AAA-E998-432E-A6CB-A4A1DDE3335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FB47F018-06F8-4953-A0F3-EA936D46007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E821F5F-31F9-4C63-8266-FE4122A0F8F1}"/>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EED1C56-8147-4825-BFCA-BBA6D916CD19}"/>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1086758E-B871-45C8-8B4A-C81FEC8A78FC}"/>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779C8456-ECAB-4C09-BB64-372FC4D08FB2}"/>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source types are acceptable for the decision being supported? Who verifies citations, dates, jurisdictional relevance, and evidence strength? How will the department distinguish evidence, implementation examples, vendor claims, and.</a:t>
            </a:r>
          </a:p>
        </p:txBody>
      </p:sp>
      <p:sp>
        <p:nvSpPr>
          <p:cNvPr id="8" name="">
            <a:extLst xmlns:a="http://schemas.openxmlformats.org/drawingml/2006/main">
              <a:ext uri="{FF2B5EF4-FFF2-40B4-BE49-F238E27FC236}">
                <a16:creationId xmlns:a16="http://schemas.microsoft.com/office/drawing/2014/main" id="{92A823D1-8F23-45B6-B2A9-E53A57A3C513}"/>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3D2FBD47-6160-44F1-A738-50B329385728}"/>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548AC93D-BAFF-4CD7-AA9A-A23BCFF4A954}"/>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24B0B891-BF70-4DAF-B6D7-8889E7D8EE4B}"/>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a current public health topic and design a research brief template with sections for evidence summary, source quality, STLT relevance, equity considerations, operational implications, and open questions.</a:t>
            </a:r>
          </a:p>
        </p:txBody>
      </p:sp>
      <p:sp>
        <p:nvSpPr>
          <p:cNvPr id="12" name="">
            <a:extLst xmlns:a="http://schemas.openxmlformats.org/drawingml/2006/main">
              <a:ext uri="{FF2B5EF4-FFF2-40B4-BE49-F238E27FC236}">
                <a16:creationId xmlns:a16="http://schemas.microsoft.com/office/drawing/2014/main" id="{1E7E8403-F776-49CA-A8A3-1975F3C824C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3" name="">
            <a:extLst xmlns:a="http://schemas.openxmlformats.org/drawingml/2006/main">
              <a:ext uri="{FF2B5EF4-FFF2-40B4-BE49-F238E27FC236}">
                <a16:creationId xmlns:a16="http://schemas.microsoft.com/office/drawing/2014/main" id="{051BBDF3-D261-4013-B9DB-7BBF783C7FA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3821342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FDFA97-A8DC-4FE8-8B26-7A105504CF8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4C12D23-12F1-4ADC-AA9B-E80999D5AF8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2233FD24-DB89-4B40-8A23-E3036033A01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5FE93C0-8A92-41D7-AD43-0B211B5AA1C6}"/>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960C64B-83EE-44CD-BE41-5A4AD0F6F925}"/>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1162E990-6E80-41D7-B9EE-F7C2227DFA4A}"/>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F10ECED3-EEDE-4111-931E-8DC6D85E3651}"/>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3, 13 and Tools 2, 48.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BCB5E9A2-D9B5-4A88-8E79-D22E62C94064}"/>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C83EC3B-FEA8-4597-AD18-95459AA3BEAE}"/>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B26F9F6F-2081-4BC3-B8EB-23A0A3B0748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EEBD7F79-0D6E-4431-9F9F-080D3AD56C62}"/>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NIH PubMed: Primary source for biomedical and public health literature searches. CDC Publications and Resources: Public health reports, guidance, and evidence sources for staff review. ASPPH AI Framework Report: Framework language for.</a:t>
            </a:r>
          </a:p>
        </p:txBody>
      </p:sp>
      <p:sp>
        <p:nvSpPr>
          <p:cNvPr id="12" name="">
            <a:extLst xmlns:a="http://schemas.openxmlformats.org/drawingml/2006/main">
              <a:ext uri="{FF2B5EF4-FFF2-40B4-BE49-F238E27FC236}">
                <a16:creationId xmlns:a16="http://schemas.microsoft.com/office/drawing/2014/main" id="{934E5FBB-C90E-4D17-BBD6-F38B4F1AEE1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3" name="">
            <a:extLst xmlns:a="http://schemas.openxmlformats.org/drawingml/2006/main">
              <a:ext uri="{FF2B5EF4-FFF2-40B4-BE49-F238E27FC236}">
                <a16:creationId xmlns:a16="http://schemas.microsoft.com/office/drawing/2014/main" id="{7D3EC46F-3AF1-40CF-9385-8401ACAE4A9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012290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2026-07-02T17:47:01.7810000Z</dcterms:created>
  <dcterms:modified xsi:type="dcterms:W3CDTF">2026-07-02T17:47:01.7810000Z</dcterms:modified>
</coreProperties>
</file>