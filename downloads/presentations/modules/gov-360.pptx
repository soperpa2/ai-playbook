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360 Third-Party AI Risk 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governance-security, technical-architecture, program-management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third-party ai risk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Third-Party AI Risk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ongoing oversight of vendors, subcontractors, data rights, model updates, and exit plans.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third-party ai risk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Third-Party AI Risk Management artifact
Role and responsibility table
Risk and safeguard summary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Third-Party AI Risk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third-party ai risk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Third-Party AI Risk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ongoing oversight of vendors, subcontractors,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third-party ai risk management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ongoing oversight of vendors, subcontractors,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ongoing oversight of vendors, subcontractors,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Third-Party AI Risk Management matters because AI adoption changes 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matters because AI adoption changes how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ongoing.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third-party ai risk management artifact for 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third-party ai risk management artifact for one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third-party ai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Third-Party AI Risk Management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Third-Party AI Risk Management artifact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Third-Party AI Risk Management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third-party ai risk management has.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third-party ai risk management has been.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third-party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AI Risk Management</dc:title>
  <dc:subject>Third-Party AI Risk Management learning module</dc:subject>
  <dc:creator>Paula Soper</dc:creator>
  <cp:lastModifiedBy>Paula Soper</cp:lastModifiedBy>
  <cp:revision>1</cp:revision>
  <dcterms:created xsi:type="dcterms:W3CDTF">2026-07-13T03:02:47Z</dcterms:created>
  <dcterms:modified xsi:type="dcterms:W3CDTF">2026-07-13T03:02:47Z</dcterms:modified>
</cp:coreProperties>
</file>