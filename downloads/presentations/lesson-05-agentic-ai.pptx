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Agentic AI is designed for an individual learner using the AI Playbook and Toolkit for Public Health Departments.
Agentic AI can coordinate multi-step workflows across systems under explicit rules and human oversight.
Use the notes in this deck as additional reading and context. They are not written as presenter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Agentic workflow boundary statement.
Produce or contribute to: Human approval and escalation map.
Produce or contribute to: Audit log and monitoring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Agentic AI moves beyond drafting and summarizing by coordinating multiple steps toward a defined goal. In public health, this might mean monitoring incoming reports, gathering relevant data, preparing a draft brief, routing it to the right team, and updating a task queue. Because agentic systems can initiate actions, they require tighter boundaries, audit logs, role-based access, and human approval before consequential steps occur.
Agentic AI introduces a different level of operational complexity because it can coordinate steps rather than simply produce content. A bounded agentic workflow might monitor incoming information, classify it, retrieve relevant documents, create a task, and route it to a staff member. That can be valuable in time-sensitive public health operations, but it also creates new accountability questions.
Your department should train staff to think of agentic AI as workflow infrastructure. The most important design decisions involve boundaries: what the system can access, what actions it can take, when it must stop, when a human must approve, and how every action is logged.
Agentic systems are not appropriate for unsupervised public health decisions. They are best introduced in controlled internal workflows where humans remain responsible for validation, communication, prioritization, and final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Agentic AI: AI configured to pursue a goal through multiple steps, such as gathering information, drafting a brief, updating a task list, or routing work for review. Agentic AI requires clear boundaries, permissions, monitoring, audit logs, and human approval for consequential actions.
AI system inventory: A maintained record of AI systems and AI-supported workflows, including purpose, owner, data used, risk tier, approval status, monitoring schedule, and review history.
Audit log: A record of system activity, such as who accessed data, what an AI tool generated, what actions were taken, and when changes occurred.
Governance gate: A required review or decision point before work moves forward, such as before use case approval, vendor selection, pilot launch, scale-up, or retirement.
Human-in-the-loop: A workflow design in which a person reviews, approves, corrects, or overrides AI outputs before they affect decisions, services, communications, or public health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Incident response: The process for reporting, triaging, containing, investigating, correcting, documenting, and communicating about AI-related errors, harmful outputs, privacy issues, bias concerns, security events, or operational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Multi-step workflow is a core concept for this lesson because it turns agentic ai from an abstract AI topic into something you can recognize in daily public health work. A process with several connected actions, such as receiving a signal, gathering records, drafting a brief, assigning a task, and routing it for review.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Human approval point is a core concept for this lesson because it turns agentic ai from an abstract AI topic into something you can recognize in daily public health work. A step where the AI must stop and wait for a person before continuing.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Prohibited action is a core concept for this lesson because it turns agentic ai from an abstract AI topic into something you can recognize in daily public health work. An action the AI is not allowed to take, such as sending public alerts, making enforcement decisions, or changing records without approval.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 high-priority surveillance signals is a useful way to apply this lesson because it gives you a concrete workflow to test against the concept. Classify incoming reports or alerts by urgency, topic, geography, and required response path, then route them to staff for confirmation.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Create task queues from incoming reports is a useful way to apply this lesson because it gives you a concrete workflow to test against the concept. Transform email, forms, or case updates into structured follow-up tasks with owners, due dates, and escalation flags.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Assemble evidence packets for review is a useful way to apply this lesson because it gives you a concrete workflow to test against the concept. Gather relevant reports, data extracts, literature, and prior decisions into a review packet before staff make a recommendation.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apply this module, begin with a real or realistic public health workflow and describe the task in plain language before naming an AI tool. Use the related plays (Play 3, Play 11, Play 12, Play 13) to identify the decisions, approvals, people, and timing needed for responsible implementation. Use the related tools (Tool 12, Tool 14, Tool 39, Tool 17) to create documentation that can be reviewed, saved, revised, and used as evidence of readiness. The practical exercise asks you to produce evidence that can feed into that work: Map a multi-step workflow such as outbreak signal review, inspection report preparation, or care coordination outreach. Mark which steps the AI may support, which steps require human approval, and which steps are prohibited.
The main guardrail for this lesson is that Agentic systems need strict boundaries, audit logs, and escalation paths.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Agentic AI can coordinate work across systems, but that makes it higher risk than simple drafting. In public health operations, even routing a task, prioritizing a signal, or preparing an outreach list can affect response time, workload, trust, and equity. Agentic workflows need explicit boundaries before they are piloted.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a multi-step workflow such as outbreak signal review, inspection report preparation, or care coordination outreach. Mark which steps the AI may support, which steps require human approval, and which steps are prohibited.
Agentic workflow boundary statement
Human approval and escalation map
Audit log and monitoring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actions may the AI take without approval, and what actions require human approval?
What audit logs are needed to reconstruct what happened?
How will staff pause, override, or escalate an agentic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NIST AI Risk Management Framework: Useful for defining boundaries, oversight, monitoring, and accountability for agentic systems. https://www.nist.gov/itl/ai-risk-management-framework
WHO: Ethics and governance of artificial intelligence for health: Health-sector governance principles for systems that can influence decisions or workflows. https://www.who.int/publications/i/item/9789240029200
ASPPH AI Framework Report: Public health governance, human oversight, and AI literacy context for agentic workflows. https://aspph.org/initiatives/ai-for-public-health/ai-framework-report/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13232" y="2542032"/>
            <a:ext cx="10607040" cy="777240"/>
          </a:xfrm>
          <a:prstGeom prst="rect">
            <a:avLst/>
          </a:prstGeom>
          <a:noFill/>
          <a:ln/>
        </p:spPr>
        <p:txBody>
          <a:bodyPr wrap="square" lIns="0" tIns="0" rIns="0" bIns="0" rtlCol="0" anchor="ct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Agentic AI</a:t>
            </a:r>
            <a:endParaRPr lang="en-US" sz="3400" dirty="0"/>
          </a:p>
        </p:txBody>
      </p:sp>
      <p:sp>
        <p:nvSpPr>
          <p:cNvPr id="6" name="Text 3"/>
          <p:cNvSpPr/>
          <p:nvPr/>
        </p:nvSpPr>
        <p:spPr>
          <a:xfrm>
            <a:off x="749808" y="3456432"/>
            <a:ext cx="365760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Learning Module</a:t>
            </a:r>
            <a:endParaRPr lang="en-US" sz="1400" dirty="0"/>
          </a:p>
        </p:txBody>
      </p:sp>
      <p:sp>
        <p:nvSpPr>
          <p:cNvPr id="7" name="Text 4"/>
          <p:cNvSpPr/>
          <p:nvPr/>
        </p:nvSpPr>
        <p:spPr>
          <a:xfrm>
            <a:off x="749808" y="3886200"/>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Learning Objectives</a:t>
            </a:r>
            <a:endParaRPr lang="en-US" sz="2800" dirty="0"/>
          </a:p>
        </p:txBody>
      </p:sp>
      <p:sp>
        <p:nvSpPr>
          <p:cNvPr id="7" name="Text 5"/>
          <p:cNvSpPr/>
          <p:nvPr/>
        </p:nvSpPr>
        <p:spPr>
          <a:xfrm>
            <a:off x="822960" y="1417320"/>
            <a:ext cx="10332720" cy="448056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1600" dirty="0"/>
          </a:p>
          <a:p>
            <a:r>
              <a:rPr lang="en-US" sz="1600" dirty="0">
                <a:solidFill>
                  <a:srgbClr val="17364A"/>
                </a:solidFill>
                <a:latin typeface="Aptos" pitchFamily="34" charset="0"/>
                <a:ea typeface="Aptos" pitchFamily="34" charset="-122"/>
                <a:cs typeface="Aptos" pitchFamily="34" charset="-120"/>
              </a:rPr>
              <a:t>Identify where the concept affects AI planning, governance, procurement, implementation, monitoring, public trust, or public health decision-making.</a:t>
            </a:r>
            <a:endParaRPr lang="en-US" sz="1600" dirty="0"/>
          </a:p>
          <a:p>
            <a:r>
              <a:rPr lang="en-US" sz="1600" dirty="0">
                <a:solidFill>
                  <a:srgbClr val="17364A"/>
                </a:solidFill>
                <a:latin typeface="Aptos" pitchFamily="34" charset="0"/>
                <a:ea typeface="Aptos" pitchFamily="34" charset="-122"/>
                <a:cs typeface="Aptos" pitchFamily="34" charset="-120"/>
              </a:rPr>
              <a:t>Apply the concept to a concrete public health workflow using the linked plays, tools, safeguards, and documentation expectations.</a:t>
            </a:r>
            <a:endParaRPr lang="en-US" sz="1600" dirty="0"/>
          </a:p>
          <a:p>
            <a:r>
              <a:rPr lang="en-US" sz="1600" dirty="0">
                <a:solidFill>
                  <a:srgbClr val="17364A"/>
                </a:solidFill>
                <a:latin typeface="Aptos" pitchFamily="34" charset="0"/>
                <a:ea typeface="Aptos" pitchFamily="34" charset="-122"/>
                <a:cs typeface="Aptos" pitchFamily="34" charset="-120"/>
              </a:rPr>
              <a:t>Complete a practical activity that produces an artifact you can use in readiness assessment, governance review, implementation planning, or monitoring.</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Agentic workflow boundary statement.</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Human approval and escalation map.</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Module Overview</a:t>
            </a:r>
            <a:endParaRPr lang="en-US" sz="2800" dirty="0"/>
          </a:p>
        </p:txBody>
      </p:sp>
      <p:sp>
        <p:nvSpPr>
          <p:cNvPr id="7" name="Text 5"/>
          <p:cNvSpPr/>
          <p:nvPr/>
        </p:nvSpPr>
        <p:spPr>
          <a:xfrm>
            <a:off x="822960" y="1325880"/>
            <a:ext cx="10424160" cy="4434840"/>
          </a:xfrm>
          <a:prstGeom prst="rect">
            <a:avLst/>
          </a:prstGeom>
          <a:noFill/>
          <a:ln/>
        </p:spPr>
        <p:txBody>
          <a:bodyPr wrap="square" lIns="1016" tIns="1016" rIns="1016" bIns="1016" rtlCol="0" anchor="t">
            <a:normAutofit/>
          </a:bodyPr>
          <a:lstStyle/>
          <a:p>
            <a:pPr indent="0" marL="0">
              <a:buNone/>
            </a:pPr>
            <a:r>
              <a:rPr lang="en-US" sz="1600" dirty="0">
                <a:solidFill>
                  <a:srgbClr val="17364A"/>
                </a:solidFill>
                <a:latin typeface="Aptos" pitchFamily="34" charset="0"/>
                <a:ea typeface="Aptos" pitchFamily="34" charset="-122"/>
                <a:cs typeface="Aptos" pitchFamily="34" charset="-120"/>
              </a:rPr>
              <a:t>Agentic AI moves beyond drafting and summarizing by coordinating multiple steps toward a defined goal. In public health, this might mean monitoring incoming reports, gathering relevant data, preparing a draft brief, routing it to the right team, and updating a task queue. Because agentic systems can initiate actions, they require tighter boundaries, audit logs, role-based access, and human approval before consequential steps occur.</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Agentic AI: AI configured to pursue a goal through multiple steps, such as gathering information, drafting a brief, updating a task list, or routing work for review. Agentic AI requires clear boundaries, permissions,.</a:t>
            </a:r>
            <a:endParaRPr lang="en-US" sz="1320" dirty="0"/>
          </a:p>
          <a:p>
            <a:r>
              <a:rPr lang="en-US" sz="1320" dirty="0">
                <a:solidFill>
                  <a:srgbClr val="17364A"/>
                </a:solidFill>
                <a:latin typeface="Aptos" pitchFamily="34" charset="0"/>
                <a:ea typeface="Aptos" pitchFamily="34" charset="-122"/>
                <a:cs typeface="Aptos" pitchFamily="34" charset="-120"/>
              </a:rPr>
              <a:t>AI system inventory: A maintained record of AI systems and AI-supported workflows, including purpose, owner, data used, risk tier, approval status, monitoring schedule, and review history.</a:t>
            </a:r>
            <a:endParaRPr lang="en-US" sz="1320" dirty="0"/>
          </a:p>
          <a:p>
            <a:r>
              <a:rPr lang="en-US" sz="1320" dirty="0">
                <a:solidFill>
                  <a:srgbClr val="17364A"/>
                </a:solidFill>
                <a:latin typeface="Aptos" pitchFamily="34" charset="0"/>
                <a:ea typeface="Aptos" pitchFamily="34" charset="-122"/>
                <a:cs typeface="Aptos" pitchFamily="34" charset="-120"/>
              </a:rPr>
              <a:t>Audit log: A record of system activity, such as who accessed data, what an AI tool generated, what actions were taken, and when changes occurred.</a:t>
            </a:r>
            <a:endParaRPr lang="en-US" sz="1320" dirty="0"/>
          </a:p>
          <a:p>
            <a:r>
              <a:rPr lang="en-US" sz="1320" dirty="0">
                <a:solidFill>
                  <a:srgbClr val="17364A"/>
                </a:solidFill>
                <a:latin typeface="Aptos" pitchFamily="34" charset="0"/>
                <a:ea typeface="Aptos" pitchFamily="34" charset="-122"/>
                <a:cs typeface="Aptos" pitchFamily="34" charset="-120"/>
              </a:rPr>
              <a:t>Governance gate: A required review or decision point before work moves forward, such as before use case approval, vendor selection, pilot launch, scale-up, or retirement.</a:t>
            </a:r>
            <a:endParaRPr lang="en-US" sz="1320" dirty="0"/>
          </a:p>
          <a:p>
            <a:r>
              <a:rPr lang="en-US" sz="1320" dirty="0">
                <a:solidFill>
                  <a:srgbClr val="17364A"/>
                </a:solidFill>
                <a:latin typeface="Aptos" pitchFamily="34" charset="0"/>
                <a:ea typeface="Aptos" pitchFamily="34" charset="-122"/>
                <a:cs typeface="Aptos" pitchFamily="34" charset="-120"/>
              </a:rPr>
              <a:t>Human-in-the-loop: A workflow design in which a person reviews, approves, corrects, or overrides AI outputs before they affect decisions, services, communications, or public health action.</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 Continued</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Incident response: The process for reporting, triaging, containing, investigating, correcting, documenting, and communicating about AI-related errors, harmful outputs, privacy issues, bias concerns, security events, or.</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Core Concepts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Multi-step workflow is a core concept for this lesson because it turns agentic ai from an abstract AI topic into something you can recognize in daily public health work. A process with several connected actions, such as receiving a signal, gathering records, drafting a brief, assigning a task, and routing it for review.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Human approval point is a core concept for this lesson because it turns agentic ai from an abstract AI topic into something you can recognize in daily public health work. A step where the AI must stop and wait for a person before continuing.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Prohibited action is a core concept for this lesson because it turns agentic ai from an abstract AI topic into something you can recognize in daily public health work. An action the AI is not allowed to take, such as sending public alerts, making enforcement decisions, or changing records without approval.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Public Health Application</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Route high-priority surveillance signals is a useful way to apply this lesson because it gives you a concrete workflow to test against the concept. Classify incoming reports or alerts by urgency, topic, geography, and required response path, then route them to staff for confirmation.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Create task queues from incoming reports is a useful way to apply this lesson because it gives you a concrete workflow to test against the concept. Transform email, forms, or case updates into structured follow-up tasks with owners, due dates, and escalation flags.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Assemble evidence packets for review is a useful way to apply this lesson because it gives you a concrete workflow to test against the concept. Gather relevant reports, data extracts, literature, and prior decisions into a review packet before staff make a recommendation.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Implementation Guidance</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To apply this module, begin with a real or realistic public health workflow and describe the task in plain language before naming an AI tool. Use the related plays (Play 3, Play 11, Play 12, Play 13) to identify the decisions, approvals, people, and timing needed for responsible implementation. Use the related tools (Tool 12, Tool 14, Tool 39, Tool 17) to create documentation that can be reviewed, saved, revised, and used as evidence of readiness. The practical exercise asks you to produce evidence that can feed into that work: Map a multi-step workflow such as outbreak signal review, inspection report preparation, or care coordination outreach. Mark which steps the AI may support, which steps require human approval, and which steps are prohibited. The main guardrail for this lesson is that Agentic systems need strict boundaries, audit logs, and escalation paths.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Using Plays and Tools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Agentic AI can coordinate work across systems, but that makes it higher risk than simple drafting. In public health operations, even routing a task, prioritizing a signal, or preparing an outreach list can affect response time, workload, trust, and equity. Agentic workflows need explicit boundaries before they are piloted.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sz="13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Practical Exercise</a:t>
            </a:r>
            <a:endParaRPr lang="en-US" sz="2800" dirty="0"/>
          </a:p>
        </p:txBody>
      </p:sp>
      <p:sp>
        <p:nvSpPr>
          <p:cNvPr id="7" name="Text 5"/>
          <p:cNvSpPr/>
          <p:nvPr/>
        </p:nvSpPr>
        <p:spPr>
          <a:xfrm>
            <a:off x="822960" y="1234440"/>
            <a:ext cx="10378440" cy="2011680"/>
          </a:xfrm>
          <a:prstGeom prst="rect">
            <a:avLst/>
          </a:prstGeom>
          <a:noFill/>
          <a:ln/>
        </p:spPr>
        <p:txBody>
          <a:bodyPr wrap="square" lIns="1016" tIns="1016" rIns="1016" bIns="1016" rtlCol="0" anchor="t">
            <a:normAutofit/>
          </a:bodyPr>
          <a:lstStyle/>
          <a:p>
            <a:pPr indent="0" marL="0">
              <a:buNone/>
            </a:pPr>
            <a:r>
              <a:rPr lang="en-US" sz="1520" dirty="0">
                <a:solidFill>
                  <a:srgbClr val="17364A"/>
                </a:solidFill>
                <a:latin typeface="Aptos" pitchFamily="34" charset="0"/>
                <a:ea typeface="Aptos" pitchFamily="34" charset="-122"/>
                <a:cs typeface="Aptos" pitchFamily="34" charset="-120"/>
              </a:rPr>
              <a:t>Map a multi-step workflow such as outbreak signal review, inspection report preparation, or care coordination outreach. Mark which steps the AI may support, which steps require human approval, and which steps are prohibited.</a:t>
            </a:r>
            <a:endParaRPr lang="en-US" sz="1520" dirty="0"/>
          </a:p>
        </p:txBody>
      </p:sp>
      <p:sp>
        <p:nvSpPr>
          <p:cNvPr id="8" name="Text 6"/>
          <p:cNvSpPr/>
          <p:nvPr/>
        </p:nvSpPr>
        <p:spPr>
          <a:xfrm>
            <a:off x="822960" y="3520440"/>
            <a:ext cx="10378440" cy="1828800"/>
          </a:xfrm>
          <a:prstGeom prst="rect">
            <a:avLst/>
          </a:prstGeom>
          <a:noFill/>
          <a:ln/>
        </p:spPr>
        <p:txBody>
          <a:bodyPr wrap="square" lIns="635" tIns="635" rIns="635" bIns="635" rtlCol="0" anchor="t">
            <a:normAutofit/>
          </a:bodyPr>
          <a:lstStyle/>
          <a:p>
            <a:r>
              <a:rPr lang="en-US" sz="1400" dirty="0">
                <a:solidFill>
                  <a:srgbClr val="17364A"/>
                </a:solidFill>
                <a:latin typeface="Aptos" pitchFamily="34" charset="0"/>
                <a:ea typeface="Aptos" pitchFamily="34" charset="-122"/>
                <a:cs typeface="Aptos" pitchFamily="34" charset="-120"/>
              </a:rPr>
              <a:t>Expected artifact: Agentic workflow boundary statement</a:t>
            </a:r>
            <a:endParaRPr lang="en-US" sz="1400" dirty="0"/>
          </a:p>
          <a:p>
            <a:r>
              <a:rPr lang="en-US" sz="1400" dirty="0">
                <a:solidFill>
                  <a:srgbClr val="17364A"/>
                </a:solidFill>
                <a:latin typeface="Aptos" pitchFamily="34" charset="0"/>
                <a:ea typeface="Aptos" pitchFamily="34" charset="-122"/>
                <a:cs typeface="Aptos" pitchFamily="34" charset="-120"/>
              </a:rPr>
              <a:t>Expected artifact: Human approval and escalation map</a:t>
            </a:r>
            <a:endParaRPr lang="en-US" sz="1400" dirty="0"/>
          </a:p>
          <a:p>
            <a:r>
              <a:rPr lang="en-US" sz="1400" dirty="0">
                <a:solidFill>
                  <a:srgbClr val="17364A"/>
                </a:solidFill>
                <a:latin typeface="Aptos" pitchFamily="34" charset="0"/>
                <a:ea typeface="Aptos" pitchFamily="34" charset="-122"/>
                <a:cs typeface="Aptos" pitchFamily="34" charset="-120"/>
              </a:rPr>
              <a:t>Expected artifact: Audit log and monitoring requirements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Reflection Questions</a:t>
            </a:r>
            <a:endParaRPr lang="en-US" sz="2800" dirty="0"/>
          </a:p>
        </p:txBody>
      </p:sp>
      <p:sp>
        <p:nvSpPr>
          <p:cNvPr id="7" name="Text 5"/>
          <p:cNvSpPr/>
          <p:nvPr/>
        </p:nvSpPr>
        <p:spPr>
          <a:xfrm>
            <a:off x="822960" y="1325880"/>
            <a:ext cx="10378440" cy="4572000"/>
          </a:xfrm>
          <a:prstGeom prst="rect">
            <a:avLst/>
          </a:prstGeom>
          <a:noFill/>
          <a:ln/>
        </p:spPr>
        <p:txBody>
          <a:bodyPr wrap="square" lIns="635" tIns="635" rIns="635" bIns="635" rtlCol="0" anchor="t">
            <a:normAutofit/>
          </a:bodyPr>
          <a:lstStyle/>
          <a:p>
            <a:r>
              <a:rPr lang="en-US" sz="1500" dirty="0">
                <a:solidFill>
                  <a:srgbClr val="17364A"/>
                </a:solidFill>
                <a:latin typeface="Aptos" pitchFamily="34" charset="0"/>
                <a:ea typeface="Aptos" pitchFamily="34" charset="-122"/>
                <a:cs typeface="Aptos" pitchFamily="34" charset="-120"/>
              </a:rPr>
              <a:t>What actions may the AI take without approval, and what actions require human approval?</a:t>
            </a:r>
            <a:endParaRPr lang="en-US" sz="1500" dirty="0"/>
          </a:p>
          <a:p>
            <a:r>
              <a:rPr lang="en-US" sz="1500" dirty="0">
                <a:solidFill>
                  <a:srgbClr val="17364A"/>
                </a:solidFill>
                <a:latin typeface="Aptos" pitchFamily="34" charset="0"/>
                <a:ea typeface="Aptos" pitchFamily="34" charset="-122"/>
                <a:cs typeface="Aptos" pitchFamily="34" charset="-120"/>
              </a:rPr>
              <a:t>What audit logs are needed to reconstruct what happened?</a:t>
            </a:r>
            <a:endParaRPr lang="en-US" sz="1500" dirty="0"/>
          </a:p>
          <a:p>
            <a:r>
              <a:rPr lang="en-US" sz="1500" dirty="0">
                <a:solidFill>
                  <a:srgbClr val="17364A"/>
                </a:solidFill>
                <a:latin typeface="Aptos" pitchFamily="34" charset="0"/>
                <a:ea typeface="Aptos" pitchFamily="34" charset="-122"/>
                <a:cs typeface="Aptos" pitchFamily="34" charset="-120"/>
              </a:rPr>
              <a:t>How will staff pause, override, or escalate an agentic workflow?</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References and Resources</a:t>
            </a:r>
            <a:endParaRPr lang="en-US" sz="2800" dirty="0"/>
          </a:p>
        </p:txBody>
      </p:sp>
      <p:sp>
        <p:nvSpPr>
          <p:cNvPr id="7" name="Text 5"/>
          <p:cNvSpPr/>
          <p:nvPr/>
        </p:nvSpPr>
        <p:spPr>
          <a:xfrm>
            <a:off x="822960" y="1280160"/>
            <a:ext cx="10378440" cy="4800600"/>
          </a:xfrm>
          <a:prstGeom prst="rect">
            <a:avLst/>
          </a:prstGeom>
          <a:noFill/>
          <a:ln/>
        </p:spPr>
        <p:txBody>
          <a:bodyPr wrap="square" lIns="635" tIns="635" rIns="635" bIns="635" rtlCol="0" anchor="t">
            <a:normAutofit/>
          </a:bodyPr>
          <a:lstStyle/>
          <a:p>
            <a:r>
              <a:rPr lang="en-US" sz="1280" dirty="0">
                <a:solidFill>
                  <a:srgbClr val="17364A"/>
                </a:solidFill>
                <a:latin typeface="Aptos" pitchFamily="34" charset="0"/>
                <a:ea typeface="Aptos" pitchFamily="34" charset="-122"/>
                <a:cs typeface="Aptos" pitchFamily="34" charset="-120"/>
              </a:rPr>
              <a:t>NIST AI Risk Management Framework: Useful for defining boundaries, oversight, monitoring, and accountability for agentic systems.</a:t>
            </a:r>
            <a:endParaRPr lang="en-US" sz="1280" dirty="0"/>
          </a:p>
          <a:p>
            <a:r>
              <a:rPr lang="en-US" sz="1280" dirty="0">
                <a:solidFill>
                  <a:srgbClr val="17364A"/>
                </a:solidFill>
                <a:latin typeface="Aptos" pitchFamily="34" charset="0"/>
                <a:ea typeface="Aptos" pitchFamily="34" charset="-122"/>
                <a:cs typeface="Aptos" pitchFamily="34" charset="-120"/>
              </a:rPr>
              <a:t>WHO: Ethics and governance of artificial intelligence for health: Health-sector governance principles for systems that can influence decisions or workflows.</a:t>
            </a:r>
            <a:endParaRPr lang="en-US" sz="1280" dirty="0"/>
          </a:p>
          <a:p>
            <a:r>
              <a:rPr lang="en-US" sz="1280" dirty="0">
                <a:solidFill>
                  <a:srgbClr val="17364A"/>
                </a:solidFill>
                <a:latin typeface="Aptos" pitchFamily="34" charset="0"/>
                <a:ea typeface="Aptos" pitchFamily="34" charset="-122"/>
                <a:cs typeface="Aptos" pitchFamily="34" charset="-120"/>
              </a:rPr>
              <a:t>ASPPH AI Framework Report: Public health governance, human oversight, and AI literacy context for agentic workflows.</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dc:title>
  <dc:subject>Agentic AI learning module</dc:subject>
  <dc:creator>Paula Soper</dc:creator>
  <cp:lastModifiedBy>Paula Soper</cp:lastModifiedBy>
  <cp:revision>1</cp:revision>
  <dcterms:created xsi:type="dcterms:W3CDTF">2026-07-09T20:18:52Z</dcterms:created>
  <dcterms:modified xsi:type="dcterms:W3CDTF">2026-07-09T20:18:52Z</dcterms:modified>
</cp:coreProperties>
</file>