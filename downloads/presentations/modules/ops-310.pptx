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should be evaluated not only by model accuracy, but also by whether they improve.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define measures for timeliness, quality, equity, staff burden,.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helps agencies avoid adopting AI because it is novel and instead assess whether it creates.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Operations and Data Quality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measuring ai value, performance, and operational impact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value and impact measurement plan that can support readiness assessment,.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value and impact measurement plan that can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should be evaluated not only by model accuracy, but also by whether they improve.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define measures for timeliness, quality, equity, staff burden,.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helps agencies avoid adopting AI because it is novel and instead assess whether it creates.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should be evaluated not only by model accuracy, but also.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to define measures for timeliness,.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helps agencies avoid adopting AI because it is novel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Measuring AI Value, Performance, and Operational Impact matters because AI systems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Measuring AI Value, Performance, and Operational Impact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value is the benefit created by an AI-supported workflow relative to its costs, risks,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Value may include faster response, improved quality, reduced burden, better access, stronger.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performance measures how well the AI system performs a technical task.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value is the benefit created by an AI-supported workflow relative to its costs, risks,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value is the benefit created by an AI-supported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Value may include faster response, improved quality, reduced.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Operational impact measures whether the workflow actually improves.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deploy AI to summarize case reports with the goal of reducing.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Accuracy alone is not enough to prove value.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also measure review time, editing burden, error types, investigator.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deploy AI to summarize case reports with.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also measure review time, editing burden, error.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Value measurement begins with a theory of 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team should explain how the AI capability is expected to improve the workflow and which.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example, a summarization tool may reduce review time, improve completeness, and allow.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Value measurement begins with a theory of change.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team should explain how the AI capability is expected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example, a summarization tool may reduce review time, improve.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assumptions should be tested rather than assumed.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value and impact measurement plan for one real or realistic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value and impact measurement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value and impact measurement plan. It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measuring ai value, performance, and operational impact.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measuring ai value,.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Evaluation Framework: https://www.cdc.gov/evaluation/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AI RMF Generative AI Profile:.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performance management, quality improvement, equity,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2026-07-13T02:24:10Z</dcterms:created>
  <dcterms:modified xsi:type="dcterms:W3CDTF">2026-07-13T02:24:10Z</dcterms:modified>
</cp:coreProperties>
</file>