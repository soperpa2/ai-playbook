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Security, Prompt Injection, and Data Leakage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AI security in public health operational terms.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prompt injection, data leakage, sensitive information disclosure, insecure output handling, excessive agency, and…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RAG, plugins, APIs, and agentic workflows increase the need for security controls.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least privilege, approved-tool use, access controls, logging, testing, and incident response to AI workflows.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security questions for AI procurement, implementation, and monitoring.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secure AI workflow checklist.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Secure AI workflow checklist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Governance and Security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gov-300-ai-security-prompt-injection-and-data-leakage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300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security matters because public health AI tools may process sensitive records, internal protocols, draft communications, credentials, contracts,…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risks increase when AI tools are connected to email, calendars, case systems, data warehouses, document repositories, APIs, or messaging…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security weakness can become a privacy breach, operational disruption, public trust problem, or legal issue.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injection is particularly important for public health because staff may ask AI tools to process external documents, emails, web pages, public…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Those materials may contain instructions designed to manipulate the AI system.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300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injection: Prompt injection occurs when untrusted content attempts to override system instructions or cause an AI tool…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leakage: Data leakage occurs when sensitive, protected, confidential, or unauthorized information is exposed through…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information disclosure: Sensitive information disclosure is the release or display of information that should not be shared with a…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Insecure output handling: Insecure output handling occurs when AI-generated content is used by downstream systems without appropriate…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Excessive agency: Excessive agency occurs when an AI system has more access, autonomy, or tool capability than necessary for…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300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program may use an AI assistant to summarize uploaded partner reports.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report could contain hidden or visible instructions telling the AI to ignore prior rules and reveal confidential information.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assistant treats the report content as instructions rather than data, it may produce unsafe outputs or attempt unauthorized actions.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secure workflow would use an approved tool, restrict the assistant’s access, treat uploaded content as untrusted, disable unnecessary tool…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security applies to generative AI, RAG, NLP, APIs, and agentic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systems need document-level permissions and protections against unauthorized retrieval.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systems need tool restrictions and action approval.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templates should include data boundaries, and technical implementations should enforce those boundaries rather than relying on user…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300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security begins with use-case classification.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low-risk training exercise using public documents requires different controls than a tool connected to case records or document…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should classify AI uses by data sensitivity, system access, autonomy, public-facing impact, and consequence of error.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 is central.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tools should not have broad access to systems simply because broad access is convenient.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integration should specify what the tool can read, write, update, send, or delete.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300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injection.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Untrusted content may override instructions.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include treating external content as data, restricting tools, and testing with adversarial examples.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information disclosure.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may reveal information outside user permissions.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300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secure AI workflow checklist for one public health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data sensitivity, approved tools, access controls, least-privilege review, prompt injection risk, output handling, logging, vendor…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checklist should identify which controls must be in place before pilot testing and which controls must be monitored after launch.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AI workflow checklist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and implementation security questions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injection risk notes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incident trigger and escalation 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Large Language Model Applications:…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RMF Generative AI Profile:…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Privacy Framework: https://www.nist.gov/privacy-framework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cybersecurity, identity/access management, privacy, procurement, and incident…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300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prompt injection?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does least privilege mean?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Why does agentic AI increase security risk?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control helps investigate AI-related incidents?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 for this module?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300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 300: AI Security, Prompt Injection, and Data Leakage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