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Privacy-Preserving AI and De-identification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AI can increase privacy and confidentiality risks in public health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identifiable data, de-identified data, aggregated data, limited datasets, and synthetic data at a practical…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technical and operational safeguards that reduce privacy risk, including data minimization, role-based access,…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re-identification risk when public health data are linked, enriched, summarized, or shared for AI-supported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when de-identification alone is not sufficient and additional governance, legal, or technical controls are needed.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privacy-preserving AI review worksheet for a real or realistic public health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privacy-preserving AI review worksheet with a brief summary of the proposed workflow, data-use…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gov-310-privacy-preserving-ai-and-de-identification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change the privacy risk profile of a public health dataset even when the source data were already collected lawfully.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dataset that seems low risk in one context may become more sensitive when linked to geospatial information, clinical history, social vulnerability…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and retrieval systems can also reveal sensitive details through summaries, citations, or unexpected responses.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review must therefore consider not only the dataset itself, but also how the AI system accesses, transforms, combines, stores, and exposes…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risk is also a public trust issue.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De-identification is the process of reducing the risk that data can be connected to a specific person. In public health…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Re-identification risk is the possibility that a person, household, provider, facility, or community can be identified from data…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minimization means using only the data elements necessary for the approved purpose. It is a practical guardrail because…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privacy is a statistical approach that adds carefully calibrated noise to outputs to reduce the risk that…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a health department that wants to use AI to summarize disease investigation notes and identify common exposure settings across cases.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notes may include symptoms, dates, employer names, schools, shelters, correctional facilities, household details, immigration concerns, or…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if the AI system is internal, the agency must define who can access the notes, whether the AI output can include names or exact locations,…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privacy-preserving design might limit the AI tool to authorized case investigation staff, restrict the tool from using data outside the case…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generative AI, privacy-preserving design means controlling what data can be placed in prompts, what source documents are available to…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templates should make prohibited content clear and should encourage use of de-identified or aggregated inputs when possible.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predictive analytics, privacy concerns include which features are used, whether sensitive attributes are directly included or indirectly…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 should include privacy review as well as accuracy and equity review.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Privacy-preserving AI begins with data classification.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whether the workflow uses protected health information, personally identifiable information, confidential public…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should be tied to rules for storage, access, sharing, retention, and approved AI tools.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AI tool may be acceptable for public guidance documents but inappropriate for case narratives or line lists.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determining the minimum necessary data for the AI task.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that classifies complaint topics may not need names or exact addresses.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major failure mode is assuming that de-identification is permanent.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that are de-identified for one purpose may be re-identifiable in another context, especially when linked with other datasets.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perform use-case-specific privacy review and to document assumptions about data linkage, audience, geography, and…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exposing sensitive data to unapproved AI tools.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paste text into a convenient tool without realizing that the data include protected or confidential information.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privacy-preserving AI review worksheet for one proposed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worksheet should identify the data involved, the sensitivity level, the minimum necessary fields, the approved users, the AI task, the…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also identify residual risks and questions that need privacy, legal, security, or governance review.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privacy-preserving AI review worksheet with a brief summary of the proposed workflow, data-use…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HHS HIPAA de-identification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data governance and public health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legal, security, and records management policies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statement best describes de-identification in public health AI?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can AI increase re-identification risk?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a strong privacy guardrail for an AI workflow?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When is de-identification alone insufficient?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310: Privacy-Preserving AI and De-identification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