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analytics-modeling</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AI security in public health operational terms.</a:t>
            </a:r>
            <a:endParaRPr lang="en-US" sz="1450" dirty="0"/>
          </a:p>
          <a:p>
            <a:r>
              <a:rPr lang="en-US" sz="1450" dirty="0">
                <a:solidFill>
                  <a:srgbClr val="17364A"/>
                </a:solidFill>
                <a:latin typeface="Aptos" pitchFamily="34" charset="0"/>
                <a:ea typeface="Aptos" pitchFamily="34" charset="-122"/>
                <a:cs typeface="Aptos" pitchFamily="34" charset="-120"/>
              </a:rPr>
              <a:t>Identify prompt injection, data leakage, sensitive information disclosure, insecure output handling, excessive agency, and supply chain risks.</a:t>
            </a:r>
            <a:endParaRPr lang="en-US" sz="1450" dirty="0"/>
          </a:p>
          <a:p>
            <a:r>
              <a:rPr lang="en-US" sz="1450" dirty="0">
                <a:solidFill>
                  <a:srgbClr val="17364A"/>
                </a:solidFill>
                <a:latin typeface="Aptos" pitchFamily="34" charset="0"/>
                <a:ea typeface="Aptos" pitchFamily="34" charset="-122"/>
                <a:cs typeface="Aptos" pitchFamily="34" charset="-120"/>
              </a:rPr>
              <a:t>Explain why RAG, plugins, APIs, and agentic workflows increase the need for security controls.</a:t>
            </a:r>
            <a:endParaRPr lang="en-US" sz="1450" dirty="0"/>
          </a:p>
          <a:p>
            <a:r>
              <a:rPr lang="en-US" sz="1450" dirty="0">
                <a:solidFill>
                  <a:srgbClr val="17364A"/>
                </a:solidFill>
                <a:latin typeface="Aptos" pitchFamily="34" charset="0"/>
                <a:ea typeface="Aptos" pitchFamily="34" charset="-122"/>
                <a:cs typeface="Aptos" pitchFamily="34" charset="-120"/>
              </a:rPr>
              <a:t>Apply least privilege, approved-tool use, access controls, logging, testing, and incident response to AI workflows.</a:t>
            </a:r>
            <a:endParaRPr lang="en-US" sz="1450" dirty="0"/>
          </a:p>
          <a:p>
            <a:r>
              <a:rPr lang="en-US" sz="1450" dirty="0">
                <a:solidFill>
                  <a:srgbClr val="17364A"/>
                </a:solidFill>
                <a:latin typeface="Aptos" pitchFamily="34" charset="0"/>
                <a:ea typeface="Aptos" pitchFamily="34" charset="-122"/>
                <a:cs typeface="Aptos" pitchFamily="34" charset="-120"/>
              </a:rPr>
              <a:t>Develop security questions for AI procurement, implementation, and monitoring.</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secure AI workflow checklist.</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Supply chain risk. AI tools may depend on vendors, plugins, models, or libraries with vulnerabilities. Guardrails include vendor review, security documentation, patching, and contract requirements.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sensitive data or systems would the AI workflow touch? Could the AI tool access more information or actions than necessary? What untrusted content might the tool process?</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How will prompt injection attempts or unsafe outputs be detected? What logs and incident response steps are required?</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Secure AI workflow checklist Vendor and implementation security questions Prompt injection risk notes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incident trigger and escalation plan</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Secure AI workflow checklist</a:t>
            </a:r>
            <a:endParaRPr lang="en-US" sz="1450" dirty="0"/>
          </a:p>
          <a:p>
            <a:r>
              <a:rPr lang="en-US" sz="1450" dirty="0">
                <a:solidFill>
                  <a:srgbClr val="17364A"/>
                </a:solidFill>
                <a:latin typeface="Aptos" pitchFamily="34" charset="0"/>
                <a:ea typeface="Aptos" pitchFamily="34" charset="-122"/>
                <a:cs typeface="Aptos" pitchFamily="34" charset="-120"/>
              </a:rPr>
              <a:t>Vendor and implementation security questions</a:t>
            </a:r>
            <a:endParaRPr lang="en-US" sz="1450" dirty="0"/>
          </a:p>
          <a:p>
            <a:r>
              <a:rPr lang="en-US" sz="1450" dirty="0">
                <a:solidFill>
                  <a:srgbClr val="17364A"/>
                </a:solidFill>
                <a:latin typeface="Aptos" pitchFamily="34" charset="0"/>
                <a:ea typeface="Aptos" pitchFamily="34" charset="-122"/>
                <a:cs typeface="Aptos" pitchFamily="34" charset="-120"/>
              </a:rPr>
              <a:t>Prompt injection risk notes</a:t>
            </a:r>
            <a:endParaRPr lang="en-US" sz="1450" dirty="0"/>
          </a:p>
          <a:p>
            <a:r>
              <a:rPr lang="en-US" sz="1450" dirty="0">
                <a:solidFill>
                  <a:srgbClr val="17364A"/>
                </a:solidFill>
                <a:latin typeface="Aptos" pitchFamily="34" charset="0"/>
                <a:ea typeface="Aptos" pitchFamily="34" charset="-122"/>
                <a:cs typeface="Aptos" pitchFamily="34" charset="-120"/>
              </a:rPr>
              <a:t>AI incident trigger and escalation plan</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prompt injection?</a:t>
            </a:r>
            <a:endParaRPr lang="en-US" sz="1450" dirty="0"/>
          </a:p>
          <a:p>
            <a:r>
              <a:rPr lang="en-US" sz="1450" dirty="0">
                <a:solidFill>
                  <a:srgbClr val="17364A"/>
                </a:solidFill>
                <a:latin typeface="Aptos" pitchFamily="34" charset="0"/>
                <a:ea typeface="Aptos" pitchFamily="34" charset="-122"/>
                <a:cs typeface="Aptos" pitchFamily="34" charset="-120"/>
              </a:rPr>
              <a:t>2. What does least privilege mean?</a:t>
            </a:r>
            <a:endParaRPr lang="en-US" sz="1450" dirty="0"/>
          </a:p>
          <a:p>
            <a:r>
              <a:rPr lang="en-US" sz="1450" dirty="0">
                <a:solidFill>
                  <a:srgbClr val="17364A"/>
                </a:solidFill>
                <a:latin typeface="Aptos" pitchFamily="34" charset="0"/>
                <a:ea typeface="Aptos" pitchFamily="34" charset="-122"/>
                <a:cs typeface="Aptos" pitchFamily="34" charset="-120"/>
              </a:rPr>
              <a:t>3. Why does agentic AI increase security risk?</a:t>
            </a:r>
            <a:endParaRPr lang="en-US" sz="1450" dirty="0"/>
          </a:p>
          <a:p>
            <a:r>
              <a:rPr lang="en-US" sz="1450" dirty="0">
                <a:solidFill>
                  <a:srgbClr val="17364A"/>
                </a:solidFill>
                <a:latin typeface="Aptos" pitchFamily="34" charset="0"/>
                <a:ea typeface="Aptos" pitchFamily="34" charset="-122"/>
                <a:cs typeface="Aptos" pitchFamily="34" charset="-120"/>
              </a:rPr>
              <a:t>4. Which control helps investigate AI-related incidents?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AI RMF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 https://www.nist.gov/privacy-framework</a:t>
            </a:r>
            <a:endParaRPr lang="en-US" sz="1450" dirty="0"/>
          </a:p>
          <a:p>
            <a:r>
              <a:rPr lang="en-US" sz="1450" dirty="0">
                <a:solidFill>
                  <a:srgbClr val="17364A"/>
                </a:solidFill>
                <a:latin typeface="Aptos" pitchFamily="34" charset="0"/>
                <a:ea typeface="Aptos" pitchFamily="34" charset="-122"/>
                <a:cs typeface="Aptos" pitchFamily="34" charset="-120"/>
              </a:rPr>
              <a:t>Agency cybersecurity, identity/access management, privacy, procurement, and incident response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2026-07-12T18:22:13Z</dcterms:created>
  <dcterms:modified xsi:type="dcterms:W3CDTF">2026-07-12T18:22:13Z</dcterms:modified>
</cp:coreProperties>
</file>