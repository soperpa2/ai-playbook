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450 AI Sustainability and Lifecycle Funding
Responsible AI does not end at launch. AI tools require ongoing funding, staff time, monitoring, updates, vendor management, training, incident response, documentation, and eventual retirement. Sustainability planning ensures that AI-supported workflows do not become unfunded, unmonitored, or outdated after the initial pilot or grant period ends. This module helps leaders plan for the full AI lifecycle. It focuses on funding models, ownership, maintenance, monitoring, contract renewal, retraining, policy updates, user support, accessibility updates, cybersecurity review, and sunset criteria. The module emphasizes that a tool should not be approved if the agency cannot reasonably sustain the safeguards needed for responsible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Responsible AI does not end at launch. AI tools require ongoing funding, staff time, monitoring, updates, vendor management, training, incident response, documentation, and eventual retirement. Sustainability planning ensures that AI-supported workflows do not become unfunded, unmonitored, or outdated after the initial pilot or grant period ends. This module helps leaders plan for the full AI lifecycle. It focuses on funding models, ownership, maintenance, monitoring, contract renewal, retraining, policy updates, user support, accessibility updates, cybersecurity review, and sunset criteria. The module emphasizes that a tool should not be approved if the agency cannot reasonably sustain the safeguards needed for responsible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8: Develop a Funding Strategy - This lesson informs Play 8 by helping learners connect the lesson topic to develop a funding strategy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33: Funding Strategy Checklists (Checklist) - Use this tool to complete or strengthen the practical exercise for the module using fictional, de-identified, or generalized.
Tool 35: AI Total Cost of Ownership and Sustainability Worksheet (Worksheet) - Use this tool to complete or strengthen the practical exercise for the module using fictional, de-identified, or generalized.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sustainability must be planned before launch.
Identify lifecycle costs and responsibilities for AI tools and workflows.
Develop sustainability criteria for moving from pilot to operational use.
Define sunset, pause, and retirement criteria for AI use cases.
Produce an AI lifecycle funding and sustainability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Responsible AI does not end at launch. AI tools require ongoing funding, staff time, monitoring, updates, vendor management, training, incident response, documentation, and eventual retirement. Sustainability planning ensures that AI-supported workflows do not become unfunded, unmonitored, or outdated after the initial pilot or grant period ends.
This module helps leaders plan for the full AI lifecycle. It focuses on funding models, ownership, maintenance, monitoring, contract renewal, retraining, policy updates, user support, accessibility updates, cybersecurity review, and sunset criteria. The module emphasizes that a tool should not be approved if the agency cannot reasonably sustain the safeguards needed for responsible use.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Many AI efforts begin as pilots, innovation projects, or grant-funded experiments. These projects may succeed technically but fail operationally if there is no plan for ongoing support. Public health agencies may be left with a tool that staff rely on but no budget for validation updates, vendor support, data integration maintenance, monitoring, or training new users.
Sustainability is also a risk-control issue. AI tools can become unsafe when they are not maintained. Data sources change, regulations change, staff roles change, vendor models change, and public expectations change. A sustainability plan helps the agency decide whether the tool should continue, be modified, be replaced, or be retired.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grant funds a two-year AI pilot to help identify likely duplicate records in a public health system. The pilot improves efficiency, but the grant does not cover long-term hosting, monitoring, system upgrades, training, or validation after data sources change. When funding ends, staff continue relying on the tool even though no one is assigned to review performance.
A sustainability plan would have addressed this before launch. It would define operational ownership, long-term funding, monitoring indicators, update cadence, user support, vendor responsibilities, and criteria for continuing or retiring the tool. It would also define a manual fallback process if the tool is paused.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AI lifecycle planning should begin during intake and business case review. Leaders should ask whether the use case is a short-term experiment, a time-limited emergency support tool, or a long-term operational capability. Each category has different funding and governance needs. A time-limited tool may need clear end dates and data deletion rules. An operational tool needs sustained staffing, budget, contracts, monitoring, and training.
Lifecycle costs include more than licenses. Agencies must consider integration maintenance, data pipeline monitoring, model evaluation, cybersecurity review, privacy review, accessibility updates, user support, vendor management, documentation, incident response, retraining or reconfiguration, and future procurement. These costs should be tied to ownership. If no role or budget owns a lifecycle function, the function may not happen.
Sunset and retirement criteria are essential. A tool may be retired if it no longer aligns with agency priorities, if benefits are not realized, if risks outweigh value, if vendor terms change, if performance deteriorates, if data sources are no longer reliable, or if a better shared service becomes available. Retirement should be planned so staff know how to transition without disrupting public health operations.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pilot dependency. Staff may begin relying on a tool that was never funded or governed for long-term use. A guardrail is to define pilot duration, scale limits, success criteria, and continuation requirements before launch.
Another risk is silent degradation. A tool may continue operating after data, policies, user behavior, or vendor models change. A guardrail is to require periodic lifecycle review and clear pause or sunset criteria.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sustainability requires prompt and source updates, user training, output review, and policy alignment. Predictive analytics sustainability requires drift monitoring, recalibration, subgroup review, and documentation. Agentic AI sustainability requires continued security review, permission management, incident drills, and rollback testing. Lifecycle funding should match the safeguards required by the AI type.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lifecycle funding and sustainability plan for one AI use case. Include costs, owners, funding sources, monitoring, update cadence, vendor management, training, fallback process, and sunset criteria.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Sustainability plan; lifecycle cost list; ownership map; continuation and sunset criteria; rollback or fallback plan.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Sustainability plan; lifecycle cost list; ownership map; continuation and sunset criteria; rollback or fallback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Sustainability and Lifecycle Funding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Responsible AI does not end at launch.</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tools require ongoing funding, staff time, monitoring, updates, vendor management,.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Sustainability planning ensures that AI-supported workflows do not become unfunded,.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advanced/leadership Primary track: Public Health Executive Leadership Track Appears in tracks: governance-security</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8: Develop a Funding Strategy - This lesson informs Play 8 by helping learners connect.</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33: Funding Strategy Checklists (Checklist) - Use this tool to complete or strengthen the.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35: AI Total Cost of Ownership and Sustainability Worksheet (Worksheet) - Use this tool.</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32: Vendor Evaluation Checklist (Checklist) - Use this tool to complete or strengthen the.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34: STLT AI Procurement and Vendor Addendum (Checklist) - Use this tool to complete or.</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Explain why AI sustainability must be planned before launch.</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lifecycle costs and responsibilities for AI tools and workflows.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Develop sustainability criteria for moving from pilot to operational use.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Explain why AI sustainability must be planned before launch.</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Define sunset, pause, and retirement criteria for AI use cases.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Produce an AI lifecycle funding and sustainability plan.</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Responsible AI does not end at launch.</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tools require ongoing funding, staff time, monitoring, updates, vendor management, training,.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Sustainability planning ensures that AI-supported workflows do not become unfunded,.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Responsible AI does not end at launch.</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Implementation path</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Implementation work should make dependencies, approvals, training, and sustainment visible before launch.</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does not replace legal, privacy, procurement, civil rights, records, or agency policy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Learners should confirm applicable requirements in their own jurisdiction and organization.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Many AI efforts begin as pilots, innovation projects, or grant-funded experiments.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These projects may succeed technically but fail operationally if there is no plan for ongoing.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may be left with a tool that staff rely on but no budget for validation.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Many AI efforts begin as pilots, innovation projects, or grant-funded experiments.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Implementation path</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Implementation work should make dependencies, approvals, training, and sustainment visible before launch.</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grant funds a two-year AI pilot to help identify likely duplicate records in a public health.</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pilot improves efficiency, but the grant does not cover long-term hosting, monitoring,.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When funding ends, staff continue relying on the tool even though no one is assigned to review.</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grant funds a two-year AI pilot to help identify likely duplicate records in a public health system.</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pilot improves efficiency, but the grant does not cover.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When funding ends, staff continue relying on the tool even though.</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sustainability plan would have addressed this before launch.</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lifecycle planning should begin during intake and business case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Leaders should ask whether the use case is a short-term experiment, a time-limited emergency.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Each category has different funding and governance needs.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lifecycle planning should begin during intake and business case review.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Leaders should ask whether the use case is a short-term.</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time-limited tool may need clear end dates and data deletion.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An operational tool needs sustained staffing, budget, contracts,.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One risk is pilot dependency.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Staff may begin relying on a tool that was never funded or governed for long-term use.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guardrail is to define pilot duration, scale limits, success criteria, and continuation.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One risk is pilot dependency.</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guardrail is to define pilot duration, scale limits, success.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Another risk is silent degradation.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tool may continue operating after data, policies, user behavior,.</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Generative AI sustainability requires prompt and source updates, user training, output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Predictive analytics sustainability requires drift monitoring, recalibration, subgroup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Agentic AI sustainability requires continued security review, permission management, incident.</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Generative AI sustainability requires prompt and source updates, user training, output review, and.</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sustainability requires prompt and source updates,.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Predictive analytics sustainability requires drift monitoring,.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Agentic AI sustainability requires continued security review,.</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Which current or proposed AI use case in your agency raises this leadership or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currently has authority to make decisions about this issue, and is that authority.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evidence would governance or leadership need before approving the use case?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current or proposed AI use case in your agency raises this.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currently has authority to make decisions about this issue,.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evidence would governance or leadership need before approving.</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Which staff, partners, or communities would be affected if this issue were handled poorly?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policy, process, or artifact should be created or updated after this module?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Which staff, partners, or communities would be affected if this issue were handled.</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staff, partners, or communities would be affected if this.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policy, process, or artifact should be created or updated.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 lifecycle funding and sustainability plan for one AI use case.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Include costs, owners, funding sources, monitoring, update cadence, vendor management,.</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 lifecycle funding and sustainability plan for one AI use case.</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lifecycle funding and sustainability plan for one AI use.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Include costs, owners, funding sources, monitoring, update.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Choose a real or realistic public health AI use case.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Document assumptions, unresolved questions, and which agency roles would need to review the.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exercise should produce a work product that could support governance review, leadership.</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Choose a real or realistic public health AI use case.</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Document assumptions, unresolved questions, and which agency roles.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exercise should produce a work product that could support.</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Sustainability plan; lifecycle cost list; ownership map; continuation and sunset criteria;.</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Sustainability plan; lifecycle cost list; ownership map; continuation and sunset criteria; rollback or.</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Sustainability plan; lifecycle cost list; ownership map;.</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Sustainability plan; lifecycle cost list; ownership map; continuation and sunset criteria;.</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Sustainability plan; lifecycle cost list; ownership map; continuation and sunset criteria; rollback or.</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Sustainability plan; lifecycle cost list; ownership map;.</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is the strongest reason this module topic belongs in AI leadership and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Which practice best supports accountable public health AI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When should an AI use case be escalated for leadership or governance review?</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is the strongest reason this module topic belongs in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 (AI RMF 1.0):.</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Privacy Framework</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 (AI RMF.</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Ethics and Governance of Artificial Intelligence for Health:.</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OMB Memorandum M-24-10 on federal AI governance, risk management, and innovation, where.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Agency strategic plans, procurement policies, privacy policies, cybersecurity policies, records.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OMB Memorandum M-24-10 on federal AI governance, risk management,.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Agency strategic plans, procurement policies, privacy policies,.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Sustainability and Lifecycle Funding</dc:title>
  <dc:subject>AI Sustainability and Lifecycle Funding learning module</dc:subject>
  <dc:creator>Paula Soper</dc:creator>
  <cp:lastModifiedBy>Paula Soper</cp:lastModifiedBy>
  <cp:revision>1</cp:revision>
  <dcterms:created xsi:type="dcterms:W3CDTF">2026-07-13T02:33:44Z</dcterms:created>
  <dcterms:modified xsi:type="dcterms:W3CDTF">2026-07-13T02:33:44Z</dcterms:modified>
</cp:coreProperties>
</file>