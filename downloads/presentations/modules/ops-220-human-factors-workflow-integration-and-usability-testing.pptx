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220 Human Factors, Workflow Integration, and Usability Testing
AI tools succeed or fail inside real public health workflows. Human factors and usability testing help agencies understand how staff actually use systems, where errors may occur, how cognitive load changes, and whether AI outputs support or distort decision-making. This module teaches learners to evaluate workflow fit, interface design, alert burden, documentation burden, and human review practices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operations-data-quality
AI tools succeed or fail inside real public health workflows. Human factors and usability testing help agencies understand how staff actually use systems, where errors may occur, how cognitive load changes, and whether AI outputs support or distort decision-making. This module teaches learners to evaluate workflow fit, interface design, alert burden, documentation burden, and human review practices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human factors, workflow integration, and usability testing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workflow usability test plan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tools succeed or fail inside real public health workflows. Human factors and usability testing help agencies understand how staff actually use systems, where errors may occur, how cognitive load changes, and whether AI outputs support or distort decision-making. This module teaches learners to evaluate workflow fit, interface design, alert burden, documentation burden, and human review practices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Human Factors, Workflow Integration, and Usability Testing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Human factors is the discipline of designing systems around human abilities, limits, environments, and tasks. In AI-supported public health work, human factors help agencies ensure that AI outputs are understandable, actionable, and reviewed appropriately.
Usability testing is structured observation of how users interact with a tool or workflow. It can reveal confusion, workarounds, over-trust, alert fatigue, documentation burden, or steps that are inconsistent with actual practice. Usability testing is a safety activity, not simply a design preference.
Cognitive load refers to the mental effort required to complete a task. AI can reduce burden by summarizing information, but it can also increase burden if staff must verify unclear outputs, interpret unexplained scores, or resolve conflicting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disease investigator may receive an AI-generated case summary in the surveillance system. If the summary hides uncertainty or makes unsupported claims look official, the investigator may over-trust it. If the summary is too long, poorly organized, or disconnected from source fields, it may not reduce burden. Usability testing would observe investigators using the summary and identify changes needed before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Workflow integration begins with current-state mapping. Agencies should document how work happens today, including informal workarounds, duplicate entry, handoffs, delays, and decision points. AI should be introduced only after the team understands which step is being improved and how the change affects users.
Future-state design should define how staff will see, review, correct, accept, reject, or escalate AI outputs. The user interface should make source information available, show uncertainty when appropriate, and avoid presenting AI outputs as final decisions. Good design supports human judgment rather than bypassing it.
Usability testing should include realistic users, realistic tasks, and realistic data. Testing should evaluate not only whether users can complete a task, but also whether they understand the AI output, recognize limitations, know when to escalate, and can document their final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workflow usability test plan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workflow usability test plan.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workflow usability test plan.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human factors, workflow integration, and usability testing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AHRQ human factors and usability resources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Human Factors, Workflow Integration, and Usability Testing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tools succeed or fail inside real public health workflows.</a:t>
            </a:r>
            <a:endParaRPr lang="en-US" sz="2100" dirty="0"/>
          </a:p>
          <a:p>
            <a:r>
              <a:rPr lang="en-US" sz="2100" dirty="0">
                <a:solidFill>
                  <a:srgbClr val="17364A"/>
                </a:solidFill>
                <a:latin typeface="Aptos" pitchFamily="34" charset="0"/>
                <a:ea typeface="Aptos" pitchFamily="34" charset="-122"/>
                <a:cs typeface="Aptos" pitchFamily="34" charset="-120"/>
              </a:rPr>
              <a:t>Human factors and usability testing help agencies understand how staff actually use systems, where errors may.</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to evaluate workflow fit, interface design, alert burden, documentation burden, and.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Operations and Data Quality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human factors, workflow integration, and usability testing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human factors, workflow integration, and usability testing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workflow usability test plan that can support readiness assessment, governance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workflow usability test plan that can support readiness assessment, governance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tools succeed or fail inside real public health workflows.</a:t>
            </a:r>
            <a:endParaRPr lang="en-US" sz="2100" dirty="0"/>
          </a:p>
          <a:p>
            <a:r>
              <a:rPr lang="en-US" sz="2100" dirty="0">
                <a:solidFill>
                  <a:srgbClr val="17364A"/>
                </a:solidFill>
                <a:latin typeface="Aptos" pitchFamily="34" charset="0"/>
                <a:ea typeface="Aptos" pitchFamily="34" charset="-122"/>
                <a:cs typeface="Aptos" pitchFamily="34" charset="-120"/>
              </a:rPr>
              <a:t>Human factors and usability testing help agencies understand how staff actually use systems, where.</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to evaluate workflow fit, interface design, alert burden,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tools succeed or fail inside real public health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Human Factors, Workflow Integration, and Usability Testing matters because AI systems are embedded in.</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Human Factors, Workflow Integration, and Usability Testing matters because AI systems are embedded in.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Human factors is the discipline of designing systems around human abilities, limits, environments, and.</a:t>
            </a:r>
            <a:endParaRPr lang="en-US" sz="2100" dirty="0"/>
          </a:p>
          <a:p>
            <a:r>
              <a:rPr lang="en-US" sz="2100" dirty="0">
                <a:solidFill>
                  <a:srgbClr val="17364A"/>
                </a:solidFill>
                <a:latin typeface="Aptos" pitchFamily="34" charset="0"/>
                <a:ea typeface="Aptos" pitchFamily="34" charset="-122"/>
                <a:cs typeface="Aptos" pitchFamily="34" charset="-120"/>
              </a:rPr>
              <a:t>In AI-supported public health work, human factors help agencies ensure that AI outputs are.</a:t>
            </a:r>
            <a:endParaRPr lang="en-US" sz="2100" dirty="0"/>
          </a:p>
          <a:p>
            <a:r>
              <a:rPr lang="en-US" sz="2100" dirty="0">
                <a:solidFill>
                  <a:srgbClr val="17364A"/>
                </a:solidFill>
                <a:latin typeface="Aptos" pitchFamily="34" charset="0"/>
                <a:ea typeface="Aptos" pitchFamily="34" charset="-122"/>
                <a:cs typeface="Aptos" pitchFamily="34" charset="-120"/>
              </a:rPr>
              <a:t>Usability testing is structured observation of how users interact with a tool or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Human factors is the discipline of designing systems around human abilities, limits, environments,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disease investigator may receive an AI-generated case summary in the surveillance system.</a:t>
            </a:r>
            <a:endParaRPr lang="en-US" sz="2100" dirty="0"/>
          </a:p>
          <a:p>
            <a:r>
              <a:rPr lang="en-US" sz="2100" dirty="0">
                <a:solidFill>
                  <a:srgbClr val="17364A"/>
                </a:solidFill>
                <a:latin typeface="Aptos" pitchFamily="34" charset="0"/>
                <a:ea typeface="Aptos" pitchFamily="34" charset="-122"/>
                <a:cs typeface="Aptos" pitchFamily="34" charset="-120"/>
              </a:rPr>
              <a:t>If the summary hides uncertainty or makes unsupported claims look official, the investigator may.</a:t>
            </a:r>
            <a:endParaRPr lang="en-US" sz="2100" dirty="0"/>
          </a:p>
          <a:p>
            <a:r>
              <a:rPr lang="en-US" sz="2100" dirty="0">
                <a:solidFill>
                  <a:srgbClr val="17364A"/>
                </a:solidFill>
                <a:latin typeface="Aptos" pitchFamily="34" charset="0"/>
                <a:ea typeface="Aptos" pitchFamily="34" charset="-122"/>
                <a:cs typeface="Aptos" pitchFamily="34" charset="-120"/>
              </a:rPr>
              <a:t>If the summary is too long, poorly organized, or disconnected from source fields, it may not reduce.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disease investigator may receive an AI-generated case summary in the surveillance system.</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Workflow integration begins with current-state mapping.</a:t>
            </a:r>
            <a:endParaRPr lang="en-US" sz="2100" dirty="0"/>
          </a:p>
          <a:p>
            <a:r>
              <a:rPr lang="en-US" sz="2100" dirty="0">
                <a:solidFill>
                  <a:srgbClr val="17364A"/>
                </a:solidFill>
                <a:latin typeface="Aptos" pitchFamily="34" charset="0"/>
                <a:ea typeface="Aptos" pitchFamily="34" charset="-122"/>
                <a:cs typeface="Aptos" pitchFamily="34" charset="-120"/>
              </a:rPr>
              <a:t>Agencies should document how work happens today, including informal workarounds, duplicate entry,.</a:t>
            </a:r>
            <a:endParaRPr lang="en-US" sz="2100" dirty="0"/>
          </a:p>
          <a:p>
            <a:r>
              <a:rPr lang="en-US" sz="2100" dirty="0">
                <a:solidFill>
                  <a:srgbClr val="17364A"/>
                </a:solidFill>
                <a:latin typeface="Aptos" pitchFamily="34" charset="0"/>
                <a:ea typeface="Aptos" pitchFamily="34" charset="-122"/>
                <a:cs typeface="Aptos" pitchFamily="34" charset="-120"/>
              </a:rPr>
              <a:t>AI should be introduced only after the team understands which step is being improved and how the change.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Workflow integration begins with current-state mapping.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workflow usability test plan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workflow usability test plan for one real or realistic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workflow usability test plan.</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workflow usability test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workflow usability test plan. It should be specific to a public.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workflow usability test plan. It should be specific to a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human factors, workflow integration, and usability testing before.</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human factors, workflow integration, and usability testing before.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AHRQ human factors and usability resources</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Human Factors, Workflow Integration, and Usability Testing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Factors, Workflow Integration, and Usability Testing</dc:title>
  <dc:subject>Human Factors, Workflow Integration, and Usability Testing learning module</dc:subject>
  <dc:creator>Paula Soper</dc:creator>
  <cp:lastModifiedBy>Paula Soper</cp:lastModifiedBy>
  <cp:revision>1</cp:revision>
  <dcterms:created xsi:type="dcterms:W3CDTF">2026-07-12T19:55:21Z</dcterms:created>
  <dcterms:modified xsi:type="dcterms:W3CDTF">2026-07-12T19:55:21Z</dcterms:modified>
</cp:coreProperties>
</file>