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 monitored.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requirements writing for ai procurement and implementation in.</a:t>
            </a:r>
            <a:endParaRPr lang="en-US" sz="1380" dirty="0"/>
          </a:p>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 requirements matrix that can support readiness assessment,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procurement requires stronger requirements than ordinary software purchasing because.</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to write requirements that can be evaluated, tested,.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Requirements Writing for AI Procurement and Implementation matters because AI systems are.</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2100" dirty="0"/>
          </a:p>
          <a:p>
            <a:r>
              <a:rPr lang="en-US" sz="2100" dirty="0">
                <a:solidFill>
                  <a:srgbClr val="17364A"/>
                </a:solidFill>
                <a:latin typeface="Aptos" pitchFamily="34" charset="0"/>
                <a:ea typeface="Aptos" pitchFamily="34" charset="-122"/>
                <a:cs typeface="Aptos" pitchFamily="34" charset="-120"/>
              </a:rPr>
              <a:t>AI requirements must cover functional capabilities, nonfunctional expectations, data handling,.</a:t>
            </a:r>
            <a:endParaRPr lang="en-US" sz="2100" dirty="0"/>
          </a:p>
          <a:p>
            <a:r>
              <a:rPr lang="en-US" sz="2100" dirty="0">
                <a:solidFill>
                  <a:srgbClr val="17364A"/>
                </a:solidFill>
                <a:latin typeface="Aptos" pitchFamily="34" charset="0"/>
                <a:ea typeface="Aptos" pitchFamily="34" charset="-122"/>
                <a:cs typeface="Aptos" pitchFamily="34" charset="-120"/>
              </a:rPr>
              <a:t>Functional requirements describe what the tool must do, such as summarize a case report, classify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requirements must cover functional capabilities, nonfunctional expectations, data.</a:t>
            </a:r>
            <a:endParaRPr lang="en-US" sz="1380" dirty="0"/>
          </a:p>
          <a:p>
            <a:r>
              <a:rPr lang="en-US" sz="1380" dirty="0">
                <a:solidFill>
                  <a:srgbClr val="17364A"/>
                </a:solidFill>
                <a:latin typeface="Aptos" pitchFamily="34" charset="0"/>
                <a:ea typeface="Aptos" pitchFamily="34" charset="-122"/>
                <a:cs typeface="Aptos" pitchFamily="34" charset="-120"/>
              </a:rPr>
              <a:t>Functional requirements describe what the tool must do, such as summarize a case report,.</a:t>
            </a:r>
            <a:endParaRPr lang="en-US" sz="1380" dirty="0"/>
          </a:p>
          <a:p>
            <a:r>
              <a:rPr lang="en-US" sz="1380" dirty="0">
                <a:solidFill>
                  <a:srgbClr val="17364A"/>
                </a:solidFill>
                <a:latin typeface="Aptos" pitchFamily="34" charset="0"/>
                <a:ea typeface="Aptos" pitchFamily="34" charset="-122"/>
                <a:cs typeface="Aptos" pitchFamily="34" charset="-120"/>
              </a:rPr>
              <a:t>Nonfunctional requirements describe how the tool must perform, such as uptime, response.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2100" dirty="0"/>
          </a:p>
          <a:p>
            <a:r>
              <a:rPr lang="en-US" sz="2100" dirty="0">
                <a:solidFill>
                  <a:srgbClr val="17364A"/>
                </a:solidFill>
                <a:latin typeface="Aptos" pitchFamily="34" charset="0"/>
                <a:ea typeface="Aptos" pitchFamily="34" charset="-122"/>
                <a:cs typeface="Aptos" pitchFamily="34" charset="-120"/>
              </a:rPr>
              <a:t>These requirements make vendor claims testable and enforceable.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state health agency procuring an AI-supported case triage tool should require.</a:t>
            </a:r>
            <a:endParaRPr lang="en-US" sz="1380" dirty="0"/>
          </a:p>
          <a:p>
            <a:r>
              <a:rPr lang="en-US" sz="1380" dirty="0">
                <a:solidFill>
                  <a:srgbClr val="17364A"/>
                </a:solidFill>
                <a:latin typeface="Aptos" pitchFamily="34" charset="0"/>
                <a:ea typeface="Aptos" pitchFamily="34" charset="-122"/>
                <a:cs typeface="Aptos" pitchFamily="34" charset="-120"/>
              </a:rPr>
              <a:t>These requirements make vendor claims testable and enforceable.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Strong AI requirements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The agency should state the specific workflow, users, data sources, outputs, and decisions the system.</a:t>
            </a:r>
            <a:endParaRPr lang="en-US" sz="2100" dirty="0"/>
          </a:p>
          <a:p>
            <a:r>
              <a:rPr lang="en-US" sz="2100" dirty="0">
                <a:solidFill>
                  <a:srgbClr val="17364A"/>
                </a:solidFill>
                <a:latin typeface="Aptos" pitchFamily="34" charset="0"/>
                <a:ea typeface="Aptos" pitchFamily="34" charset="-122"/>
                <a:cs typeface="Aptos" pitchFamily="34" charset="-120"/>
              </a:rPr>
              <a:t>It should also state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Strong AI requirements begin with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agency should state the specific workflow, users, data sources, outputs, and decisions.</a:t>
            </a:r>
            <a:endParaRPr lang="en-US" sz="1380" dirty="0"/>
          </a:p>
          <a:p>
            <a:r>
              <a:rPr lang="en-US" sz="1380" dirty="0">
                <a:solidFill>
                  <a:srgbClr val="17364A"/>
                </a:solidFill>
                <a:latin typeface="Aptos" pitchFamily="34" charset="0"/>
                <a:ea typeface="Aptos" pitchFamily="34" charset="-122"/>
                <a:cs typeface="Aptos" pitchFamily="34" charset="-120"/>
              </a:rPr>
              <a:t>This prevents scope creep and reduces the chance that a tool will be used for decisions it.</a:t>
            </a:r>
            <a:endParaRPr lang="en-US" sz="1380" dirty="0"/>
          </a:p>
          <a:p>
            <a:r>
              <a:rPr lang="en-US" sz="1380" dirty="0">
                <a:solidFill>
                  <a:srgbClr val="17364A"/>
                </a:solidFill>
                <a:latin typeface="Aptos" pitchFamily="34" charset="0"/>
                <a:ea typeface="Aptos" pitchFamily="34" charset="-122"/>
                <a:cs typeface="Aptos" pitchFamily="34" charset="-120"/>
              </a:rPr>
              <a:t>Data requirements should specify allowed data sources, minimum necessary fields,.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requirements matrix.</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requirements matrix.</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requirements writing for ai procurement and.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 and agency procurement templates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2026-07-13T02:11:44Z</dcterms:created>
  <dcterms:modified xsi:type="dcterms:W3CDTF">2026-07-13T02:11:44Z</dcterms:modified>
</cp:coreProperties>
</file>