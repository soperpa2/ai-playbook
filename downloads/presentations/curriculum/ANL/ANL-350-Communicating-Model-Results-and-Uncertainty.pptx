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Communicating Model Results and Uncertainty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model results in plain language for nontechnical audiences.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uncertainty, variability, error, bias, and data limitations.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when model results should include confidence intervals, prediction intervals, caveats, or subgroup findings.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overclaiming, causal overreach, and false precision in AI communications.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model communication brief for a public health decision-maker.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Model communication brief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anl-350-communicating-model-results-and-uncertainty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outputs can influence urgent decisions.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forecast may affect staffing, a risk score may affect outreach, and a hotspot map may affect deployment of field teams.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uncertainty is not explained clearly, decision-makers may treat estimates as facts or ignore important limitations.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communication must balance clarity and caution.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technical detail can obscure the message, but too little detail can hide uncertainty.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Uncertainty: The degree to which an estimate, prediction, or conclusion may be imprecise or incomplete.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interval: A range that estimates where a future observation may fall.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interval: A range that expresses uncertainty around an estimated parameter.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Calibration: How closely predicted probabilities match observed outcomes.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Caveat: A clear statement of limitation, condition, or caution.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epidemiology team uses a time-series model to forecast emergency department visits for respiratory illness.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forecast shows a possible increase over the next two weeks, but the prediction interval is wide because reporting patterns changed after a…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communication brief would state that visits may rise, explain the uncertainty, identify possible reasons for reduced confidence,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brief should not say that the model proves an outbreak is occurring.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can help draft summaries of model findings, but the draft must be checked by analysts who understand the model.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analytics, outbreak forecasts, risk stratification tools, and geospatial models all require communication practices that preserve…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systems used for briefings should cite source reports and validation evidence.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communication begins with the decision context.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model output may be communicated differently to a technical team, health officer, program manager, community partner, or public…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users may need details about metrics and data limitations, while executives may need decision implications, confidence, and…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should be explained visually and verbally.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lines, ranges, maps, and risk categories can help, but they can also imply precision that the model does not have.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should avoid unsupported certainty.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major failure mode is false precision.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may produce a number such as 82.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percent risk, but the data and validation may not support that level of exactness.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use appropriate rounding, risk categories, and uncertainty statements.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hiding limitations to make results look more actionable.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one-page model communication brief.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decision question, model result, uncertainty, validation status, limitations, subgroup considerations, recommended use, prohibited…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communication brief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uncertainty statement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Subgroup caveat if relevant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sign-off note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communicate uncertainty with model results?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350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350: Communicating Model Results and Uncertainty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