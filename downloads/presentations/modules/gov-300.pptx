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GOV 300 AI Security, Prompt Injection, and Data Leakage
AI security focuses on protecting AI systems, integrations, prompts, outputs, data, users, and connected tools from misuse, unauthorized access, manipulation, and exposure. Public health agencies handle sensitive health, demographic, legal, operational, and community information. AI security is therefore a core public health safeguard, not only an IT responsibility. This module introduces security risks that are especially relevant to generative AI, RAG systems, and agentic workflows. These risks include prompt injection, sensitive information disclosure, insecure output handling, excessive agency, insecure plugins, supply chain vulnerabilities, data poisoning, and credential exposure. Learners will connect these risks to practical public health workflows. By the end of the module, learners should be able to identify AI security risks, ask stronger vendor and implementation questions, and create a secure AI use checklist for a public health workflow.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intermediate/practitioner
Primary track: Governance and Security Track
Appears in tracks: analytics-modeling
AI security focuses on protecting AI systems, integrations, prompts, outputs, data, users, and connected tools from misuse, unauthorized access, manipulation, and exposure. Public health agencies handle sensitive health, demographic, legal, operational, and community information. AI security is therefore a core public health safeguard, not only an IT responsibility. This module introduces security risks that are especially relevant to generative AI, RAG systems, and agentic workflows. These risks include prompt injection, sensitive information disclosure, insecure output handling, excessive agency, insecure plugins, supply chain vulnerabilities, data poisoning, and credential exposure. Learners will connect these risks to practical public health workflows. By the end of the module, learners should be able to identify AI security risks, ask stronger vendor and implementation questions, and create a secure AI use checklist for a public health workflow.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1: Vision &amp; Guardrails - This lesson informs Play 1 by helping learners connect the lesson topic to vision &amp; guardrails work in the AI Playbook sequence.
Play 7: Prioritize Use Cases - This lesson informs Play 7 by helping learners connect the lesson topic to prioritize use cases work in the AI Playbook sequence.
Play 8: Develop a Funding Strategy - This lesson informs Play 8 by helping learners connect the lesson topic to develop a funding strategy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32: Vendor Evaluation Checklist (Checklist) - Use this tool to complete or strengthen the practical exercise for the module using fictional, de-identified, or generalized.
Tool 34: STLT AI Procurement and Vendor Addendum (Checklist) - Use this tool to complete or strengthen the practical exercise for the module using fictional, de-identified, or generalized.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Define AI security in public health operational terms.
Identify prompt injection, data leakage, sensitive information disclosure, insecure output handling, excessive agency, and supply chain risks.
Explain why RAG, plugins, APIs, and agentic workflows increase the need for security controls.
Apply least privilege, approved-tool use, access controls, logging, testing, and incident response to AI workflows.
Develop security questions for AI procurement, implementation, and monitoring.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Produce a secure AI workflow checklist.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AI security focuses on protecting AI systems, integrations, prompts, outputs, data, users, and connected tools from misuse, unauthorized access, manipulation, and exposure. Public health agencies handle sensitive health, demographic, legal, operational, and community information. AI security is therefore a core public health safeguard, not only an IT responsibility.
This module introduces security risks that are especially relevant to generative AI, RAG systems, and agentic workflows. These risks include prompt injection, sensitive information disclosure, insecure output handling, excessive agency, insecure plugins, supply chain vulnerabilities, data poisoning, and credential exposure. Learners will connect these risks to practical public health workflows.
By the end of the module, learners should be able to identify AI security risks, ask stronger vendor and implementation questions, and create a secure AI use checklist for a public health workflow.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module provides national-level training guidance for public health agencies and partners. It is not legal advice and does not replace review by agency legal counsel, privacy officers, procurement officials, civil rights staff, records officers, or other authorized decision-makers. Requirements may vary by state, locality, territory, Tribe, agency, funding source, data-sharing agreement, emergency authority, and organizational policy. Learners should use this module to identify the issues that require review and should confirm applicable requirements before approving, procuring, deploying, or publicly communicating about AI-supported work.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AI security matters because public health AI tools may process sensitive records, internal protocols, draft communications, credentials, contracts, emergency plans, and partner information. The risks increase when AI tools are connected to email, calendars, case systems, data warehouses, document repositories, APIs, or messaging platforms. A security weakness can become a privacy breach, operational disruption, public trust problem, or legal issue.
Prompt injection is particularly important for public health because staff may ask AI tools to process external documents, emails, web pages, public comments, complaints, or uploaded files. Those materials may contain instructions designed to manipulate the AI system. If the AI tool has access to sensitive data or actions, prompt injection can become a pathway to data exposure or unauthorized activity.
Security controls should be built into governance and procurement. Agencies should require information about data handling, retention, encryption, access controls, audit logs, model training use, third-party services, incident notification, vulnerability management, and secure configuration. Security review should happen before deployment and continue after launch.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public health program may use an AI assistant to summarize uploaded partner reports. One report could contain hidden or visible instructions telling the AI to ignore prior rules and reveal confidential information. If the assistant treats the report content as instructions rather than data, it may produce unsafe outputs or attempt unauthorized actions.
A secure workflow would use an approved tool, restrict the assistant’s access, treat uploaded content as untrusted, disable unnecessary tool actions, log activity, and require human review before any output is shared. Staff should be trained to recognize suspicious instructions embedded in documents or outputs.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AI security begins with use-case classification. A low-risk training exercise using public documents requires different controls than a tool connected to case records or document repositories. Agencies should classify AI uses by data sensitivity, system access, autonomy, public-facing impact, and consequence of error.
Access control is central. AI tools should not have broad access to systems simply because broad access is convenient. Each integration should specify what the tool can read, write, update, send, or delete. Read-only access is safer than write access, but read-only access can still expose sensitive information if permissions are weak.
Prompt injection defenses should include system-level protections, content handling, tool restrictions, and user training. External content should be treated as data, not instruction. Tools should not follow directions found inside documents, emails, or web pages unless those directions come from an authorized user in the correct workflow. Agentic systems should require additional approval before taking consequential actions.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Output handling matters because AI outputs may be copied into reports, emails, code, dashboards, or scripts. Insecure output handling can lead to misinformation, broken code, malicious links, or inappropriate disclosure. Outputs should be validated before downstream use, especially when they affect systems, public communications, or records.
Incident response should include AI-specific triggers. Examples include unauthorized data exposure, unexpected tool use, prompt injection attempt, repeated unsafe output, model misuse, credential exposure, or vendor security incident. Logs should support investigation of prompts, inputs, retrieved sources, outputs, tool calls, users, and actions.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Prompt injection. Untrusted content may override instructions. Guardrails include treating external content as data, restricting tools, and testing with adversarial examples.
Sensitive information disclosure. AI may reveal information outside user permissions. Guardrails include access controls, data minimization, redaction, and audit logs.
Excessive agency. Tools may have more capability than needed. Guardrails include least privilege, approval gates, and prohibited-action lists.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Supply chain risk. AI tools may depend on vendors, plugins, models, or libraries with vulnerabilities. Guardrails include vendor review, security documentation, patching, and contract requirements.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AI security applies to generative AI, RAG, NLP, APIs, and agentic workflows. RAG systems need document-level permissions and protections against unauthorized retrieval. Agentic systems need tool restrictions and action approval. Prompt templates should include data boundaries, and technical implementations should enforce those boundaries rather than relying on user behavior alone.
Security should be designed as part of the workflow. Public health users should know which tools are approved, what data may be used, what outputs require review, and how to report suspicious or unsafe behavior.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sensitive data or systems would the AI workflow touch?
Could the AI tool access more information or actions than necessary?
What untrusted content might the tool process?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How will prompt injection attempts or unsafe outputs be detected?
What logs and incident response steps are required?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secure AI workflow checklist for one public health use case. Include data sensitivity, approved tools, access controls, least-privilege review, prompt injection risk, output handling, logging, vendor security questions, incident triggers, and escalation process.
The checklist should identify which controls must be in place before pilot testing and which controls must be monitored after launch.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Secure AI workflow checklist
Vendor and implementation security questions
Prompt injection risk notes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AI incident trigger and escalation plan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Secure AI workflow checklist
Vendor and implementation security questions
Prompt injection risk notes
AI incident trigger and escalation plan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prompt injection?
2. What does least privilege mean?
3. Why does agentic AI increase security risk?
4. Which control helps investigate AI-related incidents?
5. What is strong completion evidence for this module?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OWASP Top 10 for Large Language Model Applications: https://owasp.org/www-project-top-10-for-large-language-model-applications/
NIST Artificial Intelligence Risk Management Framework: https://www.nist.gov/itl/ai-risk-management-framework
NIST AI RMF Generative AI Profile: https://www.nist.gov/publications/artificial-intelligence-risk-management-framework-generative-artificial-intelligence
NIST Privacy Framework: https://www.nist.gov/privacy-framework
Agency cybersecurity, identity/access management, privacy, procurement, and incident response policies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GOV 300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AI Security, Prompt Injection, and Data Leakage</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Security, Prompt Injection, and Data Leakage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AI security focuses on protecting AI systems, integrations, prompts,.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Public health agencies handle sensitive health, demographic, legal,.</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AI security is therefore a core public health safeguard, not only an IT.</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45336"/>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Module details</a:t>
            </a:r>
            <a:endParaRPr lang="en-US" sz="1220" dirty="0"/>
          </a:p>
        </p:txBody>
      </p:sp>
      <p:sp>
        <p:nvSpPr>
          <p:cNvPr id="12" name="Text 10"/>
          <p:cNvSpPr/>
          <p:nvPr/>
        </p:nvSpPr>
        <p:spPr>
          <a:xfrm>
            <a:off x="8074152" y="1856232"/>
            <a:ext cx="2825496" cy="140817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Level: intermediate/practitioner Primary track: Governance and Security Track.</a:t>
            </a:r>
            <a:endParaRPr lang="en-US" sz="122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03904"/>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Learning sequence</a:t>
            </a:r>
            <a:endParaRPr lang="en-US" sz="1220" dirty="0"/>
          </a:p>
        </p:txBody>
      </p:sp>
      <p:sp>
        <p:nvSpPr>
          <p:cNvPr id="15" name="Text 13"/>
          <p:cNvSpPr/>
          <p:nvPr/>
        </p:nvSpPr>
        <p:spPr>
          <a:xfrm>
            <a:off x="8092440" y="4133088"/>
            <a:ext cx="2770632" cy="112471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Read the module for shared vocabulary and context.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Complete the practical exercise to apply the.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Use the notes and references for deeper review.</a:t>
            </a:r>
            <a:endParaRPr lang="en-US" sz="114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Security, Prompt Injection, and Data Leakage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900" dirty="0">
                <a:solidFill>
                  <a:srgbClr val="003A63"/>
                </a:solidFill>
                <a:latin typeface="Aptos" pitchFamily="34" charset="0"/>
                <a:ea typeface="Aptos" pitchFamily="34" charset="-122"/>
                <a:cs typeface="Aptos" pitchFamily="34" charset="-120"/>
              </a:rPr>
              <a:t>• Play 11: Build and Deploy AI Solutions - This lesson informs Play 11 by.</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 Vision &amp; Guardrails - This lesson informs Play 1 by helping learners.</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7: Prioritize Use Cases - This lesson informs Play 7 by helping.</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8: Develop a Funding Strategy - This lesson informs Play 8 by helping.</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the lesson</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related plays to identify decisions, participants, timing, approvals,.</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play links to</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Locate the decision point in the playbook sequence.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Identify who should participate in the work.</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Document the review, approval, or implementation.</a:t>
            </a:r>
            <a:endParaRPr lang="en-US" sz="114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Security, Prompt Injection, and Data Leakage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850" dirty="0">
                <a:solidFill>
                  <a:srgbClr val="003A63"/>
                </a:solidFill>
                <a:latin typeface="Aptos" pitchFamily="34" charset="0"/>
                <a:ea typeface="Aptos" pitchFamily="34" charset="-122"/>
                <a:cs typeface="Aptos" pitchFamily="34" charset="-120"/>
              </a:rPr>
              <a:t>• Tool 32: Vendor Evaluation Checklist (Checklist) - Use this tool to complete.</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34: STLT AI Procurement and Vendor Addendum (Checklist) - Use this tool.</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4: AI Policy Landscape Scan (Worksheet) - Use AI Policy Landscape Scan.</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5: AI Environmental and Resource Impact Review (Checklist) - Use AI.</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tools</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linked tools when your department needs a structured worksheet, template,.</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Tool selection cues</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Use a tool when no comparable local process exists.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Adapt existing department templates when they.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Save the completed artifact as evidence of the.</a:t>
            </a:r>
            <a:endParaRPr lang="en-US" sz="114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Security, Prompt Injection, and Data Leakage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Define AI security in public health operational terms.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Identify prompt injection, data leakage, sensitive information disclosure,.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Explain why RAG, plugins, APIs, and agentic workflows increase the need for.</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Define AI security in public health operational terms.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Identify prompt injection, data leakage, sensitive.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Apply least privilege, approved-tool use, access.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Develop security questions for AI procurement,.</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Security, Prompt Injection, and Data Leakage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Produce a secure AI workflow checklist.</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Produce a secure AI workflow checklist.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Produce a secure AI workflow checklist.</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Security, Prompt Injection, and Data Leakage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AI security focuses on protecting AI systems, integrations, prompts,.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Public health agencies handle sensitive health, demographic, legal,.</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AI security is therefore a core public health safeguard, not only an IT.</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 security focuses on protecting AI systems, integrations, prompts, outputs,.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Risk control loop</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Identify</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Control</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Monitor</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Responsible use depends on finding risks early, applying safeguards,.</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Security, Prompt Injection, and Data Leakage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This module provides national-level training guidance for public health.</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It is not legal advice and does not replace review by agency legal counsel,.</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Requirements may vary by state, locality, territory, Tribe, agency, funding.</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This module provides national-level training guidance for public health agencies.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Governance pathway</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Submit</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Oversee</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A proposed AI use should move through documented review before it.</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Security, Prompt Injection, and Data Leakage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AI security matters because public health AI tools may process sensitive.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risks increase when AI tools are connected to email, calendars, case.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 security weakness can become a privacy breach, operational disruption,.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 security matters because public health AI tools may process sensitive.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Risk control loop</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Identify</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Control</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Monitor</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Responsible use depends on finding risks early, applying safeguards,.</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Security, Prompt Injection, and Data Leakage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 public health program may use an AI assistant to summarize uploaded.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One report could contain hidden or visible instructions telling the AI to.</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If the assistant treats the report content as instructions rather than data,.</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public health program may use an AI assistant to summarize uploaded partner.</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One report could contain hidden or visible.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If the assistant treats the report content as.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 secure workflow would use an approved tool,.</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Security, Prompt Injection, and Data Leakage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Deep Dive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AI security begins with use-case classification.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 low-risk training exercise using public documents requires different.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Agencies should classify AI uses by data sensitivity, system access,.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 security begins with use-case classification.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 low-risk training exercise using public.</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Agencies should classify AI uses by data.</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Access control is central.</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Security, Prompt Injection, and Data Leakage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Deep Dive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Output handling matters because AI outputs may be copied into reports,.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Insecure output handling can lead to misinformation, broken code, malicious.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Outputs should be validated before downstream use, especially when they.</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Output handling matters because AI outputs may be copied into reports, emails,.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Output handling matters because AI outputs may be.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Insecure output handling can lead to.</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Outputs should be validated before downstream use,.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Security, Prompt Injection, and Data Leakage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Prompt injection.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Untrusted content may override instructions.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Guardrails include treating external content as data, restricting tools, and.</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Prompt injection.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Guardrails include treating external content as.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Sensitive information disclosure.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AI may reveal information outside user permissions.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Security, Prompt Injection, and Data Leakage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Supply chain risk.</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AI tools may depend on vendors, plugins, models, or libraries with.</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Guardrails include vendor review, security documentation, patching, and.</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Supply chain risk.</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Supply chain risk.</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AI tools may depend on vendors, plugins, models,.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Guardrails include vendor review, security.</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Security, Prompt Injection, and Data Leakage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AI security applies to generative AI, RAG, NLP, APIs, and agentic workflows.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RAG systems need document-level permissions and protections against.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Agentic systems need tool restrictions and action approval.</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 security applies to generative AI, RAG, NLP, APIs, and agentic workflows.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Prompt templates should include data boundaries,.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Security should be designed as part of the workflow.</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Public health users should know which tools are.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Security, Prompt Injection, and Data Leakage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What sensitive data or systems would the AI workflow touch?</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Could the AI tool access more information or actions than necessary?</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What untrusted content might the tool process?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sensitive data or systems would the AI workflow touch?</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What sensitive data or systems would the AI.</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Could the AI tool access more information or.</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What untrusted content might the tool process?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Security, Prompt Injection, and Data Leakage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How will prompt injection attempts or unsafe outputs be detected?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What logs and incident response steps are required?</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How will prompt injection attempts or unsafe outputs be detected?</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How will prompt injection attempts or unsafe.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What logs and incident response steps are required?</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Security, Prompt Injection, and Data Leakage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Create a secure AI workflow checklist for one public health use case.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Include data sensitivity, approved tools, access controls, least-privilege.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checklist should identify which controls must be in place before pilot.</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Create a secure AI workflow checklist for one public health use case.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Include data sensitivity, approved tools, access.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checklist should identify which controls must.</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Security, Prompt Injection, and Data Leakage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Secure AI workflow checklist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Vendor and implementation security questions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Prompt injection risk notes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Secure AI workflow checklist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Secure AI workflow checklist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Vendor and implementation security questions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Prompt injection risk notes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Security, Prompt Injection, and Data Leakage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AI incident trigger and escalation plan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 incident trigger and escalation plan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AI incident trigger and escalation plan</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Security, Prompt Injection, and Data Leakage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Secure AI workflow checklist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Vendor and implementation security questions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Prompt injection risk notes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Secure AI workflow checklist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Secure AI workflow checklist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Vendor and implementation security questions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Prompt injection risk notes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Security, Prompt Injection, and Data Leakage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1. What is prompt injection?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2. What does least privilege mean?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3. Why does agentic AI increase security risk?</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is prompt injection?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What is prompt injection?</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Security, Prompt Injection, and Data Leakage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OWASP Top 10 for Large Language Model Applications:.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NIST Artificial Intelligence Risk Management Framework:.</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NIST AI RMF Generative AI Profile:.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OWASP Top 10 for Large Language Model Applications:.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NIST Artificial Intelligence Risk Management.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NIST Privacy Framework:.</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Agency cybersecurity, identity/access management,.</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Security, Prompt Injection, and Data Leakage</dc:title>
  <dc:subject>AI Security, Prompt Injection, and Data Leakage learning module</dc:subject>
  <dc:creator>Paula Soper</dc:creator>
  <cp:lastModifiedBy>Paula Soper</cp:lastModifiedBy>
  <cp:revision>1</cp:revision>
  <dcterms:created xsi:type="dcterms:W3CDTF">2026-07-13T03:27:53Z</dcterms:created>
  <dcterms:modified xsi:type="dcterms:W3CDTF">2026-07-13T03:27:53Z</dcterms:modified>
</cp:coreProperties>
</file>