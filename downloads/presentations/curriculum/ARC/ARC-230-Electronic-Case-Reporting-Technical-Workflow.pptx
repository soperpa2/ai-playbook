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B"/>
          </a:solidFill>
          <a:ln w="12700">
            <a:solidFill>
              <a:srgbClr val="F1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56032"/>
            <a:ext cx="320040" cy="6601968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60120"/>
            <a:ext cx="1463040" cy="329184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230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996696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Electronic Case Reporting Technical Workflow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13232" y="3017520"/>
            <a:ext cx="78638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4160520"/>
            <a:ext cx="9875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70248"/>
            <a:ext cx="9601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level: applied/foundational  •  Prepared for Codex pairing with module JSON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61996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667512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 the basic eCR workflow from EHR trigger to public health action.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the roles of eICR, Reportability Response, eRSD, and RCTC.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eCR data quality, routing, and onboarding issues that can affect AI use.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 where AI may support eCR workflows and where human review remains required.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 an AI-readiness review for an eCR workflow.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35240" y="160020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1709928"/>
            <a:ext cx="356616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expectation: eCR workflow map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35240" y="374904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3858768"/>
            <a:ext cx="35661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track: Technical Architecture Track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key: arc-230-electronic-case-reporting-technical-workflow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230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 for Public Health AI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206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eCR matters for AI because it brings structured, timely, clinically relevant information into public health workflows.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can reduce manual reporting burden and improve the speed of public health awareness.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However, eCR is not simply a data feed.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includes trigger logic, routing, standards, jurisdictional rules, provider workflows, public health system intake, and case investigation…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may support eCR by summarizing incoming reports, identifying missing information, prioritizing work queues, flagging possible duplicates, or…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5715000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824728"/>
            <a:ext cx="104241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Instructional focus: connect the technical idea to public health purpose, workflow risk, equity, accountability, and operational decision-making.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230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Concepts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terms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Electronic case reporting: Electronic case reporting is the automated exchange of case report information from healthcare to public…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eICR: The electronic initial case report is the structured report sent from healthcare to public health. It may…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learners should apply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Reportability Response: A Reportability Response communicates information back to the reporting system or provider, such as whether…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eRSD and RCTC: Electronic Reporting and Surveillance Distribution supports the distribution of reporting criteria and…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230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Health Application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workflow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jurisdiction may receive eICRs for a reportable condition and want AI to create an investigator-facing summary.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tool could highlight the suspected condition, key dates, lab evidence, symptoms, provider details, pregnancy status, missing fields, and…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could reduce staff burden, but only if users can inspect the source data and correct errors.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Another jurisdiction may want to use AI to triage incoming eICRs by urgency.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AI-supported use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Generative AI may summarize eICR content, but summaries should display source evidence and uncertainty.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Predictive models may support prioritization, but only after validation against public health outcomes and review workflows.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may provide disease-specific guidance to investigators, but document sources must be current and authoritative.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AI could create follow-up tasks, but task creation should be constrained and auditable.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230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and Operational Deep Dive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663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eCR workflow begins before a report reaches public health.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EHR systems use trigger criteria and value sets to identify encounters that may need reporting.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eICR is generated and transmitted through an exchange process to the appropriate public health jurisdiction.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systems then receive, parse, route, review, and incorporate the information into surveillance workflows.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readiness depends on several technical questions.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Staff need to know which eICR sections are available, how data are mapped into the surveillance system, whether narrative text is…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230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Risks, Failure Modes, and Guardrails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7315200" cy="4297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Incorrect trigger assumptions.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trigger value sets or reporting criteria are outdated, the workflow may generate missing or inappropriate reports.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Guardrails include current eRSD/RCTC management, onboarding checks, and periodic review.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Unsupported summaries.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Generative AI summaries may include statements not supported by the eICR.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0" y="1645920"/>
            <a:ext cx="28346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49640" y="1755648"/>
            <a:ext cx="256032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 pattern: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Name the risk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Define the review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Assign an owner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Monitor after launch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230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Exercise and Resources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5120640" cy="2011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an AI-readiness review for one eCR workflow.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 the current workflow, identify data elements required for review, describe common data quality gaps, define the AI-supported task under…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65760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evidence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512064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eCR workflow map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AI-readiness checklist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scenarios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review and escalation plan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 and resources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1737360"/>
            <a:ext cx="4754880" cy="2834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CDC Electronic Case Reporting resources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AIMS eCR triggering documentation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HL7 eCR FHIR Implementation Guide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Jurisdictional eCR onboarding and surveillance documentation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4983480"/>
            <a:ext cx="4754880" cy="658368"/>
          </a:xfrm>
          <a:prstGeom prst="roundRect">
            <a:avLst>
              <a:gd name="adj" fmla="val 11111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5093208"/>
            <a:ext cx="448056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note: confirm applicable legal, privacy, procurement, civil rights, records, and agency requirements before implementation.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230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Check Preview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515600" cy="3383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What is eCR?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What is an eICR?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What do eRSD and RCTC support?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Which AI-supported eCR use requires particularly careful validation?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What should be documented before using AI in an eCR workflow?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516636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76088"/>
            <a:ext cx="102412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learner-facing slides, hide correct answers. For facilitator notes or template ingestion, use the JSON source as the authoritative answer key.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230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PHI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 230: Electronic Case Reporting Technical Workflow</dc:title>
  <dc:subject>Public Health AI Curriculum</dc:subject>
  <dc:creator>AI Playbook and Toolkit for Public Health Departments</dc:creator>
  <cp:lastModifiedBy>AI Playbook and Toolkit for Public Health Departments</cp:lastModifiedBy>
  <cp:revision>1</cp:revision>
  <dcterms:created xsi:type="dcterms:W3CDTF">2026-07-09T22:50:09Z</dcterms:created>
  <dcterms:modified xsi:type="dcterms:W3CDTF">2026-07-09T22:50:09Z</dcterms:modified>
</cp:coreProperties>
</file>