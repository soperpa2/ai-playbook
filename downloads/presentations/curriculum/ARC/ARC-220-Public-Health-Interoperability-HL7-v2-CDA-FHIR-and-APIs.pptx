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Interoperability: HL7 v2, CDA, FHIR, and APIs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interoperability is a technical foundation for public health AI.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among HL7 v2 messages, CDA documents, FHIR resources, and APIs.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where interoperability standards appear in public health workflows.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implementation guides and terminology standards.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interoperability requirements and vendor questions for AI-supported workflows.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Interoperability checklist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Technical Architecture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arc-220-public-health-interoperability-hl7-v2-cda-fhir-and-apis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220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Interoperability matters because AI tools cannot safely use data they cannot access, parse, or interpret.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agency may receive data from hundreds or thousands of healthcare and laboratory partners.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consistent standards, data exchange becomes a patchwork of custom interfaces, manual uploads, local workarounds, and incomplete fields.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tools built on top of that environment may appear sophisticated while depending on fragile inputs.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Standards also affect equity and efficiency.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220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HL7 v2: HL7 v2 is a widely used message-based standard in healthcare and public health. It is common in laboratory…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CDA: Clinical Document Architecture is a document-based standard used to represent structured clinical documents.…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FHIR: FHIR, or Fast Healthcare Interoperability Resources, represents health information as modular resources and…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API: An API allows one system to request data or services from another system. In AI workflows, APIs may support…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guide: An implementation guide specifies how a standard should be used for a particular purpose. Public health…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220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immunization information system may receive HL7 v2 VXU messages from providers and pharmacies.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an AI tool is used to identify vaccination gaps or generate reminder lists, it depends on correctly parsed vaccine codes, patient matching,…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Interoperability failures can look like epidemiologic gaps even when the problem is actually message quality.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agency exploring AI-supported case summaries from EHR data may need to understand whether the data arrive as CDA documents,…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may summarize structured and narrative data received through interoperable exchange, but it must preserve source traceability.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analytics may depend on standardized fields and terminology, so interoperability gaps can affect model validity.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tools may retrieve implementation guides or agency protocols, but document governance is needed to avoid stale guidance.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may use APIs to take actions, making permissions, audit logs, and write-back controls essential.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220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Interoperability review starts by identifying the sending system, receiving system, exchange standard, data elements, and intended use.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should ask whether the workflow uses messages, documents, resources, files, or manual entry.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should also identify required terminology systems, such as LOINC, SNOMED CT, CVX, ICD-10-CM, UCUM, or local codes.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is a central part of interoperability.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message or API response may be syntactically valid but still not fit for a public health use case.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example, a lab result may include a test code but not the specimen source, or an immunization message may include a vaccine code but…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220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standards claims.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Vendors may claim standards support without demonstrating required profiles, data elements, or workflows.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include conformance testing, test messages, implementation guide references, and acceptance criteria.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workarounds.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interoperability can lead to copying and pasting sensitive data into AI tools.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220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interoperability review checklist for one proposed AI-supported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sending and receiving systems, exchange standard, required data elements, terminology standards, validation tests, error handling,…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at least one test scenario that would show whether the exchange supports the public health use case.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Interoperability checklist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exchange diagram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questions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scenario and acceptance criteria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HL7 FHIR resources and implementation guides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HL7 US Core Implementation Guide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USCDI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implementation guides for eCR, ELR, IIS, and syndromic surveillance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220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Why does interoperability matter for AI-supported public health workflows?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FHIR commonly used for?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is an implementation guide?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question should be asked during AI vendor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 for this module?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220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220: Public Health Interoperability: HL7 v2, CDA, FHIR, and APIs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