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accountability must be assigned to people and roles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executive, program, technical, privacy, legal, security,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AI use case approval, risk acceptance,.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accountability must be assigned to people and roles rather than.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executive, program, technical,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consultative input, approval.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can only work when decision rights are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can only work when decision rights are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distribute responsibility across many actors.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vendor may provide the model, IT may manage access, a program may define.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formal accountability model, each actor may assume that another.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distribute responsibility across many actors.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implements an AI-assisted tool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vendor configured the model, IT manages access, environmental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complaint is misclassified and a serious housing-related concern is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implements an AI-assisted tool to classify incoming.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implements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vendor configured the model, IT manages.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decision-rights matrix helps the agency respond.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rights should be defined across the full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ideation, leadership may decide whether a use case aligns with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review, governance may decide whether the use case is low, moderate,.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rights should be defined across the full AI lifecycle.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procurement, authorized officials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implementation, program and technical.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operations, defined owners decide whether.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accountability diffusion.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everyone is involved but no one is accountable, important concerns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assign a named program owner and governance owner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accountability diffusion.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inappropriate risk acceptance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frontline supervisor may feel pressure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define which risks can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decision rights should clarify who approves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predictive analytics, leaders should decide whether the score may inform.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AI, decision rights should define who authorizes system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decision rights should clarify who approves public release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predictive analytics, leaders should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AI, decision rights should define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should remain tied to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approval, data access, validation, launch, monitoring, incident.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approval, data access, validation,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2026-07-13T03:27:53Z</dcterms:created>
  <dcterms:modified xsi:type="dcterms:W3CDTF">2026-07-13T03:27:53Z</dcterms:modified>
</cp:coreProperties>
</file>