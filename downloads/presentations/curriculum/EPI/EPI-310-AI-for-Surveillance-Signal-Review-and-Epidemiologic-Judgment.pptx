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Surveillance Signal Review and Epidemiologic Judgment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for surveillance signal review and epidemiologic judgment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for Surveillance Signal Review and Epidemiologic Judgment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Epidemiology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epi-310-ai-for-surveillance-signal-review-and-epidemiologic-judgment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Surveillance Signal Review and Epidemiologic Judgment matters because AI adoption changes how public health agencies make, document,…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using AI to support signal detection while preserving epidemiologic…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 for surveillance signal review and epidemiologic judgment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Surveillance Signal Review and Epidemiologic Judgment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7189"/>
          </a:solidFill>
          <a:ln w="12700">
            <a:solidFill>
              <a:srgbClr val="0B7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0B7189"/>
          </a:solidFill>
          <a:ln>
            <a:solidFill>
              <a:srgbClr val="0B718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Epidemiology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 for surveillance signal review and epidemiologic judgment has been…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 310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 310: AI for Surveillance Signal Review and Epidemiologic Judgment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