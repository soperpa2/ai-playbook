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 prototyping, and.</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 privacy 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synthetic dataset assessment that can support readiness assessment, governance.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Synthetic data are artificially generated data that are designed to resemble real data.</a:t>
            </a:r>
            <a:endParaRPr lang="en-US" sz="1380" dirty="0"/>
          </a:p>
          <a:p>
            <a:r>
              <a:rPr lang="en-US" sz="1380" dirty="0">
                <a:solidFill>
                  <a:srgbClr val="17364A"/>
                </a:solidFill>
                <a:latin typeface="Aptos" pitchFamily="34" charset="0"/>
                <a:ea typeface="Aptos" pitchFamily="34" charset="-122"/>
                <a:cs typeface="Aptos" pitchFamily="34" charset="-120"/>
              </a:rPr>
              <a:t>In public health, synthetic data can support training, software testing, demonstrations,.</a:t>
            </a:r>
            <a:endParaRPr lang="en-US" sz="1380" dirty="0"/>
          </a:p>
          <a:p>
            <a:r>
              <a:rPr lang="en-US" sz="1380" dirty="0">
                <a:solidFill>
                  <a:srgbClr val="17364A"/>
                </a:solidFill>
                <a:latin typeface="Aptos" pitchFamily="34" charset="0"/>
                <a:ea typeface="Aptos" pitchFamily="34" charset="-122"/>
                <a:cs typeface="Aptos" pitchFamily="34" charset="-120"/>
              </a:rPr>
              <a:t>This module helps learners understand both the promise and limitations of synthetic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Synthetic Data for Public Health AI matters because AI systems are embedded in public.</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2100" dirty="0"/>
          </a:p>
          <a:p>
            <a:r>
              <a:rPr lang="en-US" sz="2100" dirty="0">
                <a:solidFill>
                  <a:srgbClr val="17364A"/>
                </a:solidFill>
                <a:latin typeface="Aptos" pitchFamily="34" charset="0"/>
                <a:ea typeface="Aptos" pitchFamily="34" charset="-122"/>
                <a:cs typeface="Aptos" pitchFamily="34" charset="-120"/>
              </a:rPr>
              <a:t>The value of synthetic data depends on the purpose.</a:t>
            </a:r>
            <a:endParaRPr lang="en-US" sz="2100" dirty="0"/>
          </a:p>
          <a:p>
            <a:r>
              <a:rPr lang="en-US" sz="2100" dirty="0">
                <a:solidFill>
                  <a:srgbClr val="17364A"/>
                </a:solidFill>
                <a:latin typeface="Aptos" pitchFamily="34" charset="0"/>
                <a:ea typeface="Aptos" pitchFamily="34" charset="-122"/>
                <a:cs typeface="Aptos" pitchFamily="34" charset="-120"/>
              </a:rPr>
              <a:t>A dataset that is useful for training staff on a dashboard may not be valid for evaluating a predictive.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Synthetic data are generated data designed to preserve selected patterns of a source.</a:t>
            </a:r>
            <a:endParaRPr lang="en-US" sz="1380" dirty="0"/>
          </a:p>
          <a:p>
            <a:r>
              <a:rPr lang="en-US" sz="1380" dirty="0">
                <a:solidFill>
                  <a:srgbClr val="17364A"/>
                </a:solidFill>
                <a:latin typeface="Aptos" pitchFamily="34" charset="0"/>
                <a:ea typeface="Aptos" pitchFamily="34" charset="-122"/>
                <a:cs typeface="Aptos" pitchFamily="34" charset="-120"/>
              </a:rPr>
              <a:t>A dataset that is useful for training staff on a dashboard may not be valid for evaluating.</a:t>
            </a:r>
            <a:endParaRPr lang="en-US" sz="1380" dirty="0"/>
          </a:p>
          <a:p>
            <a:r>
              <a:rPr lang="en-US" sz="1380" dirty="0">
                <a:solidFill>
                  <a:srgbClr val="17364A"/>
                </a:solidFill>
                <a:latin typeface="Aptos" pitchFamily="34" charset="0"/>
                <a:ea typeface="Aptos" pitchFamily="34" charset="-122"/>
                <a:cs typeface="Aptos" pitchFamily="34" charset="-120"/>
              </a:rPr>
              <a:t>Privacy risk does not disappear simply because data are synthetic.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2100" dirty="0"/>
          </a:p>
          <a:p>
            <a:r>
              <a:rPr lang="en-US" sz="2100" dirty="0">
                <a:solidFill>
                  <a:srgbClr val="17364A"/>
                </a:solidFill>
                <a:latin typeface="Aptos" pitchFamily="34" charset="0"/>
                <a:ea typeface="Aptos" pitchFamily="34" charset="-122"/>
                <a:cs typeface="Aptos" pitchFamily="34" charset="-120"/>
              </a:rPr>
              <a:t>The synthetic data should include realistic combinations of symptoms, lab results, demographics, dates,.</a:t>
            </a:r>
            <a:endParaRPr lang="en-US" sz="2100" dirty="0"/>
          </a:p>
          <a:p>
            <a:r>
              <a:rPr lang="en-US" sz="2100" dirty="0">
                <a:solidFill>
                  <a:srgbClr val="17364A"/>
                </a:solidFill>
                <a:latin typeface="Aptos" pitchFamily="34" charset="0"/>
                <a:ea typeface="Aptos" pitchFamily="34" charset="-122"/>
                <a:cs typeface="Aptos" pitchFamily="34" charset="-120"/>
              </a:rPr>
              <a:t>The agency should document that the data are intended for training and testing, not for estimating.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may want synthetic eCR data to train disease investigators and test an.</a:t>
            </a:r>
            <a:endParaRPr lang="en-US" sz="1380" dirty="0"/>
          </a:p>
          <a:p>
            <a:r>
              <a:rPr lang="en-US" sz="1380" dirty="0">
                <a:solidFill>
                  <a:srgbClr val="17364A"/>
                </a:solidFill>
                <a:latin typeface="Aptos" pitchFamily="34" charset="0"/>
                <a:ea typeface="Aptos" pitchFamily="34" charset="-122"/>
                <a:cs typeface="Aptos" pitchFamily="34" charset="-120"/>
              </a:rPr>
              <a:t>The synthetic data should include realistic combinations of symptoms, lab results,.</a:t>
            </a:r>
            <a:endParaRPr lang="en-US" sz="1380" dirty="0"/>
          </a:p>
          <a:p>
            <a:r>
              <a:rPr lang="en-US" sz="1380" dirty="0">
                <a:solidFill>
                  <a:srgbClr val="17364A"/>
                </a:solidFill>
                <a:latin typeface="Aptos" pitchFamily="34" charset="0"/>
                <a:ea typeface="Aptos" pitchFamily="34" charset="-122"/>
                <a:cs typeface="Aptos" pitchFamily="34" charset="-120"/>
              </a:rPr>
              <a:t>The agency should document that the data are intended for training and testing, not for.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development begins by defining the intended use.</a:t>
            </a:r>
            <a:endParaRPr lang="en-US" sz="2100" dirty="0"/>
          </a:p>
          <a:p>
            <a:r>
              <a:rPr lang="en-US" sz="2100" dirty="0">
                <a:solidFill>
                  <a:srgbClr val="17364A"/>
                </a:solidFill>
                <a:latin typeface="Aptos" pitchFamily="34" charset="0"/>
                <a:ea typeface="Aptos" pitchFamily="34" charset="-122"/>
                <a:cs typeface="Aptos" pitchFamily="34" charset="-120"/>
              </a:rPr>
              <a:t>Training data for staff exercises can be less statistically faithful than data used for system testing.</a:t>
            </a:r>
            <a:endParaRPr lang="en-US" sz="2100" dirty="0"/>
          </a:p>
          <a:p>
            <a:r>
              <a:rPr lang="en-US" sz="2100" dirty="0">
                <a:solidFill>
                  <a:srgbClr val="17364A"/>
                </a:solidFill>
                <a:latin typeface="Aptos" pitchFamily="34" charset="0"/>
                <a:ea typeface="Aptos" pitchFamily="34" charset="-122"/>
                <a:cs typeface="Aptos" pitchFamily="34" charset="-120"/>
              </a:rPr>
              <a:t>Model evaluation data require more rigorous review because the synthetic data must preserve patterns.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development begins by defining the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Model evaluation data require more rigorous review because the synthetic data must.</a:t>
            </a:r>
            <a:endParaRPr lang="en-US" sz="1380" dirty="0"/>
          </a:p>
          <a:p>
            <a:r>
              <a:rPr lang="en-US" sz="1380" dirty="0">
                <a:solidFill>
                  <a:srgbClr val="17364A"/>
                </a:solidFill>
                <a:latin typeface="Aptos" pitchFamily="34" charset="0"/>
                <a:ea typeface="Aptos" pitchFamily="34" charset="-122"/>
                <a:cs typeface="Aptos" pitchFamily="34" charset="-120"/>
              </a:rPr>
              <a:t>Public health teams should define whether synthetic data will be used for demonstration,.</a:t>
            </a:r>
            <a:endParaRPr lang="en-US" sz="1380" dirty="0"/>
          </a:p>
          <a:p>
            <a:r>
              <a:rPr lang="en-US" sz="1380" dirty="0">
                <a:solidFill>
                  <a:srgbClr val="17364A"/>
                </a:solidFill>
                <a:latin typeface="Aptos" pitchFamily="34" charset="0"/>
                <a:ea typeface="Aptos" pitchFamily="34" charset="-122"/>
                <a:cs typeface="Aptos" pitchFamily="34" charset="-120"/>
              </a:rPr>
              <a:t>Agencies should evaluate synthetic data for privacy and utility.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synthetic data for public health ai before deployment?</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and differential privacy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2026-07-13T02:11:42Z</dcterms:created>
  <dcterms:modified xsi:type="dcterms:W3CDTF">2026-07-13T02:11:42Z</dcterms:modified>
</cp:coreProperties>
</file>