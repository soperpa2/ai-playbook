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analysis examines data collected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time patterns are central to surveillance, outbreak detection,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identify unusual increases, decreases, or pattern.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time-series analysis and anomaly detection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baselines, seasonality, trends, reporting delays, and thresholds.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statistical signals from confirmed outbreaks or public health events.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risks from alert fatigue, data artifacts, delayed.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guardrails for AI-supported surveillance alerts.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anomaly detection review plan for one public health data stream.</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anomaly detection review plan for one public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analysis examines data collected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time patterns are central to surveillance, outbreak detection,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identify unusual increases, decreases, or pattern.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Time-series analysis examines data collected over time.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time patterns are central to surveillance,.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anomaly detection can help identify unusual.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explains how time-series and anomaly detection methods.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methods matter because public health surveillance is often about 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single count may be difficult to interpret without knowing whether it is higher than.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staff review large volumes of data and prioritize.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single count may be difficult to interpret without knowing.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anomaly detection can help staff review large volumes.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However, public health time-series data are shaped by reporting.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syndromic surveillance team may use anomaly detection to monitor emergency department visits.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system may flag a county when visits exceed the expected range for that day and season.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alert could prompt review of age groups, facilities, diagnosis text, lab data, school.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anomaly detection to monitor.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alert could prompt review of age groups, facilities, diagnosis.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alert is valuable only if it enters a disciplined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Baseline selection is one of the most important technical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baseline may use several prior weeks, several prior years, a regression model, seasonal.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baseline should match the public health question.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baseline may use several prior weeks, several prior years,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short baseline may adapt quickly but miss seasonal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long baseline may capture seasonality but fail when underlying.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Anomaly detection methods vary in complexity.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Simple methods may compare counts to moving averages or standard deviations.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More advanced methods may use regression, Bayesian approaches, control charts, machine.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Anomaly detection methods vary in complexity.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More advanced methods may use regression, Bayesian approaches,.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More complex methods are not automatically better.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practice, interpretability, stability,.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Reporting artifacts.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Feed failures, delayed batches, or coding changes can trigger false alerts.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data quality checks, feed monitoring, and partner change logs.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Reporting artifacts.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Missed emerging events.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Overly conservative thresholds may miss early signals.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multiple indicators, sensitivity review, and escalation pathways for staff.</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Missed emerging events.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and anomaly detection methods can support predictive dashboards,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summarize signal review, but it should include uncertainty and 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may route alerts or create tasks, but those actions should be limited to.</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time-series data stream would benefit from automated signal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baseline is appropriate for the condition, data source, and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reporting artifacts could create false signals?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time-series data stream would benefit from automated signal.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baseline is appropriate for the condition, data source,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reporting artifacts could create false signals?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threshold balances early detection and alert fatigue?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staff document review, decisions, and lessons learned?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threshold balances early detection and alert fatigue?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threshold balances early detection and alert fatigue?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staff document review, decisions, and lessons learned?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anomaly detection review plan for one public health data stream.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monitored indicator, data source, update frequency, baseline approach, known.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plan should identify how staff will distinguish statistical anomalies from data quality.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the monitored indicator, data source, update frequency,.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plan should identify how staff will distinguish statistical.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Anomaly detection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Baseline and threshold rationale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Alert review protocol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Anomaly detection review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Baseline and threshold rationale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Alert review protocol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Signal documentation template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Signal documentation template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Signal documentation template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Anomaly detection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Baseline and threshold rationale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Alert review protocol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Anomaly detection review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Baseline and threshold rationale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Alert review protocol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an anomaly in a public health time series?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does seasonality matter?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common risk of too many low-value alerts?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an anomaly in a public health time series?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an anomaly in a public health time series?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National Syndromic Surveillance Program: https://www.cdc.gov/nssp/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National Syndromic Surveillance Program: https://www.cdc.gov/nssp/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2026-07-13T02:33:43Z</dcterms:created>
  <dcterms:modified xsi:type="dcterms:W3CDTF">2026-07-13T02:33:43Z</dcterms:modified>
</cp:coreProperties>
</file>