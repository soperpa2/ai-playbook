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operations-data-quality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450" dirty="0"/>
          </a:p>
          <a:p>
            <a:r>
              <a:rPr lang="en-US" sz="145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450" dirty="0"/>
          </a:p>
          <a:p>
            <a:r>
              <a:rPr lang="en-US" sz="145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450" dirty="0"/>
          </a:p>
          <a:p>
            <a:r>
              <a:rPr lang="en-US" sz="145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 review, procurement, implementation, or monitoring.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safeguards should be required before pilot testing? Who owns ongoing monitoring and review?</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 public health workflow and should include technical dependencies, governance questions, human review expectations, monitoring indicators, and.</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responsible implementation?</a:t>
            </a:r>
            <a:endParaRPr lang="en-US" sz="1450" dirty="0"/>
          </a:p>
          <a:p>
            <a:r>
              <a:rPr lang="en-US" sz="1450" dirty="0">
                <a:solidFill>
                  <a:srgbClr val="17364A"/>
                </a:solidFill>
                <a:latin typeface="Aptos" pitchFamily="34" charset="0"/>
                <a:ea typeface="Aptos" pitchFamily="34" charset="-122"/>
                <a:cs typeface="Aptos" pitchFamily="34" charset="-120"/>
              </a:rPr>
              <a:t>3. Which statement best describes a common failure mode?</a:t>
            </a:r>
            <a:endParaRPr lang="en-US" sz="1450" dirty="0"/>
          </a:p>
          <a:p>
            <a:r>
              <a:rPr lang="en-US" sz="145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450" dirty="0"/>
          </a:p>
          <a:p>
            <a:r>
              <a:rPr lang="en-US" sz="1450" dirty="0">
                <a:solidFill>
                  <a:srgbClr val="17364A"/>
                </a:solidFill>
                <a:latin typeface="Aptos" pitchFamily="34" charset="0"/>
                <a:ea typeface="Aptos" pitchFamily="34" charset="-122"/>
                <a:cs typeface="Aptos" pitchFamily="34" charset="-120"/>
              </a:rPr>
              <a:t>5. When should the issue be escalated for governance or leadership review?</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Cybersecurity Framework and cloud security guidance</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2026-07-12T18:22:12Z</dcterms:created>
  <dcterms:modified xsi:type="dcterms:W3CDTF">2026-07-12T18:22:12Z</dcterms:modified>
</cp:coreProperties>
</file>