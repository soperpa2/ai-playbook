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210 Data Pipelines for Public Health AI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major steps in public health data pipelines, including ingestion, validation, transformation, storage, access, and monitoring.
Distinguish between batch, real-time, and event-driven data flows.
Explain how pipeline failures can affect AI outputs and operational decisions.
Identify metadata, lineage, version control, and audit needs for AI-supported workflows.
Produce a data pipeline readiness checklist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Weak lineage. If transformations are not documented, staff may not be able to explain or correct AI errors. Guardrails include lineage documentation, version control, and audit trails.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data feeds are most important to daily decisions in your program?
Which pipelines are automatically monitored, and which depend on manual review?
What failures would materially affect an AI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know if an AI output was based on stale or incomplete data?
Who has authority to pause AI use when a pipeline fails?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pipeline map
Pipeline readiness checklist
Failure and escalation plan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data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pipeline map
Pipeline readiness checklist
Failure and escalation plan
Known data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to document data lineage for an AI-supported workflow?
2. Which pipeline type is most likely to trigger a workflow immediately after a defined event?
3. What is a practical guardrail for silent feed failure?
4. Why should source freshness be visible to users?
5. What is strong evidence of completion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Data Modernization Initiative materials: https://www.cdc.gov/data-modernization/php/index.html
CDC Public Health Data Strategy: https://www.cdc.gov/public-health-data-strategy/php/about/index.html
NIST AI Risk Management Framework: https://www.nist.gov/itl/ai-risk-management-framework
Agency data governance and system monitoring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Pipelines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pipelines are the operational pathways that move public health data from source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that classifies cases, summarizes laboratory reports, or predicts service demand can.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 Checklist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 Checklist to translate.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Plain-Language AI Public.</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the major steps in public health data pipelines, including ingestion, validation,.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batch, real-time, and event-driven data 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how pipeline failures can affect AI outputs and operational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the major steps in public health data pipelines, including ingestion, validation,.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major steps in public health data pipelines,.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metadata, lineage, version control, and audit needs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data pipeline readiness checklist for a public health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pipelines are the operational pathways that move public health data from source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depend on these pathways even when users do not see them.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that classifies cases, summarizes laboratory reports, or predicts service demand can.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pipelines are the operational pathways that move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that classifies cases, summarizes laboratory reports,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learners understand the pipeline steps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 readiness matters because AI systems can amplify routine data management problems.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delayed file, changed field name, failed interface, missing date, duplicate record,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AI tool may continue generating fluent summaries or confident classifications even after.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 readiness matters because AI systems can amplify routine data management problems.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delayed file, changed field name, failed interface, missing.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AI tool may continue generating fluent summaries or confident.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need pipeline visibility before they rely.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 pipeline is a set of technical and operational steps that moves data from a source to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pipelines may include laboratory interfaces, EHR feeds, IIS submissions,.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data pipeline is a set of technical and operational steps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pipelines may include laboratory interfaces, EHR.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Each step creates an opportunity to improve or degrade data quality.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lineage.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lineage shows where data came from, what happened to them, and where they were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Lineage supports validation, troubleshooting, incident response, and public records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lineage.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lineage.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lineage shows where data came from, what happened to them,.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Lineage supports validation, troubleshooting, incident response,.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syndromic surveillance team may use AI to identify unusual emergency department visit.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depends on timely data feeds from hospitals, correct parsing of chief complaint 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one large hospital feed stops or a field changes after an EHR upgrade, the AI tool may miss.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syndromic surveillance team may use AI to identify unusual emergency department visit patterns.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model depends on timely data feeds from hospitals, correct.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one large hospital feed stops or a field changes after an EHR.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Pipeline monitoring is therefore part of outbreak detection.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Pipeline design begins with the source and ends with the user-facing decision or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between, data may be received, staged, validated, transformed, standardized, linked, loaded,.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Each step should have an owner, a purpose, a quality check, and a documented failure process.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Pipeline design begins with the source and ends with the user-facing decision or output.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between, data may be received, staged, validated, transformed,.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Batch pipelines move data on a schedule, such as nightly files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Real-time pipelines move data as events occur, such as laboratory.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Silent feed failure.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 feed can stop or change without visible failure in the AI interface.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automated feed monitoring, expected volume thresholds, error queues,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Silent feed failure.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Guardrails include automated feed monitoring, expected volume.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Schema and terminology changes.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Source systems may change field names, formats, codes, or units.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Weak lineage.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transformations are not documented, staff may not be able to explain or correct AI errors.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lineage documentation, version control, and audit trails.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Weak lineage.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Weak lineage.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transformations are not documented, staff may not be able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lineage documentation, version control,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use pipeline outputs to summarize records, but the summary should indicate.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models may rely on engineered features created by a pipeline, so the feature.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depend on document ingestion pipelines, which must track document source, version,.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use pipeline outputs to summarize records, but the summary should indicate source.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use pipeline outputs to summarize records,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models may rely on engineered features created by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systems depend on document ingestion pipelines, which must.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public health data feeds are most important to daily decisions in your program?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pipelines are automatically monitored, and which depend on manual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failures would materially affect an AI output?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public health data feeds are most important to daily decisions in your program?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data feeds are most important to daily.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pipelines are automatically monitored, and which depend 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failures would materially affect an AI output?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How would staff know if an AI output was based on stale or incomplete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pause AI use when a pipeline fails?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would staff know if an AI output was based on stale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pause AI use when a pipeline fails?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data pipeline readiness checklist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data source, update frequency, required fields, validation checks,.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at least three pipeline failure scenarios and describe how each should be detected,.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data source, update frequency, required fields,.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at least three pipeline failure scenarios and describe.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Pipeline 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Failure and escalation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 map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Pipeline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Failure and escalation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Known data limitations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Known data limitations statement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Known data limitations statement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pipeline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Pipeline 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Failure and escalation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pipeline map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pipeline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Pipeline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Failure and escalation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to document data lineage for an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pipeline type is most likely to trigger a workflow immediately after a defined event?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 practical guardrail for silent feed failure?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to document data lineage for an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to document data lineage for 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Data Modernization Initiative materials:.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Data Modernization Initiative materials:.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Pipelines for Public Health AI</dc:title>
  <dc:subject>Data Pipelines for Public Health AI learning module</dc:subject>
  <dc:creator>Paula Soper</dc:creator>
  <cp:lastModifiedBy>Paula Soper</cp:lastModifiedBy>
  <cp:revision>1</cp:revision>
  <dcterms:created xsi:type="dcterms:W3CDTF">2026-07-13T02:24:08Z</dcterms:created>
  <dcterms:modified xsi:type="dcterms:W3CDTF">2026-07-13T02:24:08Z</dcterms:modified>
</cp:coreProperties>
</file>