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executive response to AI incidents, media scrutiny, public concern,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crisis communications and executive response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executive response to AI incidents, media scrutiny, public concern,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executive response to AI incidents, media.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Crisis Communications and Executive Response matters because AI adoption changes how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executive response to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crisis communications and executive response artifact for one.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crisis communications and executive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Crisis Communications and Executive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Crisis Communications and Executive Response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Crisis Communications and Executive Response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Crisis Communications and Executive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Crisis Communications and Executive Response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crisis communications and executive response has.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crisis communications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2026-07-13T02:24:09Z</dcterms:created>
  <dcterms:modified xsi:type="dcterms:W3CDTF">2026-07-13T02:24:09Z</dcterms:modified>
</cp:coreProperties>
</file>