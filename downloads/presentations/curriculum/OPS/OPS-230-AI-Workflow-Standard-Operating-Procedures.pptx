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Workflow Standard Operating Procedures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approved AI tools still require workflow-specific SOPs.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core elements of an AI workflow SOP.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human review, documentation, override, escalation, and fallback expectations.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acceptable and prohibited uses within a specific AI workflow.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draft AI workflow SOP for a public health use case.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Draft AI workflow SOP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Operations and Data Quality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ops-230-ai-workflow-standard-operating-procedures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operating procedure: A documented set of steps that describes how a task should be performed consistently.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Override: A user decision to reject, change, or not follow an AI output or recommendation.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process: The manual or alternative process used when an AI tool is unavailable, unreliable, or inappropriate.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threshold: A condition that requires a concern to be reported to a supervisor, governance body, IT, privacy, or another…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requirement: The information staff must record to show how an AI output was used or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approves an AI tool to draft summaries of environmental health complaints.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SOP explains which complaint types are eligible, which data fields may be used, how staff must compare the draft to the original complaint,…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SOP also explains that the tool may not issue inspection decisions, enforcement recommendations, or public notices without human review.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AI may support, what humans must decide, and how outputs should be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SOP should begin with scope.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scope explains which workflow the SOP covers, which staff roles may use the tool, which systems or data are involved, and which…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is important because many AI tools can technically perform more tasks than the agency has approved.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scope prevents an approved tool from drifting into unapproved uses.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SOP should define the standard workflow step by step.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includes preparing data, using the approved tool, reviewing outputs, correcting errors, documenting the final decision, and…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failure modes include the following: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applying an AI tool beyond the approved workflow.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being copied into official records without required review.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Errors, bias concerns, or privacy issues not being escalated.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fallback process when the tool fails or is unavailable.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an AI workflow SOP for one approved or realistic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SOP should include purpose, scope, roles, allowed uses, prohibited uses, step-by-step workflow, human review requirements, documentation…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AI workflow SOP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matrix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Allowed/prohibited use section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fallback process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guidance for LLM application security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cybersecurity, records, procurement, accessibility, and…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public health program SOPs, data governance documentation, and implementation…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Why does an approved AI tool still need a workflow-specific SOP?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an override?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item should an AI SOP include?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When should an SOP be reviewed?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230: AI Workflow Standard Operating Procedures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