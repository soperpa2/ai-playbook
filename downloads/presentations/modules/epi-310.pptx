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 310 AI for Surveillance Signal Review and Epidemiologic Judgment
This module focuses on using AI to support signal detection while preserving epidemiologic judgment.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Epidemiology Role-Based Track
Appears in tracks: epidemiology, analytics-modeling, operations-data-quality, governance-security
This module focuses on using AI to support signal detection while preserving epidemiologic judgment.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for surveillance signal review and epidemiologic judgment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using AI to support signal detection while preserving epidemiologic judgment.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for Surveillance Signal Review and Epidemiologic Judgment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using AI to support signal detection while preserving epidemiologic judgment.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for surveillance signal review and epidemiologic judgment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for Surveillance Signal Review and Epidemiologic Judgment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for Surveillance Signal Review and Epidemiologic Judgment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for surveillance signal review and epidemiologic judgment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EPI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Surveillance Signal Review and Epidemiologic Judgment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using AI to support signal detection while preserving.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Epidemiology Role-Based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ai for surveillance signal review and epidemiologic.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ai for surveillance signal review and epidemiologic.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using AI to support signal detection while preserving.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using AI to support signal detection while preserving.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for Surveillance Signal Review and Epidemiologic Judgment matters because.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for Surveillance Signal Review and Epidemiologic Judgment matters because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 using.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 using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failure mode is unclear ownership.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everyone is responsible in general, no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assign an accountability owner.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topic applies across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more sensitive the data, the more.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ai for surveillance signal review and epidemiologic.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 for surveillance signal review and epidemiologic judgment.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ai for surveillance signal.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for Surveillance Signal Review and Epidemiologic Judgment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for Surveillance Signal Review and Epidemiologic Judgment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for Surveillance Signal Review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for Surveillance Signal Review and Epidemiologic Judgment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for Surveillance Signal Review and Epidemiologic Judgment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strongest evidence that ai for surveillance signal review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strongest evidence that ai for surveillance signal review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ai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Surveillance Signal Review and Epidemiologic Judgment</dc:title>
  <dc:subject>AI for Surveillance Signal Review and Epidemiologic Judgment learning module</dc:subject>
  <dc:creator>Paula Soper</dc:creator>
  <cp:lastModifiedBy>Paula Soper</cp:lastModifiedBy>
  <cp:revision>1</cp:revision>
  <dcterms:created xsi:type="dcterms:W3CDTF">2026-07-13T03:02:46Z</dcterms:created>
  <dcterms:modified xsi:type="dcterms:W3CDTF">2026-07-13T03:02:46Z</dcterms:modified>
</cp:coreProperties>
</file>