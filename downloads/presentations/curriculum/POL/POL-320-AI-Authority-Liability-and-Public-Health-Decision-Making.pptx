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Authority, Liability, and Public Health Decision-Making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authority, liability, and public health decision-making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Authority, Liability, and Public Health Decision-Making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Policy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pol-320-ai-authority-liability-and-public-health-decision-making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Authority, Liability, and Public Health Decision-Making matters because AI adoption changes how public health agencies make, document,…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legal authority, delegated responsibility, accountability, and liability…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 authority, liability, and public health decision-making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Authority, Liability, and Public Health Decision-Making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 authority, liability, and public health decision-making has been…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 320: AI Authority, Liability, and Public Health Decision-Making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