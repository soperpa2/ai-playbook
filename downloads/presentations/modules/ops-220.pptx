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succeed or fail inside real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factors and usability testing help agencies understand how staff actually use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evaluate workflow fit, interface design, alert burden,.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human factors, workflow integration, and usability testing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human factors, workflow integration,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workflow usability test plan that can support readiness assessment,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workflow usability test plan that can support readiness.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succeed or fail inside real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factors and usability testing help agencies understand how staff actually use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evaluate workflow fit, interface design, alert burden,.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succeed or fail inside real public health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Factors, Workflow Integration, and Usability Testing matters because AI systems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factors is the discipline of designing systems around human abilities, limits,.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AI-supported public health work, human factors help agencies ensure that AI outputs 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Usability testing is structured observation of how users interact with a tool or workflow.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is the discipline of designing systems around human.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AI-supported public health work, human factors help agencies.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reveal confusion, workarounds, over-trust, alert fatigue,.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disease investigator may receive an AI-generated case summary in the surveillance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summary hides uncertainty or makes unsupported claims look official, the investigator.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summary is too long, poorly organized, or disconnected from source fields, it may not.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disease investigator may receive an AI-generated case summary in the surveillance.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the summary hides uncertainty or makes unsupported claims look.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summary is too long, poorly organized, or disconnected from.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Usability testing would observe investigators using the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Workflow integration begins with current-state mapping.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should document how work happens today, including informal workarounds, duplicate.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should be introduced only after the team understands which step is being improved and how.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Workflow integration begins with current-state mapping.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workflow usability test plan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workflow usability test plan for one real or realistic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workflow usability test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workflow usability test plan. It should be specific to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human factors, workflow integration, and usability.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human factors,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AHRQ human factors and usability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2026-07-13T02:33:45Z</dcterms:created>
  <dcterms:modified xsi:type="dcterms:W3CDTF">2026-07-13T02:33:45Z</dcterms:modified>
</cp:coreProperties>
</file>