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330 Cloud, Containers, and Secure Deployment Basics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operations-data-quality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cloud, containers, and secure deployment basics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deployment readiness worksheet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Cloud, Containers, and Secure Deployment Basics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Cloud computing provides remote infrastructure, platforms, and services that can host data pipelines, analytics environments, AI tools, and public health applications. Cloud deployment can improve scalability and resilience, but only when identity, access, logging, encryption, and governance are configured correctly.
Containers package software and its dependencies so that it can run consistently across environments. Containers can improve reproducibility and deployment speed, but they must be scanned, patched, configured, and monitored. Container use does not remove the need for secure architecture.
Identity and access management defines who or what can access systems, data, and actions. In AI workflows, IAM must include human users, service accounts, APIs, agents, and automation tools. Poorly designed access can expose sensitive data or allow unauthorized write-back to systems of record.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deploy an internal RAG assistant in a cloud environment so staff can search approved guidance and protocols. The tool may be low risk if it uses public documents, but it becomes higher risk if it retrieves sensitive policies, case notes, or internal operational documents. Secure deployment requires access controls, document-level permissions, logging, monitoring, backup, and a process for removing outdated content.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Secure deployment begins with environment separation. Development, testing, staging, and production environments should be clearly separated so experimental tools do not affect operational systems. Sensitive production data should not be copied into lower environments unless approved controls are in place.
Logging and monitoring are central to deployment safety. Agencies should know when systems are accessed, when APIs fail, when models produce errors, when unusual activity occurs, and when infrastructure changes are made. Logs should be protected because they can contain sensitive information.
Secrets management is essential for AI integrations. API keys, database passwords, certificates, and tokens should not be embedded in code, prompts, shared documents, or configuration files that are not secured. A compromised secret can allow unauthorized access to data or actions across connected systems.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deployment readiness worksheet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secure deployment readiness worksheet.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secure deployment readiness worksheet.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cloud, containers, and secure deployment basics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Cybersecurity Framework and cloud security guidance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Cloud, Containers, and Secure Deployment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Many AI tools are deployed in cloud environments or packaged in containers that make.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do not need to become cloud engineers, but they need enough technical.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connects deployment choices to public health continuity, privacy, cybersecurity,.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Technical Architecture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cloud, containers, and secure deployment basics in public health AI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cloud, containers, and secure deployment basics in public health AI work.</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secure deployment readiness worksheet that can support readiness assessment,.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secure deployment readiness worksheet that can support readiness assessment, governance.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secure deployment readiness worksheet that can support.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Many AI tools are deployed in cloud environments or packaged in containers that make.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do not need to become cloud engineers, but they need enough technical.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connects deployment choices to public health continuity, privacy, cybersecurity,.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Many AI tools are deployed in cloud environments or packaged in.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staff do not need to become cloud engineers, but.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connects deployment choices to public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Cloud, Containers, and Secure Deployment Basics matters because AI systems are embedded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Cloud, Containers, and Secure Deployment Basics matters because AI systems are embedded in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Cloud, Containers, and Secure Deployment Basics matters because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topic also affects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must be able to explain how data are used,.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Cloud computing provides remote infrastructure, platforms, and services that can host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Cloud deployment can improve scalability and resilience, but only when identity, access,.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Containers package software and its dependencies so that it can run consistently across.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Cloud computing provides remote infrastructure, platforms, and services that can host data pipelines,.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Cloud computing provides remote infrastructure, platforms,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Cloud deployment can improve scalability and resilience, but only.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Containers can improve reproducibility and deployment speed, but.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may deploy an internal RAG assistant in a cloud environment so staff.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may be low risk if it uses public documents, but it becomes higher risk if it.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Secure deployment requires access controls, document-level permissions, logging, monitoring,.</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may deploy an internal RAG assistant in a cloud environment so staff can search.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may deploy an internal RAG assistant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tool may be low risk if it uses public documents, but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Secure deployment requires access controls, document-level.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Secure deployment begins with environment separation.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Development, testing, staging, and production environments should be clearly separated so.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Sensitive production data should not be copied into lower environments unless approved.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Secure deployment begins with environment separation.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Development, testing, staging, and production environments should.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Sensitive production data should not be copied into lower.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Logging and monitoring are central to deployment safety.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secure deployment readiness worksheet for one real or realistic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secure deployment readiness worksheet for one real or realistic public health AI workflow.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secure deployment readiness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secure deployment readiness.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secure deployment readiness worksheet. It should be.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secure deployment readiness worksheet. It should be specific to a.</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secure deployment readiness.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cloud, containers, and secure deployment basics before.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cloud, containers, and secure deployment basics before deployment?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cloud, containers, and secure.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Cybersecurity Framework and cloud security guidance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privacy, cybersecurity, data governance, procurement, and records management policies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privacy, cybersecurity, data governance, procurement, and records management.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Containers, and Secure Deployment Basics</dc:title>
  <dc:subject>Cloud, Containers, and Secure Deployment Basics learning module</dc:subject>
  <dc:creator>Paula Soper</dc:creator>
  <cp:lastModifiedBy>Paula Soper</cp:lastModifiedBy>
  <cp:revision>1</cp:revision>
  <dcterms:created xsi:type="dcterms:W3CDTF">2026-07-13T02:33:44Z</dcterms:created>
  <dcterms:modified xsi:type="dcterms:W3CDTF">2026-07-13T02:33:44Z</dcterms:modified>
</cp:coreProperties>
</file>