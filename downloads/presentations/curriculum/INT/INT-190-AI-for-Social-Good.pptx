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Social Good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introductory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AI for Social Good in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public benefit from novelty, efficiency, or automation alone.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how AI can support public health values, including equity, transparency, accessibility, accountability, and community…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potential harms, including exclusion, surveillance burden, stigma, resource diversion, and unequal benefit.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community-centered safeguards for socially beneficial AI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 for Social Good review brief for a public health use case.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for Social Good review brief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Shared Foundational / Introductory Course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int-190-ai-for-social-good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is uniquely positioned to use AI for social good because its mission is population well-being rather than private gain.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agencies identify emerging needs, improve access to information, reduce administrative burden, support community outreach, and allocate…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benefits are especially important when agencies face workforce shortages, fragmented systems, and increasing demands.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AI for Social Good is not guaranteed by good intentions.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built for efficiency may shift burden onto communities, reduce human contact, or make services harder to access for people with limited…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Social Good: The intentional use of AI to produce measurable public benefit, reduce inequities, and support human…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value: Public value is the benefit created for communities, populations, public institutions, and shared…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by design: Equity by design means identifying inequities, affected communities, barriers, and power dynamics early in…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co-design: Community co-design is a process in which affected communities help shape goals, design choices, safeguards,…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innovation: Responsible innovation means pursuing new capabilities while anticipating risks, involving affected…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use AI to improve access to maternal and child health resources.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could help staff identify service gaps, summarize eligibility rules, translate plain-language information, and route families to local…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designed well, the tool could reduce administrative burden and improve timely access to services.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tool could fail if it assumes internet access, uses only English content, provides outdated referral information, exposes sensitive…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Social Good applies to every AI method.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improve plain-language communication, but it must be accurate, accessible, and culturally appropriate.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guide supportive outreach, but it should not become a tool for exclusion.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may improve staff access to guidance, but they must include current and authorized content.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Social Good begins with problem definition.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should be a public health problem, not a technology opportunity.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example, “use a chatbot” is not a problem definition.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“Reduce delays in connecting families to local nutrition, housing, transportation, and home visiting resources” is a stronger public…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with the problem helps agencies avoid technology-driven solutions that do not address root needs.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by design requires agencies to identify who is included, who is excluded, and who bears risk.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Technology-first design.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may be adopted because it is novel rather than because it solves a public health problem.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problem-first planning, alternatives analysis, and public value criteria.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Unequal benefit.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may help people with strong digital access while excluding others.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 for Social Good review brief for one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brief should define the public health problem, intended public benefit, affected communities, equity considerations, non-AI alternatives,…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result in a decision-support document that helps leaders and governance reviewers determine whether the proposed AI use…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Social Good review brief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value and equity assessment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engagement and accessibility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and unintended-consequence measurement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Guidance on Large Multi-Modal Models:…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equity, community engagement, accessibility, and language access policies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definition of AI for Social Good in public health?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is efficiency alone not enough to show social good?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equity by design require?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use best reflects AI for Social Good?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190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 190: AI for Social Good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