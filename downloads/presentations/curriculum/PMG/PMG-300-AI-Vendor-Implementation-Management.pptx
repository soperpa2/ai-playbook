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Vendor Implementation Management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ai vendor implementation management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Vendor Implementation Management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Program Management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pmg-300-ai-vendor-implementation-management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Vendor Implementation Management matters because AI adoption changes how public health agencies make, document, communicate, and review decisions.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managing vendor delivery, configuration, testing, issue resolution,…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ai vendor implementation management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Vendor Implementation Management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ai vendor implementation management has been applied responsibly?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PMG 300: AI Vendor Implementation Management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