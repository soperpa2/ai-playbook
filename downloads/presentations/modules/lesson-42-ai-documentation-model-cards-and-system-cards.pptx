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700" dirty="0"/>
          </a:p>
          <a:p>
            <a:r>
              <a:rPr lang="en-US" sz="17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 evaluation, limitations, risks, human oversight,.</a:t>
            </a:r>
            <a:endParaRPr lang="en-US" sz="1700" dirty="0"/>
          </a:p>
          <a:p>
            <a:r>
              <a:rPr lang="en-US" sz="17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 oversight, public accountability, and incident.</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AI documentation packet that can support readiness assessment, governance review, procurement, implementation, or.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AI documentation packet that can support readiness assessment, governance review, procurement, implementation, or.</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700" dirty="0"/>
          </a:p>
          <a:p>
            <a:r>
              <a:rPr lang="en-US" sz="17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 evaluation, limitations,.</a:t>
            </a:r>
            <a:endParaRPr lang="en-US" sz="1700" dirty="0"/>
          </a:p>
          <a:p>
            <a:r>
              <a:rPr lang="en-US" sz="17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 oversight, public.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 health programs, data.</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 health programs,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 data it uses, how it.</a:t>
            </a:r>
            <a:endParaRPr lang="en-US" sz="1700" dirty="0"/>
          </a:p>
          <a:p>
            <a:r>
              <a:rPr lang="en-US" sz="1700" dirty="0">
                <a:solidFill>
                  <a:srgbClr val="17364A"/>
                </a:solidFill>
                <a:latin typeface="Aptos" pitchFamily="34" charset="0"/>
                <a:ea typeface="Aptos" pitchFamily="34" charset="-122"/>
                <a:cs typeface="Aptos" pitchFamily="34" charset="-120"/>
              </a:rPr>
              <a:t>Documentation supports accountability across the AI lifecycle.</a:t>
            </a:r>
            <a:endParaRPr lang="en-US" sz="1700" dirty="0"/>
          </a:p>
          <a:p>
            <a:r>
              <a:rPr lang="en-US" sz="1700" dirty="0">
                <a:solidFill>
                  <a:srgbClr val="17364A"/>
                </a:solidFill>
                <a:latin typeface="Aptos" pitchFamily="34" charset="0"/>
                <a:ea typeface="Aptos" pitchFamily="34" charset="-122"/>
                <a:cs typeface="Aptos" pitchFamily="34" charset="-120"/>
              </a:rPr>
              <a:t>A model card is a structured summary of a model, including intended use, data, evaluation, limitations, risks, and.</a:t>
            </a:r>
            <a:endParaRPr lang="en-US" sz="1700" dirty="0"/>
          </a:p>
          <a:p>
            <a:r>
              <a:rPr lang="en-US" sz="1700" dirty="0">
                <a:solidFill>
                  <a:srgbClr val="17364A"/>
                </a:solidFill>
                <a:latin typeface="Aptos" pitchFamily="34" charset="0"/>
                <a:ea typeface="Aptos" pitchFamily="34" charset="-122"/>
                <a:cs typeface="Aptos" pitchFamily="34" charset="-120"/>
              </a:rPr>
              <a:t>A system card extends documentation to the broader system, including workflow integration, interfaces, user roles,.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 data it uses, how it.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 use, source.</a:t>
            </a:r>
            <a:endParaRPr lang="en-US" sz="1700" dirty="0"/>
          </a:p>
          <a:p>
            <a:r>
              <a:rPr lang="en-US" sz="1700" dirty="0">
                <a:solidFill>
                  <a:srgbClr val="17364A"/>
                </a:solidFill>
                <a:latin typeface="Aptos" pitchFamily="34" charset="0"/>
                <a:ea typeface="Aptos" pitchFamily="34" charset="-122"/>
                <a:cs typeface="Aptos" pitchFamily="34" charset="-120"/>
              </a:rPr>
              <a:t>A system card would help reviewers understand the whole workflow rather than only the model.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 use, source.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700" dirty="0"/>
          </a:p>
          <a:p>
            <a:r>
              <a:rPr lang="en-US" sz="1700" dirty="0">
                <a:solidFill>
                  <a:srgbClr val="17364A"/>
                </a:solidFill>
                <a:latin typeface="Aptos" pitchFamily="34" charset="0"/>
                <a:ea typeface="Aptos" pitchFamily="34" charset="-122"/>
                <a:cs typeface="Aptos" pitchFamily="34" charset="-120"/>
              </a:rPr>
              <a:t>The documentation should identify the system owner, intended users, data inputs, outputs, human review requirements,.</a:t>
            </a:r>
            <a:endParaRPr lang="en-US" sz="1700" dirty="0"/>
          </a:p>
          <a:p>
            <a:r>
              <a:rPr lang="en-US" sz="1700" dirty="0">
                <a:solidFill>
                  <a:srgbClr val="17364A"/>
                </a:solidFill>
                <a:latin typeface="Aptos" pitchFamily="34" charset="0"/>
                <a:ea typeface="Aptos" pitchFamily="34" charset="-122"/>
                <a:cs typeface="Aptos" pitchFamily="34" charset="-120"/>
              </a:rPr>
              <a:t>A document that is created once and never updated will not support responsible operations.</a:t>
            </a:r>
            <a:endParaRPr lang="en-US" sz="1700" dirty="0"/>
          </a:p>
          <a:p>
            <a:r>
              <a:rPr lang="en-US" sz="1700" dirty="0">
                <a:solidFill>
                  <a:srgbClr val="17364A"/>
                </a:solidFill>
                <a:latin typeface="Aptos" pitchFamily="34" charset="0"/>
                <a:ea typeface="Aptos" pitchFamily="34" charset="-122"/>
                <a:cs typeface="Aptos" pitchFamily="34" charset="-120"/>
              </a:rPr>
              <a:t>Model cards are especially useful for predictive or classification models because they can document training data,.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documentation packet.</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documentation packet.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 workflow and should.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 workflow and should.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2026-07-12T18:54:58Z</dcterms:created>
  <dcterms:modified xsi:type="dcterms:W3CDTF">2026-07-12T18:54:58Z</dcterms:modified>
</cp:coreProperties>
</file>