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420 AI Investment Strategy and Business Case Review
AI investments compete with many other public health priorities. Leaders need a disciplined way to decide when AI is worth funding, what costs must be considered, and how benefits will be measured. A business case review helps agencies avoid buying tools that are impressive in demonstrations but weak in operational value, sustainability, interoperability, or public health impact. This module teaches leaders to evaluate AI investments across cost, value, readiness, risk, staffing, procurement, lifecycle support, and sustainability. The business case should not focus only on software price. It should include data preparation, implementation, integration, training, governance, validation, monitoring, maintenance, vendor management, cybersecurity, accessibility, and eventual replacement or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investments compete with many other public health priorities. Leaders need a disciplined way to decide when AI is worth funding, what costs must be considered, and how benefits will be measured. A business case review helps agencies avoid buying tools that are impressive in demonstrations but weak in operational value, sustainability, interoperability, or public health impact. This module teaches leaders to evaluate AI investments across cost, value, readiness, risk, staffing, procurement, lifecycle support, and sustainability. The business case should not focus only on software price. It should include data preparation, implementation, integration, training, governance, validation, monitoring, maintenance, vendor management, cybersecurity, accessibility, and eventual replacement or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the full cost components of AI implementation and operations.
Evaluate expected benefits in terms of public health value, workflow improvement, equity, quality, timeliness, and staff burden.
Distinguish between a vendor demonstration and a credible business case.
Develop business case questions for AI procurement or internal development.
Produce an AI business case review worksheet.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investments compete with many other public health priorities. Leaders need a disciplined way to decide when AI is worth funding, what costs must be considered, and how benefits will be measured. A business case review helps agencies avoid buying tools that are impressive in demonstrations but weak in operational value, sustainability, interoperability, or public health impact.
This module teaches leaders to evaluate AI investments across cost, value, readiness, risk, staffing, procurement, lifecycle support, and sustainability. The business case should not focus only on software price. It should include data preparation, implementation, integration, training, governance, validation, monitoring, maintenance, vendor management, cybersecurity, accessibility, and eventual replacement or retirement.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often face short-term funding cycles and urgent operational needs. AI products may be marketed as quick solutions, but the true cost of responsible implementation is broader than subscription fees. Agencies may need to update data pipelines, configure security controls, develop validation plans, train staff, write policies, monitor performance, and manage vendor relationships.
A strong business case also protects mission focus. AI should not be funded because it is novel. It should be funded when it addresses a meaningful public health problem, fits agency capacity, can be governed responsibly, and can produce measurable value. Business case review helps leaders compare AI investments with non-AI alternatives, such as workflow redesign, staffing changes, data quality improvements, or simpler automation.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vendor offers an AI tool that promises to reduce disease investigator workload by summarizing case reports. The annual license appears affordable, but the agency must also pay for integration with the surveillance system, security review, staff training, validation, legal review, vendor support, monitoring dashboards, and staff time for governance. If those costs are not considered, leadership may underestimate the investment required.
A business case review asks whether the tool will meaningfully reduce burden, improve timeliness, maintain quality, and fit the agency's workflow. It also asks whether a simpler approach, such as better case report templates or workflow redesign, would solve the problem at lower cost and risk. The review does not assume AI is the answer; it tests whether AI is the right answer.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An AI business case should begin with a problem statement. The problem should be operational and measurable, such as delayed case review, inconsistent public response drafting, high manual data cleanup burden, or inability to search internal guidance efficiently. A vague desire to 'use AI' is not a sufficient problem statement. The business case should connect the proposed AI use to a real public health need.
The review should compare alternatives. Options may include doing nothing, improving workflow, improving data quality, using rules-based automation, procuring a vendor product, developing an internal tool, or joining a shared service. Each option should be assessed for benefit, cost, risk, time, staffing, sustainability, and governance burden. This comparison prevents AI from becoming the default answer to every operational problem.
Success measures should be defined before funding. Measures might include reduced processing time, improved completeness, fewer manual touches, better routing accuracy, staff satisfaction, fewer errors, improved language access, or reduced backlog. Measures should also include safety and equity indicators. A tool that saves time but increases error rates, widens disparities, or erodes public trust should not be considered successful.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hidden cost. Agencies may purchase an AI tool without funding integration, monitoring, validation, staff training, or ongoing support. A guardrail is to require total cost of ownership in every business case.
Another risk is benefits inflation. Vendors or project champions may overstate time savings or accuracy without local evidence. A guardrail is to require pilot success criteria and benefits realization review before scaling.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business cases should include review time, source verification, and records considerations. Predictive analytics business cases should include validation data, subgroup testing, and monitoring costs. Agentic AI business cases should include security architecture, approval workflows, rollback, logging, and incident response. Cost and value must reflect responsible use.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Complete an AI business case review worksheet for one proposed investment. Include problem, alternatives, expected benefits, total cost of ownership, risk, equity considerations, implementation needs, and success measures.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business case worksheet; total cost of ownership estimate; benefits realization plan; alternatives analysis.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business case worksheet; total cost of ownership estimate; benefits realization plan; alternatives analysis.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Investment Strategy and Business Case Review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investments compete with many other public health priorities.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Leaders need a disciplined way to decide when AI is worth funding, what.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business case review helps agencies avoid buying tools that are impressive.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advanced/leadership Primary track: Public Health Executive Leadership.</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Identify the full cost components of AI implementation and operations.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Evaluate expected benefits in terms of public health value,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Distinguish between a vendor demonstration and a credible business case.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the full cost components of AI implementation and operations.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Evaluate expected benefits in terms of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Develop business case questions for AI procurement.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an AI business case review worksheet.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investments compete with many other public health priorities.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Leaders need a disciplined way to decide when AI is worth funding, what.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business case review helps agencies avoid buying tools that are impressive.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investments compete with many other public health priorities.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Leaders need a disciplined way to decide when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business case review helps agencies avoid buying.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teaches leaders to evaluate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agencies often face short-term funding cycles and urgent.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products may be marketed as quick solutions, but the true cost of.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may need to update data pipelines, configure security controls,.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agencies often face short-term funding cycles and urgent.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products may be marketed as quick solutions,.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Agencies may need to update data pipelines,.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strong business case also protects mission focus.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vendor offers an AI tool that promises to reduce disease investigator.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annual license appears affordable, but the agency must also pay for.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those costs are not considered, leadership may underestimate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vendor offers an AI tool that promises to reduce disease investigator workload.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vendor offers an AI tool that promises to reduce.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annual license appears affordable, but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business case review asks whether the tool will.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An AI business case should begin with a problem statement.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problem should be operational and measurable, such as delayed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vague desire to 'use AI' is not a sufficient problem statement.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AI business case should begin with a problem statement.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One risk is hidden cost.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may purchase an AI tool without funding integration, monitoring,.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require total cost of ownership in every business case.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One risk is hidden cost.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business cases should include review time, source.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business cases should include validation data, subgroup.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Agentic AI business cases should include security architecture, approval.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business cases should include review time, source verification,.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Predictive analytics business cases should include.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Agentic AI business cases should include security.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Cost and value must reflect responsible use.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current or proposed AI use case in your agency raises this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currently has authority to make decisions about this issue, and is that.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or leadership need before approving the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current or proposed AI use case in your agency raises this leadership 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current or proposed AI use case in your.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currently has authority to make decisions.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or leadership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staff, partners, or communities would be affected if this issue were.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policy, process, or artifact should be created or updated after this.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staff, partners, or communities would be affected if this issue were.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staff, partners, or communities would be.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policy, process, or artifact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Complete an AI business case review worksheet for one proposed investment.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problem, alternatives, expected benefits, total cost of ownership,.</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Complete an AI business case review worksheet for one proposed investment.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Complete an AI business case review worksheet for.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problem, alternatives, expected benefits,.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Choose a real or realistic public health AI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Document assumptions, unresolved questions, and which agency roles would.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support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Choose a real or realistic public health AI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Document assumptions, unresolved questions,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business case worksheet; total cost of ownership estimate; benefits.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business case worksheet; total cost of ownership estimate; benefits.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business case worksheet; total cost of.</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business case worksheet; total cost of ownership estimate; benefits.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business case worksheet; total cost of ownership estimate; benefits.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business case worksheet; total cost of.</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What is the strongest reason this module topic belongs in AI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Which practice best supports accountable public health AI governance?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When should an AI use case be escalated for leadership or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What is the strongest reason this module topic belongs in AI leadership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is the strongest reason this module topic.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(AI RMF 1.0):.</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Privacy Framework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CDC Public Health Data Strategy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Ethics and Governance of Artificial.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OMB Memorandum M-24-10 on federal AI governance, risk management,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Agency strategic plans, procurement policies, privacy policies,.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OMB Memorandum M-24-10 on federal AI governance, risk management,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OMB Memorandum M-24-10 on federal AI governance,.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strategic plans, procurement policies,.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Investment Strategy and Business Case Review</dc:title>
  <dc:subject>AI Investment Strategy and Business Case Review learning module</dc:subject>
  <dc:creator>Paula Soper</dc:creator>
  <cp:lastModifiedBy>Paula Soper</cp:lastModifiedBy>
  <cp:revision>1</cp:revision>
  <dcterms:created xsi:type="dcterms:W3CDTF">2026-07-13T03:02:47Z</dcterms:created>
  <dcterms:modified xsi:type="dcterms:W3CDTF">2026-07-13T03:02:47Z</dcterms:modified>
</cp:coreProperties>
</file>