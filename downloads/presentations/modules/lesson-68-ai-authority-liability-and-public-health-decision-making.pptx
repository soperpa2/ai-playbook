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 320 AI Authority, Liability, and Public Health Decision-Making
This module focuses on legal authority, delegated responsibility, accountability, and liability in AI-supported decisions.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Policy Role-Based Track
Appears in tracks: policy, governance-security, public-health-executive-leadership
This module focuses on legal authority, delegated responsibility, accountability, and liability in AI-supported decisions.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authority, liability, and public health decision-making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legal authority, delegated responsibility, accountability, and liability in AI-supported decisions.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Authority, Liability, and Public Health Decision-Making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legal authority, delegated responsibility, accountability, and liability in AI-supported decisions.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 authority, liability, and public health decision-making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Authority, Liability, and Public Health Decision-Making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Authority, Liability, and Public Health Decision-Making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 authority, liability, and public health decision-making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POL 320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Authority, Liability, and Public Health Decision-Making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legal authority, delegated responsibility, accountability, and liability in AI-supported.</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Policy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policy, governance-security, public-health-executive-leadership</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ai authority, liability, and public health decision-making in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ai authority, liability, and public health decision-making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legal authority, delegated responsibility, accountability, and liability in.</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focuses on legal authority, delegated responsibility, accountability, and liability in.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2100" dirty="0"/>
          </a:p>
          <a:p>
            <a:r>
              <a:rPr lang="en-US" sz="2100" dirty="0">
                <a:solidFill>
                  <a:srgbClr val="17364A"/>
                </a:solidFill>
                <a:latin typeface="Aptos" pitchFamily="34" charset="0"/>
                <a:ea typeface="Aptos" pitchFamily="34" charset="-122"/>
                <a:cs typeface="Aptos" pitchFamily="34" charset="-120"/>
              </a:rPr>
              <a:t>Evidence artifact: A document, log, checklist, test result, approval record, or review note that.</a:t>
            </a:r>
            <a:endParaRPr lang="en-US" sz="2100" dirty="0"/>
          </a:p>
          <a:p>
            <a:r>
              <a:rPr lang="en-US" sz="21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Authority, Liability, and Public Health Decision-Making matters because AI adoption changes how.</a:t>
            </a:r>
            <a:endParaRPr lang="en-US" sz="2100" dirty="0"/>
          </a:p>
          <a:p>
            <a:r>
              <a:rPr lang="en-US" sz="21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Authority, Liability, and Public Health Decision-Making matters because AI adoption changes how.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is preparing to use AI in a workflow related to legal authority, delegated.</a:t>
            </a:r>
            <a:endParaRPr lang="en-US" sz="2100" dirty="0"/>
          </a:p>
          <a:p>
            <a:r>
              <a:rPr lang="en-US" sz="21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a:t>
            </a:r>
            <a:endParaRPr lang="en-US" sz="2100" dirty="0"/>
          </a:p>
          <a:p>
            <a:r>
              <a:rPr lang="en-US" sz="21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is preparing to use AI in a workflow related to legal authority, delegated.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a:t>
            </a:r>
            <a:endParaRPr lang="en-US" sz="2100" dirty="0"/>
          </a:p>
          <a:p>
            <a:r>
              <a:rPr lang="en-US" sz="21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2100" dirty="0"/>
          </a:p>
          <a:p>
            <a:r>
              <a:rPr lang="en-US" sz="21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review intervals and change triggers.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2100" dirty="0"/>
          </a:p>
          <a:p>
            <a:r>
              <a:rPr lang="en-US" sz="21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decision or workflow does this topic affect?</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or pause the work?</a:t>
            </a:r>
            <a:endParaRPr lang="en-US" sz="2100" dirty="0"/>
          </a:p>
          <a:p>
            <a:r>
              <a:rPr lang="en-US" sz="21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2100" dirty="0"/>
          </a:p>
          <a:p>
            <a:r>
              <a:rPr lang="en-US" sz="2100" dirty="0">
                <a:solidFill>
                  <a:srgbClr val="17364A"/>
                </a:solidFill>
                <a:latin typeface="Aptos" pitchFamily="34" charset="0"/>
                <a:ea typeface="Aptos" pitchFamily="34" charset="-122"/>
                <a:cs typeface="Aptos" pitchFamily="34" charset="-120"/>
              </a:rPr>
              <a:t>How will the agency know when the workflow needs to be revised?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practical ai authority, liability, and public health decision-making artifact for one.</a:t>
            </a:r>
            <a:endParaRPr lang="en-US" sz="2100" dirty="0"/>
          </a:p>
          <a:p>
            <a:r>
              <a:rPr lang="en-US" sz="21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practical ai authority, liability, and public health decision-making artifact for one.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Authority, Liability, and Public Health Decision-Making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Authority, Liability, and Public Health Decision-Making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monitoring plan</a:t>
            </a:r>
            <a:endParaRPr lang="en-US" sz="2100" dirty="0"/>
          </a:p>
          <a:p>
            <a:r>
              <a:rPr lang="en-US" sz="2100" dirty="0">
                <a:solidFill>
                  <a:srgbClr val="17364A"/>
                </a:solidFill>
                <a:latin typeface="Aptos" pitchFamily="34" charset="0"/>
                <a:ea typeface="Aptos" pitchFamily="34" charset="-122"/>
                <a:cs typeface="Aptos" pitchFamily="34" charset="-120"/>
              </a:rPr>
              <a:t>Approval or review note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monitoring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Authority, Liability, and Public Health Decision-Making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Authority, Liability, and Public Health Decision-Making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evidence that ai authority, liability, and public health decision-making has.</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evidence that ai authority, liability, and public health decision-making has.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Authority, Liability, and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Authority, Liability, and Public Health Decision-Making</dc:title>
  <dc:subject>AI Authority, Liability, and Public Health Decision-Making learning module</dc:subject>
  <dc:creator>Paula Soper</dc:creator>
  <cp:lastModifiedBy>Paula Soper</cp:lastModifiedBy>
  <cp:revision>1</cp:revision>
  <dcterms:created xsi:type="dcterms:W3CDTF">2026-07-12T19:24:28Z</dcterms:created>
  <dcterms:modified xsi:type="dcterms:W3CDTF">2026-07-12T19:24:28Z</dcterms:modified>
</cp:coreProperties>
</file>