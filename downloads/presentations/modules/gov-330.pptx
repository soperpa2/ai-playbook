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 across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data governance for ai-ready public health data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AI-ready data governance checklist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AI-ready data governance checklist that can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require governance before they require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defines ownership, stewardship, metadata, permissible use,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connect governance practices to safe AI use across surveillance,.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AI-ready data require governance before they require a model.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defines ownership, stewardship, metadata,.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connect governance practices to safe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Governance for AI-Ready Public Health Data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for AI-Ready Public Health Data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governance is the set of decision rights, roles, policies, standards, and practices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AI-ready data depend on governance because data must be understandable, authorized, high.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stewardship assigns responsibility for data quality, definitions, metadata, access,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is the set of decision rights, roles, policies,.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AI-ready data depend on governance because data must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stewardship assigns responsibility for data quality,.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want to use multiple datasets to prioritize outreach for vaccination.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governance would clarify which datasets can be linked, which fields are authoritative,.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governance, the model may appear technical while resting on unclear authority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governance would clarify which datasets can be linked,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governance, the model may appear technical while resting.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AI-ready data begin with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know what datasets exist, who stewards them, what they contain, how often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catalog can make this information visible to program, analytics, informatics,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AI-ready data begin with inventory.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should know what datasets exist, who stewards them,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 catalog can make this information visible to program,.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must also address data lineage and transformation.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AI-ready data governance checklist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AI-ready data governance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AI-ready data governance checklist. It should be specific.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AI-ready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data governance for ai-ready public health data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data governance for ai-ready.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2026-07-13T02:24:10Z</dcterms:created>
  <dcterms:modified xsi:type="dcterms:W3CDTF">2026-07-13T02:24:10Z</dcterms:modified>
</cp:coreProperties>
</file>