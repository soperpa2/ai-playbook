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340 AI Audit Readiness and Evidence Management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governance-and-security, policy, program-management, public-health-executive-leadership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systems require lifecycle evidence management.
Identify the core records that support AI audit readiness.
Distinguish between approval evidence, validation evidence, operational evidence, and incident evidence.
Create an AI evidence inventory for an approved or proposed use case.
Develop retention, ownership, and review expectations for AI governance artifacts.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Approvals without records of conditions or rationale.
Validation results stored informally or not retained.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 documentation accepted without agency review or local evidence.
Incidents that cannot be reconstructed because logs or decisions were not preserved.
Public records or audit responses delayed because artifacts are scattered.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Maintain an AI evidence inventory for each approved AI use.
Use decision logs for approvals, deferrals, conditions, changes, and retirement.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Preserve validation, testing, monitoring, training, SOP, and incident records.
Assign artifact ownership and retention expectations.
Review evidence completeness during periodic governance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audit readiness evidence inventory for one AI use case. Identify required artifacts from intake through retirement, the owner of each artifact, storage location, retention expectation, update trigger, and current status.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evidence inventory
Decision log template
Artifact ownership and retention table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Gap list for missing evidence
Review schedule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evidence inventory
Decision log template
Artifact ownership and retention table
Gap list for missing evidence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AI audit readiness?
2. Which record should be preserved from AI governance review?
3. What is validation evidence?
4. Why is operational evidence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Audit Readiness and Evidence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audit readiness is the agency’s ability to show what AI systems are used, why they were.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need this evidence for internal oversight, public records requests,.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governance, compliance, program, and leadership staff how to manage.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Plain-Language AI Public.</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systems require lifecycle evidence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core records that support AI audit readiness.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approval evidence, validation evidence, operational evidence, and incident.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systems require lifecycle evidence management.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evidence inventory for an approved or proposed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retention, ownership, and review expectations for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audit readiness is the agency’s ability to show what AI systems are used, why they were.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need this evidence for internal oversight, public records requests,.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governance, compliance, program, and leadership staff how to manage.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audit readiness is the agency’s ability to show what AI systems.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may need this evidence for internal.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governance, compliance, program,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uses an AI tool to help classify public inquiries.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Six months later, a concern is raised that the tool may be misclassifying language access.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Audit-ready evidence would include the approved use case, validation plan, subgroup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Audit-ready evidence would include the approved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evidence allows the agency to investigate the concern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evidence begins at intake.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preserve the use case description, risk triage, required reviewers, approval.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a use case is rejected or deferred, that decision should also be documented.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evidence begins at intake.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agency should preserve the use case description, risk triage,.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early records help explain why a tool exists and what limits.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Validation evidence should show how the agency determined whether.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Evidence management requires ownership and retention rules.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bodies should define who stores each artifact, where it is stored, how long it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Audit readiness depends on consistent records, not scattered files and informal emails.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Evidence management requires ownership and retention rules.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Evidence management requires ownership and retention rules.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bodies should define who stores each artifact, where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Audit readiness depends on consistent records, not scattered files.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Approvals without records of conditions or rationale.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Validation results stored informally or not retained.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Approvals without records of conditions or rationale.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Validation results stored informally or not retained.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Vendor documentation accepted without agency review or local evidence.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Incidents that cannot be reconstructed because logs or decisions were not preserved.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records or audit responses delayed because artifacts are scattered.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Vendor documentation accepted without agency review or local.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Incidents that cannot be reconstructed because logs or decisions.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records or audit responses delayed because artifacts are.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Maintain an AI evidence inventory for each approved AI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decision logs for approvals, deferrals, conditions, changes, and retirement.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Maintain an AI evidence inventory for each approved AI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decision logs for approvals, deferrals, conditions, changes,.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Preserve validation, testing, monitoring, training, SOP, and incident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Assign artifact ownership and retention expectations.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 evidence completeness during periodic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Preserve validation, testing, monitoring, training, SOP,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Assign artifact ownership and retention expectations.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evidence completeness during periodic governance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 audit readiness evidence inventory for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required artifacts from intake through retirement, the owner of each artifact, storage.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required artifacts from intake through retirement,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evidence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Decision log template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Artifact ownership and retention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evidence inventory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inventory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Decision log template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Artifact ownership and retention table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Gap list for missing evidence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 schedule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Gap list for missing evidence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Gap list for missing evidence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schedule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evidence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Decision log template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Artifact ownership and retention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evidence inventory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Gap list for missing evidence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schedule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AI audit readiness?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record should be preserved from AI governance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validation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AI audit readiness?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AI audit readiness?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Audit Readiness and Evidence Management</dc:title>
  <dc:subject>AI Audit Readiness and Evidence Management learning module</dc:subject>
  <dc:creator>Paula Soper</dc:creator>
  <cp:lastModifiedBy>Paula Soper</cp:lastModifiedBy>
  <cp:revision>1</cp:revision>
  <dcterms:created xsi:type="dcterms:W3CDTF">2026-07-13T02:24:10Z</dcterms:created>
  <dcterms:modified xsi:type="dcterms:W3CDTF">2026-07-13T02:24:10Z</dcterms:modified>
</cp:coreProperties>
</file>