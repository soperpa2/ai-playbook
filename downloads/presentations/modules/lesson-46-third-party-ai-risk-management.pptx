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 exit plans.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 technical-architecture, program-management</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 to develop a funding.</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 exit plans.</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 exit plans.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 document, communicate,.</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 document, communicate,.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 subcontractors, data.</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 subcontractors,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Third-Party AI Risk Management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Third-Party AI Risk Management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Third-Party AI Risk Management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Third-Party AI Risk Management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2026-07-12T18:54:58Z</dcterms:created>
  <dcterms:modified xsi:type="dcterms:W3CDTF">2026-07-12T18:54:58Z</dcterms:modified>
</cp:coreProperties>
</file>