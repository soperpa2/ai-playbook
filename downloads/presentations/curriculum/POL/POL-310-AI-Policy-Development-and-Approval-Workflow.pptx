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B"/>
          </a:solidFill>
          <a:ln w="12700">
            <a:solidFill>
              <a:srgbClr val="F1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A84D5D"/>
          </a:solidFill>
          <a:ln w="12700">
            <a:solidFill>
              <a:srgbClr val="A84D5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56032"/>
            <a:ext cx="320040" cy="6601968"/>
          </a:xfrm>
          <a:prstGeom prst="rect">
            <a:avLst/>
          </a:prstGeom>
          <a:solidFill>
            <a:srgbClr val="A84D5D"/>
          </a:solidFill>
          <a:ln w="12700">
            <a:solidFill>
              <a:srgbClr val="A84D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60120"/>
            <a:ext cx="1463040" cy="329184"/>
          </a:xfrm>
          <a:prstGeom prst="rect">
            <a:avLst/>
          </a:prstGeom>
          <a:solidFill>
            <a:srgbClr val="A84D5D"/>
          </a:solidFill>
          <a:ln>
            <a:solidFill>
              <a:srgbClr val="A84D5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 310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996696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Policy Development and Approval Workflow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13232" y="3017520"/>
            <a:ext cx="78638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Role-Based Track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4160520"/>
            <a:ext cx="9875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70248"/>
            <a:ext cx="96012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level: intermediate/practitioner  •  Prepared for Codex pairing with module JSON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61996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84D5D"/>
          </a:solidFill>
          <a:ln w="12700">
            <a:solidFill>
              <a:srgbClr val="A84D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A84D5D"/>
          </a:solidFill>
          <a:ln>
            <a:solidFill>
              <a:srgbClr val="A84D5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 310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Objectives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667512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the purpose of ai policy development and approval workflow in public health AI.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the roles, decisions, risks, and documentation needed for the topic.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the topic to a real or realistic public health workflow or decision.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Recognize equity, privacy, security, legal, operational, and public trust implications.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 a practical artifact that supports readiness, governance, implementation, monitoring, or accountability.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35240" y="160020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1709928"/>
            <a:ext cx="356616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expectation: AI Policy Development and Approval Workflow artifact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35240" y="374904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3858768"/>
            <a:ext cx="35661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track: Policy Role-Based Track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key: pol-310-ai-policy-development-and-approval-workflow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 310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84D5D"/>
          </a:solidFill>
          <a:ln w="12700">
            <a:solidFill>
              <a:srgbClr val="A84D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A84D5D"/>
          </a:solidFill>
          <a:ln>
            <a:solidFill>
              <a:srgbClr val="A84D5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 310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 for Public Health AI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206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Policy Development and Approval Workflow matters because AI adoption changes how public health agencies make, document, communicate, and review…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Without a structured approach, staff may rely on informal practices, vendor assurances, or one-time approvals that do not match the operational…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agencies operate under legal authorities, public accountability, resource constraints, and community trust obligations.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module on this topic helps agencies define repeatable expectations before urgent situations arise.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also helps staff distinguish low-risk administrative support from uses that affect surveillance, public communications, field response, resource…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5715000"/>
            <a:ext cx="10698480" cy="502920"/>
          </a:xfrm>
          <a:prstGeom prst="roundRect">
            <a:avLst>
              <a:gd name="adj" fmla="val 14545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824728"/>
            <a:ext cx="104241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Instructional focus: connect the technical idea to public health purpose, workflow risk, equity, accountability, and operational decision-making.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 310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84D5D"/>
          </a:solidFill>
          <a:ln w="12700">
            <a:solidFill>
              <a:srgbClr val="A84D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A84D5D"/>
          </a:solidFill>
          <a:ln>
            <a:solidFill>
              <a:srgbClr val="A84D5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 310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Concepts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terms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right: The authority to approve, deny, modify, pause, or escalate an AI use case or operational decision.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artifact: A document, log, checklist, test result, approval record, or review note that demonstrates responsible AI…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Escalation pathway: A defined route for raising concerns to the appropriate reviewer or decision-maker.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learners should apply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Accountability owner: The person or role responsible for ensuring that an AI use case is governed, monitored, and corrected when…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safeguard: A procedure, control, or review step that reduces risk during day-to-day use.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 310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84D5D"/>
          </a:solidFill>
          <a:ln w="12700">
            <a:solidFill>
              <a:srgbClr val="A84D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A84D5D"/>
          </a:solidFill>
          <a:ln>
            <a:solidFill>
              <a:srgbClr val="A84D5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 310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Health Application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workflow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public health agency is preparing to use AI in a workflow related to creating, approving, implementing, and updating internal AI policies.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team initially treats the tool as a helpful efficiency aid, but governance reviewers recognize that the workflow may affect public…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agency responds by creating a clear artifact that defines intended use, prohibited use, responsible roles, review points, documentation…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converts a broad AI idea into a manageable public health practice.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AI-supported use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topic applies across generative AI, predictive analytics, NLP, RAG, automation, and agentic workflows.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more sensitive the data, the more consequential the output, or the more automated the action, the stronger the documentation, review, and…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 310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84D5D"/>
          </a:solidFill>
          <a:ln w="12700">
            <a:solidFill>
              <a:srgbClr val="A84D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A84D5D"/>
          </a:solidFill>
          <a:ln>
            <a:solidFill>
              <a:srgbClr val="A84D5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 310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and Operational Deep Dive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663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first step in this topic is to define the decision or workflow clearly.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Staff should identify who is affected, what data are used, what AI output is produced, who reviews the output, and what action may follow.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prevents the module from becoming abstract and anchors the work in public health practice.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second step is to assign responsibilities.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AI-supported workflows often cross program, IT, legal, privacy, communications, procurement, and leadership boundaries.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Responsibilities should be named by role rather than assumed.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 310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84D5D"/>
          </a:solidFill>
          <a:ln w="12700">
            <a:solidFill>
              <a:srgbClr val="A84D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A84D5D"/>
          </a:solidFill>
          <a:ln>
            <a:solidFill>
              <a:srgbClr val="A84D5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 310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Risks, Failure Modes, and Guardrails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7315200" cy="4297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treating the topic as a one-time checklist.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risks can change when data sources, models, vendors, policies, users, or public expectations change.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guardrail is to define review intervals and change triggers.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Another failure mode is unclear ownership.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everyone is responsible in general, no one may be responsible in practice.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0" y="1645920"/>
            <a:ext cx="28346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49640" y="1755648"/>
            <a:ext cx="256032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 pattern: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Name the risk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Define the review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Assign an owner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Monitor after launch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 310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84D5D"/>
          </a:solidFill>
          <a:ln w="12700">
            <a:solidFill>
              <a:srgbClr val="A84D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A84D5D"/>
          </a:solidFill>
          <a:ln>
            <a:solidFill>
              <a:srgbClr val="A84D5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 310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Exercise and Resources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5120640" cy="2011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practical ai policy development and approval workflow artifact for one AI-supported public health use case.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artifact should define the use case, affected roles, review criteria, safeguards, documentation expectations, escalation triggers,…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65760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evidence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512064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Policy Development and Approval Workflow artifact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and responsibility table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and safeguard summary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Escalation and monitoring plan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 and resources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1737360"/>
            <a:ext cx="4754880" cy="2834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CDC Public Health Data Strategy and Data Modernization resources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Artificial Intelligence Risk Management Framework and NIST Generative AI Profile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Ethics and Governance of Artificial Intelligence for Health guidance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OWASP Top 10 for Large Language Model Applications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ONC health IT, interoperability, and information blocking resources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Agency policies for privacy, public records, cybersecurity, procurement, civil rights,…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4983480"/>
            <a:ext cx="4754880" cy="658368"/>
          </a:xfrm>
          <a:prstGeom prst="roundRect">
            <a:avLst>
              <a:gd name="adj" fmla="val 11111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5093208"/>
            <a:ext cx="448056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note: confirm applicable legal, privacy, procurement, civil rights, records, and agency requirements before implementation.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 310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84D5D"/>
          </a:solidFill>
          <a:ln w="12700">
            <a:solidFill>
              <a:srgbClr val="A84D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A84D5D"/>
          </a:solidFill>
          <a:ln>
            <a:solidFill>
              <a:srgbClr val="A84D5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 310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Check Preview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515600" cy="3383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What is the strongest evidence that ai policy development and approval workflow has been applied responsibly?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What is the best reason to assign an accountability owner?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When should an AI-supported workflow be escalated for review?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Which practice best supports public accountability?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What should happen when data sources, policy, vendor configuration, or workflow use changes?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516636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276088"/>
            <a:ext cx="102412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learner-facing slides, hide correct answers. For facilitator notes or template ingestion, use the JSON source as the authoritative answer key.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 310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PHI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 310: AI Policy Development and Approval Workflow</dc:title>
  <dc:subject>Public Health AI Curriculum</dc:subject>
  <dc:creator>AI Playbook and Toolkit for Public Health Departments</dc:creator>
  <cp:lastModifiedBy>AI Playbook and Toolkit for Public Health Departments</cp:lastModifiedBy>
  <cp:revision>1</cp:revision>
  <dcterms:created xsi:type="dcterms:W3CDTF">2026-07-09T22:50:09Z</dcterms:created>
  <dcterms:modified xsi:type="dcterms:W3CDTF">2026-07-09T22:50:09Z</dcterms:modified>
</cp:coreProperties>
</file>